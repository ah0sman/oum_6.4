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Layouts/slideLayout39.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28.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Override PartName="/ppt/slideLayouts/slideLayout26.xml" ContentType="application/vnd.openxmlformats-officedocument.presentationml.slideLayout+xml"/>
  <Override PartName="/ppt/slideLayouts/slideLayout35.xml" ContentType="application/vnd.openxmlformats-officedocument.presentationml.slideLayout+xml"/>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2.xml" ContentType="application/vnd.openxmlformats-officedocument.presentationml.slideLayout+xml"/>
  <Override PartName="/ppt/slideLayouts/slideLayout24.xml" ContentType="application/vnd.openxmlformats-officedocument.presentationml.slideLayout+xml"/>
  <Override PartName="/ppt/slideLayouts/slideLayout33.xml" ContentType="application/vnd.openxmlformats-officedocument.presentationml.slideLayout+xml"/>
  <Override PartName="/ppt/slides/slide10.xml" ContentType="application/vnd.openxmlformats-officedocument.presentationml.slide+xml"/>
  <Override PartName="/ppt/slides/slide1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Layouts/slideLayout7.xml" ContentType="application/vnd.openxmlformats-officedocument.presentationml.slideLayout+xml"/>
  <Override PartName="/ppt/slideLayouts/slideLayout29.xml" ContentType="application/vnd.openxmlformats-officedocument.presentationml.slideLayout+xml"/>
  <Override PartName="/ppt/slideLayouts/slideLayout38.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slideLayouts/slideLayout27.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Override PartName="/ppt/slideLayouts/slideLayout25.xml" ContentType="application/vnd.openxmlformats-officedocument.presentationml.slideLayout+xml"/>
  <Override PartName="/ppt/slideLayouts/slideLayout34.xml" ContentType="application/vnd.openxmlformats-officedocument.presentationml.slideLayout+xml"/>
  <Default Extension="jpeg" ContentType="image/jpeg"/>
  <Override PartName="/ppt/presentation.xml" ContentType="application/vnd.openxmlformats-officedocument.presentationml.presentation.main+xml"/>
  <Override PartName="/ppt/tags/tag1.xml" ContentType="application/vnd.openxmlformats-officedocument.presentationml.tags+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ppt/slideLayouts/slideLayout32.xml" ContentType="application/vnd.openxmlformats-officedocument.presentationml.slideLayout+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handoutMasterIdLst>
    <p:handoutMasterId r:id="rId14"/>
  </p:handoutMasterIdLst>
  <p:sldIdLst>
    <p:sldId id="354" r:id="rId2"/>
    <p:sldId id="258" r:id="rId3"/>
    <p:sldId id="379" r:id="rId4"/>
    <p:sldId id="380" r:id="rId5"/>
    <p:sldId id="381" r:id="rId6"/>
    <p:sldId id="382" r:id="rId7"/>
    <p:sldId id="383" r:id="rId8"/>
    <p:sldId id="384" r:id="rId9"/>
    <p:sldId id="385" r:id="rId10"/>
    <p:sldId id="386" r:id="rId11"/>
    <p:sldId id="378" r:id="rId12"/>
  </p:sldIdLst>
  <p:sldSz cx="12188825" cy="6858000"/>
  <p:notesSz cx="6858000" cy="9144000"/>
  <p:custDataLst>
    <p:tags r:id="rId1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7" pos="335">
          <p15:clr>
            <a:srgbClr val="A4A3A4"/>
          </p15:clr>
        </p15:guide>
      </p15:sldGuideLst>
    </p:ext>
    <p:ext uri="{2D200454-40CA-4A62-9FC3-DE9A4176ACB9}">
      <p15:notesGuideLst xmlns=""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clrMru>
    <a:srgbClr val="7F7F7F"/>
    <a:srgbClr val="000000"/>
  </p:clrMru>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FD0F851-EC5A-4D38-B0AD-8093EC10F338}">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1454" autoAdjust="0"/>
  </p:normalViewPr>
  <p:slideViewPr>
    <p:cSldViewPr>
      <p:cViewPr varScale="1">
        <p:scale>
          <a:sx n="80" d="100"/>
          <a:sy n="80" d="100"/>
        </p:scale>
        <p:origin x="-936" y="-96"/>
      </p:cViewPr>
      <p:guideLst>
        <p:guide orient="horz" pos="2160"/>
        <p:guide pos="335"/>
      </p:guideLst>
    </p:cSldViewPr>
  </p:slideViewPr>
  <p:outlineViewPr>
    <p:cViewPr>
      <p:scale>
        <a:sx n="33" d="100"/>
        <a:sy n="33" d="100"/>
      </p:scale>
      <p:origin x="0" y="-10368"/>
    </p:cViewPr>
  </p:outlineViewPr>
  <p:notesTextViewPr>
    <p:cViewPr>
      <p:scale>
        <a:sx n="1" d="1"/>
        <a:sy n="1" d="1"/>
      </p:scale>
      <p:origin x="0" y="0"/>
    </p:cViewPr>
  </p:notesTextViewPr>
  <p:sorterViewPr>
    <p:cViewPr>
      <p:scale>
        <a:sx n="31" d="100"/>
        <a:sy n="31" d="100"/>
      </p:scale>
      <p:origin x="0" y="0"/>
    </p:cViewPr>
  </p:sorterViewPr>
  <p:notesViewPr>
    <p:cSldViewPr>
      <p:cViewPr varScale="1">
        <p:scale>
          <a:sx n="83" d="100"/>
          <a:sy n="83" d="100"/>
        </p:scale>
        <p:origin x="-3156" y="-78"/>
      </p:cViewPr>
      <p:guideLst>
        <p:guide orient="horz" pos="2880"/>
        <p:guide pos="2160"/>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gs" Target="tags/tag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E821AA6-70BE-4FDE-A8DC-DB381A688FD8}" type="datetimeFigureOut">
              <a:rPr lang="en-US"/>
              <a:pPr/>
              <a:t>8/15/2014</a:t>
            </a:fld>
            <a:endParaRPr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197E47EA-D299-42CE-88BF-4E1035596DA5}" type="slidenum">
              <a:rPr/>
              <a:pPr/>
              <a:t>‹#›</a:t>
            </a:fld>
            <a:endParaRPr dirty="0"/>
          </a:p>
        </p:txBody>
      </p:sp>
    </p:spTree>
    <p:extLst>
      <p:ext uri="{BB962C8B-B14F-4D97-AF65-F5344CB8AC3E}">
        <p14:creationId xmlns="" xmlns:p14="http://schemas.microsoft.com/office/powerpoint/2010/main" val="196681185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382588" y="381000"/>
            <a:ext cx="4572000" cy="2573090"/>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381000" y="3124200"/>
            <a:ext cx="6096000" cy="5334000"/>
          </a:xfrm>
          <a:prstGeom prst="rect">
            <a:avLst/>
          </a:prstGeom>
        </p:spPr>
        <p:txBody>
          <a:bodyPr vert="horz" lIns="0" tIns="0" rIns="0" bIns="91440" rtlCol="0">
            <a:normAutofit/>
          </a:bodyPr>
          <a:lstStyle/>
          <a:p>
            <a:pPr lvl="0"/>
            <a:r>
              <a:rPr/>
              <a:t>Click to edit Master text styles</a:t>
            </a:r>
          </a:p>
          <a:p>
            <a:pPr lvl="1"/>
            <a:r>
              <a:rPr/>
              <a:t>Second level</a:t>
            </a:r>
          </a:p>
          <a:p>
            <a:pPr lvl="2"/>
            <a:r>
              <a:rPr/>
              <a:t>Third level</a:t>
            </a:r>
          </a:p>
          <a:p>
            <a:pPr lvl="3"/>
            <a:r>
              <a:rPr/>
              <a:t>Fourth level</a:t>
            </a:r>
          </a:p>
          <a:p>
            <a:pPr lvl="4"/>
            <a:r>
              <a:rPr/>
              <a:t>Fifth level</a:t>
            </a:r>
          </a:p>
        </p:txBody>
      </p:sp>
      <p:sp>
        <p:nvSpPr>
          <p:cNvPr id="6" name="Footer Placeholder 5"/>
          <p:cNvSpPr>
            <a:spLocks noGrp="1"/>
          </p:cNvSpPr>
          <p:nvPr>
            <p:ph type="ftr" sz="quarter" idx="4"/>
          </p:nvPr>
        </p:nvSpPr>
        <p:spPr>
          <a:xfrm>
            <a:off x="381000" y="8610600"/>
            <a:ext cx="4648200" cy="227013"/>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5715000" y="8610600"/>
            <a:ext cx="762000" cy="227013"/>
          </a:xfrm>
          <a:prstGeom prst="rect">
            <a:avLst/>
          </a:prstGeom>
        </p:spPr>
        <p:txBody>
          <a:bodyPr vert="horz" lIns="91440" tIns="45720" rIns="91440" bIns="45720" rtlCol="0" anchor="b"/>
          <a:lstStyle>
            <a:lvl1pPr algn="r">
              <a:defRPr sz="1200"/>
            </a:lvl1pPr>
          </a:lstStyle>
          <a:p>
            <a:fld id="{8C72D9AE-7182-4680-8F79-479C4181FF08}" type="slidenum">
              <a:rPr/>
              <a:pPr/>
              <a:t>‹#›</a:t>
            </a:fld>
            <a:endParaRPr dirty="0"/>
          </a:p>
        </p:txBody>
      </p:sp>
    </p:spTree>
    <p:extLst>
      <p:ext uri="{BB962C8B-B14F-4D97-AF65-F5344CB8AC3E}">
        <p14:creationId xmlns="" xmlns:p14="http://schemas.microsoft.com/office/powerpoint/2010/main" val="973114905"/>
      </p:ext>
    </p:extLst>
  </p:cSld>
  <p:clrMap bg1="lt1" tx1="dk1" bg2="lt2" tx2="dk2" accent1="accent1" accent2="accent2" accent3="accent3" accent4="accent4" accent5="accent5" accent6="accent6" hlink="hlink" folHlink="folHlink"/>
  <p:notesStyle>
    <a:lvl1pPr marL="0" algn="l" defTabSz="914400" rtl="0" eaLnBrk="1" latinLnBrk="0" hangingPunct="1">
      <a:spcBef>
        <a:spcPts val="600"/>
      </a:spcBef>
      <a:defRPr sz="1100" kern="1200">
        <a:solidFill>
          <a:schemeClr val="tx1"/>
        </a:solidFill>
        <a:latin typeface="+mn-lt"/>
        <a:ea typeface="+mn-ea"/>
        <a:cs typeface="+mn-cs"/>
      </a:defRPr>
    </a:lvl1pPr>
    <a:lvl2pPr marL="228600" indent="-114300" algn="l" defTabSz="914400" rtl="0" eaLnBrk="1" latinLnBrk="0" hangingPunct="1">
      <a:spcBef>
        <a:spcPts val="600"/>
      </a:spcBef>
      <a:buFont typeface="Arial" panose="020B0604020202020204" pitchFamily="34" charset="0"/>
      <a:buChar char="•"/>
      <a:defRPr sz="1050" kern="1200">
        <a:solidFill>
          <a:schemeClr val="tx1"/>
        </a:solidFill>
        <a:latin typeface="+mn-lt"/>
        <a:ea typeface="+mn-ea"/>
        <a:cs typeface="+mn-cs"/>
      </a:defRPr>
    </a:lvl2pPr>
    <a:lvl3pPr marL="400050" indent="-114300" algn="l" defTabSz="914400" rtl="0" eaLnBrk="1" latinLnBrk="0" hangingPunct="1">
      <a:spcBef>
        <a:spcPts val="600"/>
      </a:spcBef>
      <a:buFont typeface="Arial" panose="020B0604020202020204" pitchFamily="34" charset="0"/>
      <a:buChar char="–"/>
      <a:defRPr sz="900" kern="1200">
        <a:solidFill>
          <a:schemeClr val="tx1"/>
        </a:solidFill>
        <a:latin typeface="+mn-lt"/>
        <a:ea typeface="+mn-ea"/>
        <a:cs typeface="+mn-cs"/>
      </a:defRPr>
    </a:lvl3pPr>
    <a:lvl4pPr marL="571500" indent="-114300" algn="l" defTabSz="914400" rtl="0" eaLnBrk="1" latinLnBrk="0" hangingPunct="1">
      <a:spcBef>
        <a:spcPts val="600"/>
      </a:spcBef>
      <a:buFont typeface="Arial" panose="020B0604020202020204" pitchFamily="34" charset="0"/>
      <a:buChar char="•"/>
      <a:defRPr sz="900" kern="1200">
        <a:solidFill>
          <a:schemeClr val="tx1"/>
        </a:solidFill>
        <a:latin typeface="+mn-lt"/>
        <a:ea typeface="+mn-ea"/>
        <a:cs typeface="+mn-cs"/>
      </a:defRPr>
    </a:lvl4pPr>
    <a:lvl5pPr marL="742950" indent="-114300" algn="l" defTabSz="914400" rtl="0" eaLnBrk="1" latinLnBrk="0" hangingPunct="1">
      <a:spcBef>
        <a:spcPts val="600"/>
      </a:spcBef>
      <a:buFont typeface="Arial" panose="020B0604020202020204" pitchFamily="34" charset="0"/>
      <a:buChar char="–"/>
      <a:defRPr sz="8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381000"/>
            <a:ext cx="4572000" cy="2573338"/>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C72D9AE-7182-4680-8F79-479C4181FF08}" type="slidenum">
              <a:rPr lang="en-US" smtClean="0"/>
              <a:pPr/>
              <a:t>1</a:t>
            </a:fld>
            <a:endParaRPr lang="en-US" dirty="0"/>
          </a:p>
        </p:txBody>
      </p:sp>
    </p:spTree>
    <p:extLst>
      <p:ext uri="{BB962C8B-B14F-4D97-AF65-F5344CB8AC3E}">
        <p14:creationId xmlns="" xmlns:p14="http://schemas.microsoft.com/office/powerpoint/2010/main" val="12427561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381000"/>
            <a:ext cx="4572000" cy="2573338"/>
          </a:xfrm>
        </p:spPr>
      </p:sp>
      <p:sp>
        <p:nvSpPr>
          <p:cNvPr id="3" name="Notes Placeholder 2"/>
          <p:cNvSpPr>
            <a:spLocks noGrp="1"/>
          </p:cNvSpPr>
          <p:nvPr>
            <p:ph type="body" idx="1"/>
          </p:nvPr>
        </p:nvSpPr>
        <p:spPr/>
        <p:txBody>
          <a:bodyPr/>
          <a:lstStyle/>
          <a:p>
            <a:r>
              <a:rPr lang="en-US" dirty="0" smtClean="0"/>
              <a:t>This is a </a:t>
            </a:r>
            <a:r>
              <a:rPr lang="en-US" b="1" dirty="0" smtClean="0"/>
              <a:t>Title Slide with Picture </a:t>
            </a:r>
            <a:r>
              <a:rPr lang="en-US" b="0" dirty="0" smtClean="0"/>
              <a:t>slide</a:t>
            </a:r>
            <a:r>
              <a:rPr lang="en-US" b="1" dirty="0" smtClean="0"/>
              <a:t> </a:t>
            </a:r>
            <a:r>
              <a:rPr lang="en-US" baseline="0" dirty="0" smtClean="0"/>
              <a:t>ideal for including a picture with a brief title, subtitle and presenter information.</a:t>
            </a:r>
          </a:p>
          <a:p>
            <a:endParaRPr lang="en-US" baseline="0" dirty="0" smtClean="0"/>
          </a:p>
          <a:p>
            <a:r>
              <a:rPr lang="en-US" baseline="0" dirty="0" smtClean="0"/>
              <a:t>To customize this slide with your own picture:</a:t>
            </a:r>
          </a:p>
          <a:p>
            <a:endParaRPr lang="en-US" baseline="0" dirty="0" smtClean="0"/>
          </a:p>
          <a:p>
            <a:pPr marL="0" indent="0">
              <a:buNone/>
            </a:pPr>
            <a:r>
              <a:rPr lang="en-US" b="1" baseline="0" dirty="0" smtClean="0"/>
              <a:t>Right-click</a:t>
            </a:r>
            <a:r>
              <a:rPr lang="en-US" baseline="0" dirty="0" smtClean="0"/>
              <a:t> the slide area and choose </a:t>
            </a:r>
            <a:r>
              <a:rPr lang="en-US" b="1" baseline="0" dirty="0" smtClean="0"/>
              <a:t>Format Background </a:t>
            </a:r>
            <a:r>
              <a:rPr lang="en-US" baseline="0" dirty="0" smtClean="0"/>
              <a:t>from the pop-up menu. From the </a:t>
            </a:r>
            <a:r>
              <a:rPr lang="en-US" b="1" baseline="0" dirty="0" smtClean="0"/>
              <a:t>Fill</a:t>
            </a:r>
            <a:r>
              <a:rPr lang="en-US" baseline="0" dirty="0" smtClean="0"/>
              <a:t> menu, click </a:t>
            </a:r>
            <a:r>
              <a:rPr lang="en-US" b="1" baseline="0" dirty="0" smtClean="0"/>
              <a:t>Picture</a:t>
            </a:r>
            <a:r>
              <a:rPr lang="en-US" baseline="0" dirty="0" smtClean="0"/>
              <a:t> </a:t>
            </a:r>
            <a:r>
              <a:rPr lang="en-US" b="1" baseline="0" dirty="0" smtClean="0"/>
              <a:t>and texture fill</a:t>
            </a:r>
            <a:r>
              <a:rPr lang="en-US" baseline="0" dirty="0" smtClean="0"/>
              <a:t>. Under </a:t>
            </a:r>
            <a:r>
              <a:rPr lang="en-US" b="1" baseline="0" dirty="0" smtClean="0"/>
              <a:t>Insert from: </a:t>
            </a:r>
            <a:r>
              <a:rPr lang="en-US" baseline="0" dirty="0" smtClean="0"/>
              <a:t>click </a:t>
            </a:r>
            <a:r>
              <a:rPr lang="en-US" b="1" baseline="0" dirty="0" smtClean="0"/>
              <a:t>File</a:t>
            </a:r>
            <a:r>
              <a:rPr lang="en-US" baseline="0" dirty="0" smtClean="0"/>
              <a:t>. Locate your new picture and click </a:t>
            </a:r>
            <a:r>
              <a:rPr lang="en-US" b="1" baseline="0" dirty="0" smtClean="0"/>
              <a:t>Insert</a:t>
            </a:r>
            <a:r>
              <a:rPr lang="en-US" baseline="0" dirty="0" smtClean="0"/>
              <a:t>.</a:t>
            </a:r>
          </a:p>
        </p:txBody>
      </p:sp>
      <p:sp>
        <p:nvSpPr>
          <p:cNvPr id="4" name="Slide Number Placeholder 3"/>
          <p:cNvSpPr>
            <a:spLocks noGrp="1"/>
          </p:cNvSpPr>
          <p:nvPr>
            <p:ph type="sldNum" sz="quarter" idx="10"/>
          </p:nvPr>
        </p:nvSpPr>
        <p:spPr/>
        <p:txBody>
          <a:bodyPr/>
          <a:lstStyle/>
          <a:p>
            <a:fld id="{8C72D9AE-7182-4680-8F79-479C4181FF08}" type="slidenum">
              <a:rPr lang="en-US" smtClean="0"/>
              <a:pPr/>
              <a:t>2</a:t>
            </a:fld>
            <a:endParaRPr lang="en-US" dirty="0"/>
          </a:p>
        </p:txBody>
      </p:sp>
    </p:spTree>
    <p:extLst>
      <p:ext uri="{BB962C8B-B14F-4D97-AF65-F5344CB8AC3E}">
        <p14:creationId xmlns="" xmlns:p14="http://schemas.microsoft.com/office/powerpoint/2010/main" val="22384677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5"/>
          <p:cNvSpPr>
            <a:spLocks noGrp="1" noChangeArrowheads="1"/>
          </p:cNvSpPr>
          <p:nvPr>
            <p:ph type="sldNum" sz="quarter" idx="5"/>
          </p:nvPr>
        </p:nvSpPr>
        <p:spPr>
          <a:noFill/>
        </p:spPr>
        <p:txBody>
          <a:bodyPr/>
          <a:lstStyle/>
          <a:p>
            <a:fld id="{4E846EB3-491D-46EA-9F3D-D6DB1BBDF172}" type="slidenum">
              <a:rPr lang="en-US"/>
              <a:pPr/>
              <a:t>10</a:t>
            </a:fld>
            <a:endParaRPr lang="en-US" dirty="0"/>
          </a:p>
        </p:txBody>
      </p:sp>
      <p:sp>
        <p:nvSpPr>
          <p:cNvPr id="12291" name="Rectangle 2"/>
          <p:cNvSpPr>
            <a:spLocks noGrp="1" noRot="1" noChangeAspect="1" noChangeArrowheads="1" noTextEdit="1"/>
          </p:cNvSpPr>
          <p:nvPr>
            <p:ph type="sldImg"/>
          </p:nvPr>
        </p:nvSpPr>
        <p:spPr>
          <a:xfrm>
            <a:off x="385763" y="687388"/>
            <a:ext cx="6088062" cy="3425825"/>
          </a:xfrm>
          <a:ln cap="flat"/>
        </p:spPr>
      </p:sp>
      <p:sp>
        <p:nvSpPr>
          <p:cNvPr id="12292" name="Rectangle 3"/>
          <p:cNvSpPr>
            <a:spLocks noGrp="1" noChangeArrowheads="1"/>
          </p:cNvSpPr>
          <p:nvPr>
            <p:ph type="body" idx="1"/>
          </p:nvPr>
        </p:nvSpPr>
        <p:spPr>
          <a:xfrm>
            <a:off x="914400" y="4343400"/>
            <a:ext cx="5029200" cy="4114800"/>
          </a:xfrm>
          <a:noFill/>
          <a:ln/>
        </p:spPr>
        <p:txBody>
          <a:bodyPr lIns="92066" tIns="46033" rIns="92066" bIns="46033"/>
          <a:lstStyle/>
          <a:p>
            <a:pPr defTabSz="914400">
              <a:lnSpc>
                <a:spcPct val="100000"/>
              </a:lnSpc>
              <a:spcBef>
                <a:spcPct val="30000"/>
              </a:spcBef>
            </a:pPr>
            <a:endParaRPr lang="nl-NL" dirty="0"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381000"/>
            <a:ext cx="4572000" cy="2573338"/>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C72D9AE-7182-4680-8F79-479C4181FF08}" type="slidenum">
              <a:rPr lang="en-US" smtClean="0"/>
              <a:pPr/>
              <a:t>11</a:t>
            </a:fld>
            <a:endParaRPr lang="en-US" dirty="0"/>
          </a:p>
        </p:txBody>
      </p:sp>
    </p:spTree>
    <p:extLst>
      <p:ext uri="{BB962C8B-B14F-4D97-AF65-F5344CB8AC3E}">
        <p14:creationId xmlns="" xmlns:p14="http://schemas.microsoft.com/office/powerpoint/2010/main" val="124275617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without Pictur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31813" y="739775"/>
            <a:ext cx="11125199" cy="1470025"/>
          </a:xfrm>
        </p:spPr>
        <p:txBody>
          <a:bodyPr/>
          <a:lstStyle>
            <a:lvl1pPr>
              <a:lnSpc>
                <a:spcPct val="80000"/>
              </a:lnSpc>
              <a:defRPr sz="4800"/>
            </a:lvl1pPr>
          </a:lstStyle>
          <a:p>
            <a:r>
              <a:rPr lang="en-US" smtClean="0"/>
              <a:t>Click to edit Master title style</a:t>
            </a:r>
            <a:endParaRPr dirty="0"/>
          </a:p>
        </p:txBody>
      </p:sp>
      <p:sp>
        <p:nvSpPr>
          <p:cNvPr id="3" name="Subtitle 2"/>
          <p:cNvSpPr>
            <a:spLocks noGrp="1"/>
          </p:cNvSpPr>
          <p:nvPr>
            <p:ph type="subTitle" idx="1"/>
          </p:nvPr>
        </p:nvSpPr>
        <p:spPr>
          <a:xfrm>
            <a:off x="531763" y="2286000"/>
            <a:ext cx="11126648"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13" name="Text Placeholder 12"/>
          <p:cNvSpPr>
            <a:spLocks noGrp="1"/>
          </p:cNvSpPr>
          <p:nvPr>
            <p:ph type="body" sz="quarter" idx="13" hasCustomPrompt="1"/>
          </p:nvPr>
        </p:nvSpPr>
        <p:spPr>
          <a:xfrm>
            <a:off x="531813" y="3429451"/>
            <a:ext cx="11125199" cy="2514149"/>
          </a:xfrm>
        </p:spPr>
        <p:txBody>
          <a:bodyPr>
            <a:noAutofit/>
          </a:bodyPr>
          <a:lstStyle>
            <a:lvl1pPr marL="1588" indent="0">
              <a:spcBef>
                <a:spcPts val="0"/>
              </a:spcBef>
              <a:buFontTx/>
              <a:buNone/>
              <a:defRPr sz="24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presenter’s name, title, division/business unit/organization and date</a:t>
            </a:r>
          </a:p>
        </p:txBody>
      </p:sp>
      <p:sp>
        <p:nvSpPr>
          <p:cNvPr id="4" name="Date Placeholder 3"/>
          <p:cNvSpPr>
            <a:spLocks noGrp="1"/>
          </p:cNvSpPr>
          <p:nvPr>
            <p:ph type="dt" sz="half" idx="10"/>
          </p:nvPr>
        </p:nvSpPr>
        <p:spPr/>
        <p:txBody>
          <a:bodyPr/>
          <a:lstStyle/>
          <a:p>
            <a:fld id="{D2C193D5-328F-41DF-B336-5BFD61BB62CD}" type="datetime1">
              <a:rPr lang="en-US" smtClean="0"/>
              <a:t>8/15/2014</a:t>
            </a:fld>
            <a:endParaRPr dirty="0"/>
          </a:p>
        </p:txBody>
      </p:sp>
      <p:sp>
        <p:nvSpPr>
          <p:cNvPr id="11" name="TextBox 10"/>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lstStyle/>
          <a:p>
            <a:r>
              <a:rPr lang="en-US" smtClean="0"/>
              <a:t>Use Insert &gt; Header and Footer to Update Confidentiality Requirements</a:t>
            </a:r>
            <a:endParaRPr dirty="0"/>
          </a:p>
        </p:txBody>
      </p:sp>
      <p:sp>
        <p:nvSpPr>
          <p:cNvPr id="6" name="Slide Number Placeholder 5"/>
          <p:cNvSpPr>
            <a:spLocks noGrp="1"/>
          </p:cNvSpPr>
          <p:nvPr>
            <p:ph type="sldNum" sz="quarter" idx="12"/>
          </p:nvPr>
        </p:nvSpPr>
        <p:spPr>
          <a:xfrm>
            <a:off x="11276011" y="6934200"/>
            <a:ext cx="381661" cy="182880"/>
          </a:xfrm>
        </p:spPr>
        <p:txBody>
          <a:bodyPr/>
          <a:lstStyle/>
          <a:p>
            <a:fld id="{C51EAA63-D034-42AE-91FA-B13B9518C7BE}" type="slidenum">
              <a:rPr/>
              <a:pPr/>
              <a:t>‹#›</a:t>
            </a:fld>
            <a:endParaRPr dirty="0"/>
          </a:p>
        </p:txBody>
      </p:sp>
      <p:pic>
        <p:nvPicPr>
          <p:cNvPr id="14" name="Oracle red badge logo" descr="Oracle logo in white on red staging background"/>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bwMode="ltGray">
          <a:xfrm>
            <a:off x="531812" y="6263640"/>
            <a:ext cx="1622861" cy="594360"/>
          </a:xfrm>
          <a:prstGeom prst="rect">
            <a:avLst/>
          </a:prstGeom>
        </p:spPr>
      </p:pic>
    </p:spTree>
    <p:extLst>
      <p:ext uri="{BB962C8B-B14F-4D97-AF65-F5344CB8AC3E}">
        <p14:creationId xmlns="" xmlns:p14="http://schemas.microsoft.com/office/powerpoint/2010/main" val="3993200288"/>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extLst mod="1">
    <p:ext uri="{DCECCB84-F9BA-43D5-87BE-67443E8EF086}">
      <p15:sldGuideLst xmlns="" xmlns:p15="http://schemas.microsoft.com/office/powerpoint/2012/main">
        <p15:guide id="1" pos="3839"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31813" y="739775"/>
            <a:ext cx="11125199" cy="1470025"/>
          </a:xfrm>
        </p:spPr>
        <p:txBody>
          <a:bodyPr/>
          <a:lstStyle>
            <a:lvl1pPr>
              <a:lnSpc>
                <a:spcPct val="80000"/>
              </a:lnSpc>
              <a:defRPr sz="4800"/>
            </a:lvl1pPr>
          </a:lstStyle>
          <a:p>
            <a:r>
              <a:rPr lang="en-US" smtClean="0"/>
              <a:t>Click to edit Master title style</a:t>
            </a:r>
            <a:endParaRPr dirty="0"/>
          </a:p>
        </p:txBody>
      </p:sp>
      <p:sp>
        <p:nvSpPr>
          <p:cNvPr id="3" name="Subtitle 2"/>
          <p:cNvSpPr>
            <a:spLocks noGrp="1"/>
          </p:cNvSpPr>
          <p:nvPr>
            <p:ph type="subTitle" idx="1"/>
          </p:nvPr>
        </p:nvSpPr>
        <p:spPr>
          <a:xfrm>
            <a:off x="531763" y="2286000"/>
            <a:ext cx="11126648"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4" name="Date Placeholder 3"/>
          <p:cNvSpPr>
            <a:spLocks noGrp="1"/>
          </p:cNvSpPr>
          <p:nvPr>
            <p:ph type="dt" sz="half" idx="10"/>
          </p:nvPr>
        </p:nvSpPr>
        <p:spPr/>
        <p:txBody>
          <a:bodyPr/>
          <a:lstStyle/>
          <a:p>
            <a:fld id="{BB801CED-372C-4F10-8D8F-1F91B6EB4817}" type="datetime1">
              <a:rPr lang="en-US" smtClean="0"/>
              <a:t>8/15/2014</a:t>
            </a:fld>
            <a:endParaRPr dirty="0"/>
          </a:p>
        </p:txBody>
      </p:sp>
      <p:sp>
        <p:nvSpPr>
          <p:cNvPr id="11" name="TextBox 10"/>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lstStyle/>
          <a:p>
            <a:r>
              <a:rPr lang="en-US" smtClean="0"/>
              <a:t>Use Insert &gt; Header and Footer to Update Confidentiality Requirements</a:t>
            </a:r>
            <a:endParaRPr dirty="0"/>
          </a:p>
        </p:txBody>
      </p:sp>
      <p:sp>
        <p:nvSpPr>
          <p:cNvPr id="6" name="Slide Number Placeholder 5"/>
          <p:cNvSpPr>
            <a:spLocks noGrp="1"/>
          </p:cNvSpPr>
          <p:nvPr>
            <p:ph type="sldNum" sz="quarter" idx="12"/>
          </p:nvPr>
        </p:nvSpPr>
        <p:spPr>
          <a:xfrm>
            <a:off x="11276011" y="6934200"/>
            <a:ext cx="381661" cy="182880"/>
          </a:xfrm>
        </p:spPr>
        <p:txBody>
          <a:bodyPr/>
          <a:lstStyle/>
          <a:p>
            <a:fld id="{C51EAA63-D034-42AE-91FA-B13B9518C7BE}" type="slidenum">
              <a:rPr/>
              <a:pPr/>
              <a:t>‹#›</a:t>
            </a:fld>
            <a:endParaRPr dirty="0"/>
          </a:p>
        </p:txBody>
      </p:sp>
      <p:pic>
        <p:nvPicPr>
          <p:cNvPr id="9" name="Oracle red badge logo" descr="Oracle logo in white on red staging background"/>
          <p:cNvPicPr>
            <a:picLocks noChangeAspect="1"/>
          </p:cNvPicPr>
          <p:nvPr userDrawn="1"/>
        </p:nvPicPr>
        <p:blipFill>
          <a:blip r:embed="rId2" cstate="print">
            <a:extLst>
              <a:ext uri="{28A0092B-C50C-407E-A947-70E740481C1C}">
                <a14:useLocalDpi xmlns="" xmlns:a14="http://schemas.microsoft.com/office/drawing/2010/main" val="0"/>
              </a:ext>
            </a:extLst>
          </a:blip>
          <a:stretch>
            <a:fillRect/>
          </a:stretch>
        </p:blipFill>
        <p:spPr bwMode="ltGray">
          <a:xfrm>
            <a:off x="531812" y="6263640"/>
            <a:ext cx="1622861" cy="594360"/>
          </a:xfrm>
          <a:prstGeom prst="rect">
            <a:avLst/>
          </a:prstGeom>
        </p:spPr>
      </p:pic>
    </p:spTree>
    <p:extLst>
      <p:ext uri="{BB962C8B-B14F-4D97-AF65-F5344CB8AC3E}">
        <p14:creationId xmlns="" xmlns:p14="http://schemas.microsoft.com/office/powerpoint/2010/main" val="2404157434"/>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with Picture">
    <p:bg>
      <p:bgPr>
        <a:blipFill dpi="0" rotWithShape="1">
          <a:blip r:embed="rId2" cstate="print">
            <a:lum/>
            <a:extLst>
              <a:ext uri="{28A0092B-C50C-407E-A947-70E740481C1C}">
                <a14:useLocalDpi xmlns=""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10" name="Rectangle 9" descr="Full slide 4-color photo can be inserted here"/>
          <p:cNvSpPr/>
          <p:nvPr userDrawn="1"/>
        </p:nvSpPr>
        <p:spPr bwMode="hidden">
          <a:xfrm>
            <a:off x="0" y="0"/>
            <a:ext cx="12188825" cy="6858000"/>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 name="Title 1"/>
          <p:cNvSpPr>
            <a:spLocks noGrp="1"/>
          </p:cNvSpPr>
          <p:nvPr>
            <p:ph type="ctrTitle"/>
          </p:nvPr>
        </p:nvSpPr>
        <p:spPr>
          <a:xfrm>
            <a:off x="531814" y="739775"/>
            <a:ext cx="8763000" cy="1470025"/>
          </a:xfrm>
        </p:spPr>
        <p:txBody>
          <a:bodyPr/>
          <a:lstStyle>
            <a:lvl1pPr>
              <a:lnSpc>
                <a:spcPct val="80000"/>
              </a:lnSpc>
              <a:defRPr sz="4800"/>
            </a:lvl1pPr>
          </a:lstStyle>
          <a:p>
            <a:r>
              <a:rPr lang="en-US" smtClean="0"/>
              <a:t>Click to edit Master title style</a:t>
            </a:r>
            <a:endParaRPr dirty="0"/>
          </a:p>
        </p:txBody>
      </p:sp>
      <p:sp>
        <p:nvSpPr>
          <p:cNvPr id="3" name="Subtitle 2"/>
          <p:cNvSpPr>
            <a:spLocks noGrp="1"/>
          </p:cNvSpPr>
          <p:nvPr>
            <p:ph type="subTitle" idx="1"/>
          </p:nvPr>
        </p:nvSpPr>
        <p:spPr>
          <a:xfrm>
            <a:off x="531763" y="2286000"/>
            <a:ext cx="8764141"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13" name="Text Placeholder 12"/>
          <p:cNvSpPr>
            <a:spLocks noGrp="1"/>
          </p:cNvSpPr>
          <p:nvPr>
            <p:ph type="body" sz="quarter" idx="13" hasCustomPrompt="1"/>
          </p:nvPr>
        </p:nvSpPr>
        <p:spPr>
          <a:xfrm>
            <a:off x="531814" y="3429451"/>
            <a:ext cx="8763000" cy="2514149"/>
          </a:xfrm>
        </p:spPr>
        <p:txBody>
          <a:bodyPr>
            <a:noAutofit/>
          </a:bodyPr>
          <a:lstStyle>
            <a:lvl1pPr marL="1588" indent="0">
              <a:spcBef>
                <a:spcPts val="0"/>
              </a:spcBef>
              <a:buFontTx/>
              <a:buNone/>
              <a:defRPr sz="24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presenter’s name, title, division/business unit/organization and date</a:t>
            </a:r>
          </a:p>
        </p:txBody>
      </p:sp>
      <p:sp>
        <p:nvSpPr>
          <p:cNvPr id="4" name="Date Placeholder 3"/>
          <p:cNvSpPr>
            <a:spLocks noGrp="1"/>
          </p:cNvSpPr>
          <p:nvPr>
            <p:ph type="dt" sz="half" idx="10"/>
          </p:nvPr>
        </p:nvSpPr>
        <p:spPr/>
        <p:txBody>
          <a:bodyPr/>
          <a:lstStyle/>
          <a:p>
            <a:fld id="{1067D49B-AF72-4F76-98E6-861D14A98282}" type="datetime1">
              <a:rPr lang="en-US" smtClean="0"/>
              <a:t>8/15/2014</a:t>
            </a:fld>
            <a:endParaRPr dirty="0"/>
          </a:p>
        </p:txBody>
      </p:sp>
      <p:sp>
        <p:nvSpPr>
          <p:cNvPr id="11" name="TextBox 10"/>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lstStyle/>
          <a:p>
            <a:r>
              <a:rPr lang="en-US" smtClean="0"/>
              <a:t>Use Insert &gt; Header and Footer to Update Confidentiality Requirements</a:t>
            </a:r>
            <a:endParaRPr dirty="0"/>
          </a:p>
        </p:txBody>
      </p:sp>
      <p:sp>
        <p:nvSpPr>
          <p:cNvPr id="6" name="Slide Number Placeholder 5"/>
          <p:cNvSpPr>
            <a:spLocks noGrp="1"/>
          </p:cNvSpPr>
          <p:nvPr>
            <p:ph type="sldNum" sz="quarter" idx="12"/>
          </p:nvPr>
        </p:nvSpPr>
        <p:spPr>
          <a:xfrm>
            <a:off x="11276011" y="6934200"/>
            <a:ext cx="381661" cy="182880"/>
          </a:xfrm>
        </p:spPr>
        <p:txBody>
          <a:bodyPr/>
          <a:lstStyle>
            <a:lvl1pPr>
              <a:defRPr>
                <a:solidFill>
                  <a:srgbClr val="BDC1C5"/>
                </a:solidFill>
              </a:defRPr>
            </a:lvl1pPr>
          </a:lstStyle>
          <a:p>
            <a:fld id="{C51EAA63-D034-42AE-91FA-B13B9518C7BE}" type="slidenum">
              <a:rPr/>
              <a:pPr/>
              <a:t>‹#›</a:t>
            </a:fld>
            <a:endParaRPr dirty="0"/>
          </a:p>
        </p:txBody>
      </p:sp>
      <p:pic>
        <p:nvPicPr>
          <p:cNvPr id="12" name="Oracle red badge logo" descr="Oracle logo in white on red staging background"/>
          <p:cNvPicPr>
            <a:picLocks noChangeAspect="1"/>
          </p:cNvPicPr>
          <p:nvPr userDrawn="1"/>
        </p:nvPicPr>
        <p:blipFill>
          <a:blip r:embed="rId3" cstate="print">
            <a:extLst>
              <a:ext uri="{28A0092B-C50C-407E-A947-70E740481C1C}">
                <a14:useLocalDpi xmlns="" xmlns:a14="http://schemas.microsoft.com/office/drawing/2010/main" val="0"/>
              </a:ext>
            </a:extLst>
          </a:blip>
          <a:stretch>
            <a:fillRect/>
          </a:stretch>
        </p:blipFill>
        <p:spPr bwMode="ltGray">
          <a:xfrm>
            <a:off x="531812" y="6263640"/>
            <a:ext cx="1622861" cy="594360"/>
          </a:xfrm>
          <a:prstGeom prst="rect">
            <a:avLst/>
          </a:prstGeom>
        </p:spPr>
      </p:pic>
    </p:spTree>
    <p:extLst>
      <p:ext uri="{BB962C8B-B14F-4D97-AF65-F5344CB8AC3E}">
        <p14:creationId xmlns="" xmlns:p14="http://schemas.microsoft.com/office/powerpoint/2010/main" val="268782140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with Picture and Logo">
    <p:bg>
      <p:bgPr>
        <a:blipFill dpi="0" rotWithShape="1">
          <a:blip r:embed="rId2" cstate="print">
            <a:lum/>
            <a:extLst>
              <a:ext uri="{28A0092B-C50C-407E-A947-70E740481C1C}">
                <a14:useLocalDpi xmlns=""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22" name="Rectangle 21" descr="Full slide 4-color photo can be inserted here. Customer/Partner and secondary logo can be included"/>
          <p:cNvSpPr/>
          <p:nvPr/>
        </p:nvSpPr>
        <p:spPr bwMode="hidden">
          <a:xfrm>
            <a:off x="0" y="0"/>
            <a:ext cx="12188825" cy="6858000"/>
          </a:xfrm>
          <a:prstGeom prst="rect">
            <a:avLst/>
          </a:prstGeom>
          <a:solidFill>
            <a:srgbClr val="46575E">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 name="Title 1"/>
          <p:cNvSpPr>
            <a:spLocks noGrp="1"/>
          </p:cNvSpPr>
          <p:nvPr>
            <p:ph type="ctrTitle"/>
          </p:nvPr>
        </p:nvSpPr>
        <p:spPr>
          <a:xfrm>
            <a:off x="531814" y="739775"/>
            <a:ext cx="8763000" cy="1470025"/>
          </a:xfrm>
        </p:spPr>
        <p:txBody>
          <a:bodyPr/>
          <a:lstStyle>
            <a:lvl1pPr>
              <a:lnSpc>
                <a:spcPct val="80000"/>
              </a:lnSpc>
              <a:defRPr sz="4800"/>
            </a:lvl1pPr>
          </a:lstStyle>
          <a:p>
            <a:r>
              <a:rPr lang="en-US" smtClean="0"/>
              <a:t>Click to edit Master title style</a:t>
            </a:r>
            <a:endParaRPr dirty="0"/>
          </a:p>
        </p:txBody>
      </p:sp>
      <p:sp>
        <p:nvSpPr>
          <p:cNvPr id="3" name="Subtitle 2"/>
          <p:cNvSpPr>
            <a:spLocks noGrp="1"/>
          </p:cNvSpPr>
          <p:nvPr>
            <p:ph type="subTitle" idx="1"/>
          </p:nvPr>
        </p:nvSpPr>
        <p:spPr>
          <a:xfrm>
            <a:off x="531763" y="2286000"/>
            <a:ext cx="8764141"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13" name="Text Placeholder 12"/>
          <p:cNvSpPr>
            <a:spLocks noGrp="1"/>
          </p:cNvSpPr>
          <p:nvPr>
            <p:ph type="body" sz="quarter" idx="13" hasCustomPrompt="1"/>
          </p:nvPr>
        </p:nvSpPr>
        <p:spPr>
          <a:xfrm>
            <a:off x="531814" y="3429451"/>
            <a:ext cx="8763000" cy="2514149"/>
          </a:xfrm>
        </p:spPr>
        <p:txBody>
          <a:bodyPr>
            <a:noAutofit/>
          </a:bodyPr>
          <a:lstStyle>
            <a:lvl1pPr marL="1588" indent="0">
              <a:spcBef>
                <a:spcPts val="0"/>
              </a:spcBef>
              <a:buFontTx/>
              <a:buNone/>
              <a:defRPr sz="24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presenter’s name, title, division/business unit/organization and date</a:t>
            </a:r>
          </a:p>
        </p:txBody>
      </p:sp>
      <p:sp>
        <p:nvSpPr>
          <p:cNvPr id="4" name="Date Placeholder 3"/>
          <p:cNvSpPr>
            <a:spLocks noGrp="1"/>
          </p:cNvSpPr>
          <p:nvPr>
            <p:ph type="dt" sz="half" idx="10"/>
          </p:nvPr>
        </p:nvSpPr>
        <p:spPr/>
        <p:txBody>
          <a:bodyPr/>
          <a:lstStyle/>
          <a:p>
            <a:fld id="{9FBB2E2B-9CE2-4155-9222-6BD19D943837}" type="datetime1">
              <a:rPr lang="en-US" smtClean="0"/>
              <a:t>8/15/2014</a:t>
            </a:fld>
            <a:endParaRPr dirty="0"/>
          </a:p>
        </p:txBody>
      </p:sp>
      <p:sp>
        <p:nvSpPr>
          <p:cNvPr id="11" name="TextBox 10"/>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lstStyle/>
          <a:p>
            <a:r>
              <a:rPr lang="en-US" smtClean="0"/>
              <a:t>Use Insert &gt; Header and Footer to Update Confidentiality Requirements</a:t>
            </a:r>
            <a:endParaRPr dirty="0"/>
          </a:p>
        </p:txBody>
      </p:sp>
      <p:sp>
        <p:nvSpPr>
          <p:cNvPr id="6" name="Slide Number Placeholder 5"/>
          <p:cNvSpPr>
            <a:spLocks noGrp="1"/>
          </p:cNvSpPr>
          <p:nvPr>
            <p:ph type="sldNum" sz="quarter" idx="12"/>
          </p:nvPr>
        </p:nvSpPr>
        <p:spPr>
          <a:xfrm>
            <a:off x="11276011" y="6934200"/>
            <a:ext cx="381661" cy="182880"/>
          </a:xfrm>
        </p:spPr>
        <p:txBody>
          <a:bodyPr/>
          <a:lstStyle>
            <a:lvl1pPr>
              <a:defRPr>
                <a:solidFill>
                  <a:srgbClr val="BCC0C4"/>
                </a:solidFill>
              </a:defRPr>
            </a:lvl1pPr>
          </a:lstStyle>
          <a:p>
            <a:fld id="{C51EAA63-D034-42AE-91FA-B13B9518C7BE}" type="slidenum">
              <a:rPr/>
              <a:pPr/>
              <a:t>‹#›</a:t>
            </a:fld>
            <a:endParaRPr dirty="0"/>
          </a:p>
        </p:txBody>
      </p:sp>
      <p:sp>
        <p:nvSpPr>
          <p:cNvPr id="12" name="Rectangle 11"/>
          <p:cNvSpPr/>
          <p:nvPr/>
        </p:nvSpPr>
        <p:spPr bwMode="white">
          <a:xfrm>
            <a:off x="9828212" y="0"/>
            <a:ext cx="1828800" cy="182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1" name="Text Placeholder 12"/>
          <p:cNvSpPr>
            <a:spLocks noGrp="1"/>
          </p:cNvSpPr>
          <p:nvPr>
            <p:ph type="body" sz="quarter" idx="15" hasCustomPrompt="1"/>
          </p:nvPr>
        </p:nvSpPr>
        <p:spPr>
          <a:xfrm>
            <a:off x="9904412" y="228600"/>
            <a:ext cx="1676400" cy="228600"/>
          </a:xfrm>
        </p:spPr>
        <p:txBody>
          <a:bodyPr anchor="b">
            <a:normAutofit/>
          </a:bodyPr>
          <a:lstStyle>
            <a:lvl1pPr marL="1588" indent="0" algn="ctr">
              <a:spcBef>
                <a:spcPts val="0"/>
              </a:spcBef>
              <a:buFontTx/>
              <a:buNone/>
              <a:defRPr sz="1400" baseline="0">
                <a:solidFill>
                  <a:schemeClr val="bg1"/>
                </a:solidFill>
              </a:defRPr>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text</a:t>
            </a:r>
          </a:p>
        </p:txBody>
      </p:sp>
      <p:pic>
        <p:nvPicPr>
          <p:cNvPr id="14" name="Oracle red badge logo" descr="Oracle logo in white on red staging background"/>
          <p:cNvPicPr>
            <a:picLocks noChangeAspect="1"/>
          </p:cNvPicPr>
          <p:nvPr userDrawn="1"/>
        </p:nvPicPr>
        <p:blipFill>
          <a:blip r:embed="rId3" cstate="print">
            <a:extLst>
              <a:ext uri="{28A0092B-C50C-407E-A947-70E740481C1C}">
                <a14:useLocalDpi xmlns="" xmlns:a14="http://schemas.microsoft.com/office/drawing/2010/main" val="0"/>
              </a:ext>
            </a:extLst>
          </a:blip>
          <a:stretch>
            <a:fillRect/>
          </a:stretch>
        </p:blipFill>
        <p:spPr bwMode="ltGray">
          <a:xfrm>
            <a:off x="531812" y="6263640"/>
            <a:ext cx="1622861" cy="594360"/>
          </a:xfrm>
          <a:prstGeom prst="rect">
            <a:avLst/>
          </a:prstGeom>
        </p:spPr>
      </p:pic>
    </p:spTree>
    <p:extLst>
      <p:ext uri="{BB962C8B-B14F-4D97-AF65-F5344CB8AC3E}">
        <p14:creationId xmlns="" xmlns:p14="http://schemas.microsoft.com/office/powerpoint/2010/main" val="30637809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with Picture and 2 Logos">
    <p:bg>
      <p:bgPr>
        <a:blipFill dpi="0" rotWithShape="1">
          <a:blip r:embed="rId2" cstate="print">
            <a:lum/>
            <a:extLst>
              <a:ext uri="{28A0092B-C50C-407E-A947-70E740481C1C}">
                <a14:useLocalDpi xmlns=""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22" name="Rectangle 21" descr="Full slide 4-color photo can be inserted here. Customer/Partner and secondary logo can be included"/>
          <p:cNvSpPr/>
          <p:nvPr/>
        </p:nvSpPr>
        <p:spPr bwMode="hidden">
          <a:xfrm>
            <a:off x="0" y="0"/>
            <a:ext cx="12188825" cy="6858000"/>
          </a:xfrm>
          <a:prstGeom prst="rect">
            <a:avLst/>
          </a:prstGeom>
          <a:solidFill>
            <a:srgbClr val="46575E">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 name="Title 1"/>
          <p:cNvSpPr>
            <a:spLocks noGrp="1"/>
          </p:cNvSpPr>
          <p:nvPr>
            <p:ph type="ctrTitle"/>
          </p:nvPr>
        </p:nvSpPr>
        <p:spPr>
          <a:xfrm>
            <a:off x="531814" y="739775"/>
            <a:ext cx="8763000" cy="1470025"/>
          </a:xfrm>
        </p:spPr>
        <p:txBody>
          <a:bodyPr/>
          <a:lstStyle>
            <a:lvl1pPr>
              <a:lnSpc>
                <a:spcPct val="80000"/>
              </a:lnSpc>
              <a:defRPr sz="4800"/>
            </a:lvl1pPr>
          </a:lstStyle>
          <a:p>
            <a:r>
              <a:rPr lang="en-US" smtClean="0"/>
              <a:t>Click to edit Master title style</a:t>
            </a:r>
            <a:endParaRPr dirty="0"/>
          </a:p>
        </p:txBody>
      </p:sp>
      <p:sp>
        <p:nvSpPr>
          <p:cNvPr id="3" name="Subtitle 2"/>
          <p:cNvSpPr>
            <a:spLocks noGrp="1"/>
          </p:cNvSpPr>
          <p:nvPr>
            <p:ph type="subTitle" idx="1"/>
          </p:nvPr>
        </p:nvSpPr>
        <p:spPr>
          <a:xfrm>
            <a:off x="531763" y="2286000"/>
            <a:ext cx="8764141"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13" name="Text Placeholder 12"/>
          <p:cNvSpPr>
            <a:spLocks noGrp="1"/>
          </p:cNvSpPr>
          <p:nvPr>
            <p:ph type="body" sz="quarter" idx="13" hasCustomPrompt="1"/>
          </p:nvPr>
        </p:nvSpPr>
        <p:spPr>
          <a:xfrm>
            <a:off x="531814" y="3429451"/>
            <a:ext cx="8763000" cy="2514149"/>
          </a:xfrm>
        </p:spPr>
        <p:txBody>
          <a:bodyPr>
            <a:noAutofit/>
          </a:bodyPr>
          <a:lstStyle>
            <a:lvl1pPr marL="1588" indent="0">
              <a:spcBef>
                <a:spcPts val="0"/>
              </a:spcBef>
              <a:buFontTx/>
              <a:buNone/>
              <a:defRPr sz="24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presenter’s name, title, division/business unit/organization and date</a:t>
            </a:r>
          </a:p>
        </p:txBody>
      </p:sp>
      <p:sp>
        <p:nvSpPr>
          <p:cNvPr id="4" name="Date Placeholder 3"/>
          <p:cNvSpPr>
            <a:spLocks noGrp="1"/>
          </p:cNvSpPr>
          <p:nvPr>
            <p:ph type="dt" sz="half" idx="10"/>
          </p:nvPr>
        </p:nvSpPr>
        <p:spPr/>
        <p:txBody>
          <a:bodyPr/>
          <a:lstStyle/>
          <a:p>
            <a:fld id="{43E6D21D-4C35-42BE-83E5-9EE0267FAA05}" type="datetime1">
              <a:rPr lang="en-US" smtClean="0"/>
              <a:t>8/15/2014</a:t>
            </a:fld>
            <a:endParaRPr dirty="0"/>
          </a:p>
        </p:txBody>
      </p:sp>
      <p:sp>
        <p:nvSpPr>
          <p:cNvPr id="11" name="TextBox 10"/>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lstStyle/>
          <a:p>
            <a:r>
              <a:rPr lang="en-US" smtClean="0"/>
              <a:t>Use Insert &gt; Header and Footer to Update Confidentiality Requirements</a:t>
            </a:r>
            <a:endParaRPr dirty="0"/>
          </a:p>
        </p:txBody>
      </p:sp>
      <p:sp>
        <p:nvSpPr>
          <p:cNvPr id="6" name="Slide Number Placeholder 5"/>
          <p:cNvSpPr>
            <a:spLocks noGrp="1"/>
          </p:cNvSpPr>
          <p:nvPr>
            <p:ph type="sldNum" sz="quarter" idx="12"/>
          </p:nvPr>
        </p:nvSpPr>
        <p:spPr>
          <a:xfrm>
            <a:off x="11276011" y="6934200"/>
            <a:ext cx="381661" cy="182880"/>
          </a:xfrm>
        </p:spPr>
        <p:txBody>
          <a:bodyPr/>
          <a:lstStyle>
            <a:lvl1pPr>
              <a:defRPr>
                <a:solidFill>
                  <a:srgbClr val="BCC0C4"/>
                </a:solidFill>
              </a:defRPr>
            </a:lvl1pPr>
          </a:lstStyle>
          <a:p>
            <a:fld id="{C51EAA63-D034-42AE-91FA-B13B9518C7BE}" type="slidenum">
              <a:rPr/>
              <a:pPr/>
              <a:t>‹#›</a:t>
            </a:fld>
            <a:endParaRPr dirty="0"/>
          </a:p>
        </p:txBody>
      </p:sp>
      <p:sp>
        <p:nvSpPr>
          <p:cNvPr id="12" name="Rectangle 11"/>
          <p:cNvSpPr/>
          <p:nvPr/>
        </p:nvSpPr>
        <p:spPr bwMode="white">
          <a:xfrm>
            <a:off x="9828212" y="0"/>
            <a:ext cx="1828800" cy="182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1" name="Text Placeholder 12"/>
          <p:cNvSpPr>
            <a:spLocks noGrp="1"/>
          </p:cNvSpPr>
          <p:nvPr>
            <p:ph type="body" sz="quarter" idx="15" hasCustomPrompt="1"/>
          </p:nvPr>
        </p:nvSpPr>
        <p:spPr>
          <a:xfrm>
            <a:off x="9904412" y="228600"/>
            <a:ext cx="1676400" cy="228600"/>
          </a:xfrm>
        </p:spPr>
        <p:txBody>
          <a:bodyPr anchor="b">
            <a:normAutofit/>
          </a:bodyPr>
          <a:lstStyle>
            <a:lvl1pPr marL="1588" indent="0" algn="ctr">
              <a:spcBef>
                <a:spcPts val="0"/>
              </a:spcBef>
              <a:buFontTx/>
              <a:buNone/>
              <a:defRPr sz="1400" baseline="0">
                <a:solidFill>
                  <a:schemeClr val="bg1"/>
                </a:solidFill>
              </a:defRPr>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text</a:t>
            </a:r>
          </a:p>
        </p:txBody>
      </p:sp>
      <p:pic>
        <p:nvPicPr>
          <p:cNvPr id="14" name="Oracle red badge logo" descr="Oracle logo in white on red staging background"/>
          <p:cNvPicPr>
            <a:picLocks noChangeAspect="1"/>
          </p:cNvPicPr>
          <p:nvPr userDrawn="1"/>
        </p:nvPicPr>
        <p:blipFill>
          <a:blip r:embed="rId3" cstate="print">
            <a:extLst>
              <a:ext uri="{28A0092B-C50C-407E-A947-70E740481C1C}">
                <a14:useLocalDpi xmlns="" xmlns:a14="http://schemas.microsoft.com/office/drawing/2010/main" val="0"/>
              </a:ext>
            </a:extLst>
          </a:blip>
          <a:stretch>
            <a:fillRect/>
          </a:stretch>
        </p:blipFill>
        <p:spPr bwMode="ltGray">
          <a:xfrm>
            <a:off x="531812" y="6263640"/>
            <a:ext cx="1622861" cy="594360"/>
          </a:xfrm>
          <a:prstGeom prst="rect">
            <a:avLst/>
          </a:prstGeom>
        </p:spPr>
      </p:pic>
      <p:sp>
        <p:nvSpPr>
          <p:cNvPr id="15" name="Rectangle 14"/>
          <p:cNvSpPr/>
          <p:nvPr userDrawn="1"/>
        </p:nvSpPr>
        <p:spPr>
          <a:xfrm>
            <a:off x="9823443" y="5409983"/>
            <a:ext cx="1828800" cy="850392"/>
          </a:xfrm>
          <a:prstGeom prst="rect">
            <a:avLst/>
          </a:prstGeom>
          <a:solidFill>
            <a:schemeClr val="tx1"/>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pPr>
            <a:endParaRPr lang="en-US"/>
          </a:p>
        </p:txBody>
      </p:sp>
    </p:spTree>
    <p:extLst>
      <p:ext uri="{BB962C8B-B14F-4D97-AF65-F5344CB8AC3E}">
        <p14:creationId xmlns="" xmlns:p14="http://schemas.microsoft.com/office/powerpoint/2010/main" val="141667824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dirty="0"/>
          </a:p>
        </p:txBody>
      </p:sp>
      <p:sp>
        <p:nvSpPr>
          <p:cNvPr id="3" name="Content Placeholder 2"/>
          <p:cNvSpPr>
            <a:spLocks noGrp="1"/>
          </p:cNvSpPr>
          <p:nvPr>
            <p:ph idx="1"/>
          </p:nvPr>
        </p:nvSpPr>
        <p:spPr>
          <a:xfrm>
            <a:off x="531151" y="1524001"/>
            <a:ext cx="11126522" cy="44196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10"/>
          </p:nvPr>
        </p:nvSpPr>
        <p:spPr/>
        <p:txBody>
          <a:bodyPr/>
          <a:lstStyle/>
          <a:p>
            <a:fld id="{DF6725A6-30D3-40B9-8D01-C01141E0E528}" type="datetime1">
              <a:rPr lang="en-US" smtClean="0"/>
              <a:t>8/15/2014</a:t>
            </a:fld>
            <a:endParaRPr dirty="0"/>
          </a:p>
        </p:txBody>
      </p:sp>
      <p:sp>
        <p:nvSpPr>
          <p:cNvPr id="5" name="Footer Placeholder 4"/>
          <p:cNvSpPr>
            <a:spLocks noGrp="1"/>
          </p:cNvSpPr>
          <p:nvPr>
            <p:ph type="ftr" sz="quarter" idx="11"/>
          </p:nvPr>
        </p:nvSpPr>
        <p:spPr/>
        <p:txBody>
          <a:bodyPr/>
          <a:lstStyle/>
          <a:p>
            <a:r>
              <a:rPr lang="en-US" smtClean="0"/>
              <a:t>Use Insert &gt; Header and Footer to Update Confidentiality Requirements</a:t>
            </a:r>
            <a:endParaRPr dirty="0"/>
          </a:p>
        </p:txBody>
      </p:sp>
      <p:sp>
        <p:nvSpPr>
          <p:cNvPr id="6" name="Slide Number Placeholder 5"/>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207523840"/>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dirty="0"/>
          </a:p>
        </p:txBody>
      </p:sp>
      <p:sp>
        <p:nvSpPr>
          <p:cNvPr id="7" name="Text Placeholder 12"/>
          <p:cNvSpPr>
            <a:spLocks noGrp="1"/>
          </p:cNvSpPr>
          <p:nvPr>
            <p:ph type="body" sz="quarter" idx="13" hasCustomPrompt="1"/>
          </p:nvPr>
        </p:nvSpPr>
        <p:spPr>
          <a:xfrm>
            <a:off x="531813" y="1373741"/>
            <a:ext cx="11125199" cy="343299"/>
          </a:xfrm>
        </p:spPr>
        <p:txBody>
          <a:bodyPr>
            <a:noAutofit/>
          </a:bodyPr>
          <a:lstStyle>
            <a:lvl1pPr marL="1588" indent="0">
              <a:spcBef>
                <a:spcPts val="0"/>
              </a:spcBef>
              <a:buFontTx/>
              <a:buNone/>
              <a:defRPr sz="2400" b="1"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subtitle</a:t>
            </a:r>
          </a:p>
        </p:txBody>
      </p:sp>
      <p:sp>
        <p:nvSpPr>
          <p:cNvPr id="3" name="Content Placeholder 2"/>
          <p:cNvSpPr>
            <a:spLocks noGrp="1"/>
          </p:cNvSpPr>
          <p:nvPr>
            <p:ph idx="1"/>
          </p:nvPr>
        </p:nvSpPr>
        <p:spPr>
          <a:xfrm>
            <a:off x="531151" y="1981200"/>
            <a:ext cx="11126522" cy="3962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10"/>
          </p:nvPr>
        </p:nvSpPr>
        <p:spPr/>
        <p:txBody>
          <a:bodyPr/>
          <a:lstStyle/>
          <a:p>
            <a:fld id="{7CE659BC-6ABF-4A22-B4D9-754B7D4368D6}" type="datetime1">
              <a:rPr lang="en-US" smtClean="0"/>
              <a:t>8/15/2014</a:t>
            </a:fld>
            <a:endParaRPr dirty="0"/>
          </a:p>
        </p:txBody>
      </p:sp>
      <p:sp>
        <p:nvSpPr>
          <p:cNvPr id="5" name="Footer Placeholder 4"/>
          <p:cNvSpPr>
            <a:spLocks noGrp="1"/>
          </p:cNvSpPr>
          <p:nvPr>
            <p:ph type="ftr" sz="quarter" idx="11"/>
          </p:nvPr>
        </p:nvSpPr>
        <p:spPr/>
        <p:txBody>
          <a:bodyPr/>
          <a:lstStyle/>
          <a:p>
            <a:r>
              <a:rPr lang="en-US" smtClean="0"/>
              <a:t>Use Insert &gt; Header and Footer to Update Confidentiality Requirements</a:t>
            </a:r>
            <a:endParaRPr dirty="0"/>
          </a:p>
        </p:txBody>
      </p:sp>
      <p:sp>
        <p:nvSpPr>
          <p:cNvPr id="6" name="Slide Number Placeholder 5"/>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3371768353"/>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Program Agenda">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mtClean="0"/>
              <a:t>Click to edit Master title style</a:t>
            </a:r>
            <a:endParaRPr dirty="0"/>
          </a:p>
        </p:txBody>
      </p:sp>
      <p:sp>
        <p:nvSpPr>
          <p:cNvPr id="8" name="Text Placeholder 7"/>
          <p:cNvSpPr>
            <a:spLocks noGrp="1"/>
          </p:cNvSpPr>
          <p:nvPr>
            <p:ph type="body" sz="quarter" idx="13"/>
          </p:nvPr>
        </p:nvSpPr>
        <p:spPr>
          <a:xfrm>
            <a:off x="2795931" y="1981199"/>
            <a:ext cx="8861082" cy="3962401"/>
          </a:xfrm>
        </p:spPr>
        <p:txBody>
          <a:bodyPr>
            <a:noAutofit/>
          </a:bodyPr>
          <a:lstStyle>
            <a:lvl1pPr marL="1588" indent="0">
              <a:spcBef>
                <a:spcPts val="2400"/>
              </a:spcBef>
              <a:buNone/>
              <a:defRPr sz="2800"/>
            </a:lvl1pPr>
            <a:lvl2pPr marL="1588" indent="0">
              <a:spcBef>
                <a:spcPts val="2400"/>
              </a:spcBef>
              <a:buNone/>
              <a:defRPr sz="2800"/>
            </a:lvl2pPr>
            <a:lvl3pPr marL="1588" indent="0">
              <a:spcBef>
                <a:spcPts val="2400"/>
              </a:spcBef>
              <a:buNone/>
              <a:defRPr sz="2800"/>
            </a:lvl3pPr>
            <a:lvl4pPr marL="1588" indent="0">
              <a:spcBef>
                <a:spcPts val="2400"/>
              </a:spcBef>
              <a:buNone/>
              <a:defRPr sz="2800"/>
            </a:lvl4pPr>
            <a:lvl5pPr marL="1588" indent="0">
              <a:spcBef>
                <a:spcPts val="2400"/>
              </a:spcBef>
              <a:buNone/>
              <a:defRPr sz="2800"/>
            </a:lvl5pPr>
            <a:lvl6pPr marL="1588" indent="0">
              <a:spcBef>
                <a:spcPts val="2400"/>
              </a:spcBef>
              <a:buNone/>
              <a:defRPr sz="2800"/>
            </a:lvl6pPr>
            <a:lvl7pPr marL="1588" indent="0">
              <a:spcBef>
                <a:spcPts val="2400"/>
              </a:spcBef>
              <a:buNone/>
              <a:defRPr sz="2800"/>
            </a:lvl7pPr>
            <a:lvl8pPr marL="1588" indent="0">
              <a:spcBef>
                <a:spcPts val="2400"/>
              </a:spcBef>
              <a:buNone/>
              <a:defRPr sz="2800"/>
            </a:lvl8pPr>
            <a:lvl9pPr marL="1588" indent="0">
              <a:spcBef>
                <a:spcPts val="2400"/>
              </a:spcBef>
              <a:buNone/>
              <a:defRPr sz="2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Date Placeholder 3"/>
          <p:cNvSpPr>
            <a:spLocks noGrp="1"/>
          </p:cNvSpPr>
          <p:nvPr>
            <p:ph type="dt" sz="half" idx="10"/>
          </p:nvPr>
        </p:nvSpPr>
        <p:spPr/>
        <p:txBody>
          <a:bodyPr>
            <a:noAutofit/>
          </a:bodyPr>
          <a:lstStyle/>
          <a:p>
            <a:fld id="{1327C5CC-1DAC-4884-A5F4-3DC5D80DD8DE}" type="datetime1">
              <a:rPr lang="en-US" smtClean="0"/>
              <a:t>8/15/2014</a:t>
            </a:fld>
            <a:endParaRPr dirty="0"/>
          </a:p>
        </p:txBody>
      </p:sp>
      <p:sp>
        <p:nvSpPr>
          <p:cNvPr id="5" name="Footer Placeholder 4"/>
          <p:cNvSpPr>
            <a:spLocks noGrp="1"/>
          </p:cNvSpPr>
          <p:nvPr>
            <p:ph type="ftr" sz="quarter" idx="11"/>
          </p:nvPr>
        </p:nvSpPr>
        <p:spPr/>
        <p:txBody>
          <a:bodyPr>
            <a:noAutofit/>
          </a:bodyPr>
          <a:lstStyle/>
          <a:p>
            <a:r>
              <a:rPr lang="en-US" smtClean="0"/>
              <a:t>Use Insert &gt; Header and Footer to Update Confidentiality Requirements</a:t>
            </a:r>
            <a:endParaRPr dirty="0"/>
          </a:p>
        </p:txBody>
      </p:sp>
      <p:sp>
        <p:nvSpPr>
          <p:cNvPr id="6" name="Slide Number Placeholder 5"/>
          <p:cNvSpPr>
            <a:spLocks noGrp="1"/>
          </p:cNvSpPr>
          <p:nvPr>
            <p:ph type="sldNum" sz="quarter" idx="12"/>
          </p:nvPr>
        </p:nvSpPr>
        <p:spPr/>
        <p:txBody>
          <a:bodyPr>
            <a:noAutofit/>
          </a:bodyPr>
          <a:lstStyle/>
          <a:p>
            <a:fld id="{C51EAA63-D034-42AE-91FA-B13B9518C7BE}" type="slidenum">
              <a:rPr/>
              <a:pPr/>
              <a:t>‹#›</a:t>
            </a:fld>
            <a:endParaRPr dirty="0"/>
          </a:p>
        </p:txBody>
      </p:sp>
    </p:spTree>
    <p:extLst>
      <p:ext uri="{BB962C8B-B14F-4D97-AF65-F5344CB8AC3E}">
        <p14:creationId xmlns="" xmlns:p14="http://schemas.microsoft.com/office/powerpoint/2010/main" val="681229641"/>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Header without Picture">
    <p:spTree>
      <p:nvGrpSpPr>
        <p:cNvPr id="1" name=""/>
        <p:cNvGrpSpPr/>
        <p:nvPr/>
      </p:nvGrpSpPr>
      <p:grpSpPr>
        <a:xfrm>
          <a:off x="0" y="0"/>
          <a:ext cx="0" cy="0"/>
          <a:chOff x="0" y="0"/>
          <a:chExt cx="0" cy="0"/>
        </a:xfrm>
      </p:grpSpPr>
      <p:sp>
        <p:nvSpPr>
          <p:cNvPr id="2" name="Title 1"/>
          <p:cNvSpPr>
            <a:spLocks noGrp="1"/>
          </p:cNvSpPr>
          <p:nvPr>
            <p:ph type="title"/>
          </p:nvPr>
        </p:nvSpPr>
        <p:spPr>
          <a:xfrm>
            <a:off x="531813" y="2600324"/>
            <a:ext cx="11125200" cy="1371600"/>
          </a:xfrm>
        </p:spPr>
        <p:txBody>
          <a:bodyPr anchor="b"/>
          <a:lstStyle>
            <a:lvl1pPr algn="l">
              <a:lnSpc>
                <a:spcPct val="80000"/>
              </a:lnSpc>
              <a:defRPr sz="4800" b="0" cap="none" baseline="0"/>
            </a:lvl1pPr>
          </a:lstStyle>
          <a:p>
            <a:r>
              <a:rPr lang="en-US" smtClean="0"/>
              <a:t>Click to edit Master title style</a:t>
            </a:r>
            <a:endParaRPr/>
          </a:p>
        </p:txBody>
      </p:sp>
      <p:sp>
        <p:nvSpPr>
          <p:cNvPr id="3" name="Text Placeholder 2"/>
          <p:cNvSpPr>
            <a:spLocks noGrp="1"/>
          </p:cNvSpPr>
          <p:nvPr>
            <p:ph type="body" idx="1"/>
          </p:nvPr>
        </p:nvSpPr>
        <p:spPr>
          <a:xfrm>
            <a:off x="531813" y="4038598"/>
            <a:ext cx="11125200" cy="914400"/>
          </a:xfrm>
        </p:spPr>
        <p:txBody>
          <a:bodyPr anchor="t">
            <a:noAutofit/>
          </a:bodyPr>
          <a:lstStyle>
            <a:lvl1pPr marL="0" indent="0">
              <a:spcBef>
                <a:spcPts val="0"/>
              </a:spcBef>
              <a:buNone/>
              <a:defRPr sz="2400" b="1">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2A3C344-CDDA-4390-9E14-A084770E579E}" type="datetime1">
              <a:rPr lang="en-US" smtClean="0"/>
              <a:t>8/15/2014</a:t>
            </a:fld>
            <a:endParaRPr dirty="0"/>
          </a:p>
        </p:txBody>
      </p:sp>
      <p:sp>
        <p:nvSpPr>
          <p:cNvPr id="5" name="Footer Placeholder 4"/>
          <p:cNvSpPr>
            <a:spLocks noGrp="1"/>
          </p:cNvSpPr>
          <p:nvPr>
            <p:ph type="ftr" sz="quarter" idx="11"/>
          </p:nvPr>
        </p:nvSpPr>
        <p:spPr/>
        <p:txBody>
          <a:bodyPr/>
          <a:lstStyle/>
          <a:p>
            <a:r>
              <a:rPr lang="en-US" smtClean="0"/>
              <a:t>Use Insert &gt; Header and Footer to Update Confidentiality Requirements</a:t>
            </a:r>
            <a:endParaRPr dirty="0"/>
          </a:p>
        </p:txBody>
      </p:sp>
      <p:sp>
        <p:nvSpPr>
          <p:cNvPr id="6" name="Slide Number Placeholder 5"/>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1513853333"/>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Section Header with Picture">
    <p:bg>
      <p:bgPr>
        <a:blipFill dpi="0" rotWithShape="1">
          <a:blip r:embed="rId2" cstate="print">
            <a:lum/>
            <a:extLst>
              <a:ext uri="{28A0092B-C50C-407E-A947-70E740481C1C}">
                <a14:useLocalDpi xmlns=""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18" name="Rectangle 17" descr="Full bleed 4-color photo can be inserted here"/>
          <p:cNvSpPr/>
          <p:nvPr/>
        </p:nvSpPr>
        <p:spPr bwMode="hidden">
          <a:xfrm>
            <a:off x="0" y="0"/>
            <a:ext cx="12188825" cy="6858000"/>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nvGrpSpPr>
          <p:cNvPr id="7" name="Group 6"/>
          <p:cNvGrpSpPr/>
          <p:nvPr/>
        </p:nvGrpSpPr>
        <p:grpSpPr bwMode="gray">
          <a:xfrm>
            <a:off x="-287" y="0"/>
            <a:ext cx="12189399" cy="6858000"/>
            <a:chOff x="-287" y="0"/>
            <a:chExt cx="12189399" cy="6858000"/>
          </a:xfrm>
        </p:grpSpPr>
        <p:sp>
          <p:nvSpPr>
            <p:cNvPr id="9" name="Rectangle 8"/>
            <p:cNvSpPr/>
            <p:nvPr/>
          </p:nvSpPr>
          <p:spPr bwMode="gray">
            <a:xfrm>
              <a:off x="-287" y="0"/>
              <a:ext cx="193962" cy="6852146"/>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0" name="Rectangle 9"/>
            <p:cNvSpPr/>
            <p:nvPr/>
          </p:nvSpPr>
          <p:spPr bwMode="gray">
            <a:xfrm>
              <a:off x="11995151" y="5854"/>
              <a:ext cx="193960" cy="6852146"/>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1" name="Rectangle 10"/>
            <p:cNvSpPr/>
            <p:nvPr/>
          </p:nvSpPr>
          <p:spPr bwMode="gray">
            <a:xfrm>
              <a:off x="-286" y="6400800"/>
              <a:ext cx="12189396"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2" name="Rectangle 11"/>
            <p:cNvSpPr/>
            <p:nvPr/>
          </p:nvSpPr>
          <p:spPr bwMode="gray">
            <a:xfrm>
              <a:off x="-286" y="0"/>
              <a:ext cx="12189398" cy="192024"/>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grpSp>
      <p:sp>
        <p:nvSpPr>
          <p:cNvPr id="2" name="Title 1"/>
          <p:cNvSpPr>
            <a:spLocks noGrp="1"/>
          </p:cNvSpPr>
          <p:nvPr>
            <p:ph type="title"/>
          </p:nvPr>
        </p:nvSpPr>
        <p:spPr>
          <a:xfrm>
            <a:off x="531813" y="2600324"/>
            <a:ext cx="11125200" cy="1371600"/>
          </a:xfrm>
        </p:spPr>
        <p:txBody>
          <a:bodyPr anchor="b">
            <a:noAutofit/>
          </a:bodyPr>
          <a:lstStyle>
            <a:lvl1pPr algn="l">
              <a:lnSpc>
                <a:spcPct val="80000"/>
              </a:lnSpc>
              <a:defRPr sz="4800" b="0" cap="none" baseline="0"/>
            </a:lvl1pPr>
          </a:lstStyle>
          <a:p>
            <a:r>
              <a:rPr lang="en-US" smtClean="0"/>
              <a:t>Click to edit Master title style</a:t>
            </a:r>
            <a:endParaRPr dirty="0"/>
          </a:p>
        </p:txBody>
      </p:sp>
      <p:sp>
        <p:nvSpPr>
          <p:cNvPr id="3" name="Text Placeholder 2"/>
          <p:cNvSpPr>
            <a:spLocks noGrp="1"/>
          </p:cNvSpPr>
          <p:nvPr>
            <p:ph type="body" idx="1"/>
          </p:nvPr>
        </p:nvSpPr>
        <p:spPr>
          <a:xfrm>
            <a:off x="531813" y="4038598"/>
            <a:ext cx="11125200" cy="914400"/>
          </a:xfrm>
        </p:spPr>
        <p:txBody>
          <a:bodyPr anchor="t">
            <a:noAutofit/>
          </a:bodyPr>
          <a:lstStyle>
            <a:lvl1pPr marL="0" indent="0">
              <a:spcBef>
                <a:spcPts val="0"/>
              </a:spcBef>
              <a:buNone/>
              <a:defRPr sz="2400" b="1">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noAutofit/>
          </a:bodyPr>
          <a:lstStyle>
            <a:lvl1pPr>
              <a:defRPr>
                <a:solidFill>
                  <a:schemeClr val="bg1">
                    <a:lumMod val="60000"/>
                    <a:lumOff val="40000"/>
                  </a:schemeClr>
                </a:solidFill>
              </a:defRPr>
            </a:lvl1pPr>
          </a:lstStyle>
          <a:p>
            <a:fld id="{DD5F0108-DBAC-4D5F-8FDC-0ABCBDC43BC0}" type="datetime1">
              <a:rPr lang="en-US" smtClean="0"/>
              <a:t>8/15/2014</a:t>
            </a:fld>
            <a:endParaRPr dirty="0"/>
          </a:p>
        </p:txBody>
      </p:sp>
      <p:sp>
        <p:nvSpPr>
          <p:cNvPr id="14" name="TextBox 13"/>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bg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noAutofit/>
          </a:bodyPr>
          <a:lstStyle>
            <a:lvl1pPr>
              <a:defRPr>
                <a:solidFill>
                  <a:schemeClr val="bg1">
                    <a:lumMod val="60000"/>
                    <a:lumOff val="40000"/>
                  </a:schemeClr>
                </a:solidFill>
              </a:defRPr>
            </a:lvl1pPr>
          </a:lstStyle>
          <a:p>
            <a:r>
              <a:rPr lang="en-US" smtClean="0"/>
              <a:t>Use Insert &gt; Header and Footer to Update Confidentiality Requirements</a:t>
            </a:r>
            <a:endParaRPr dirty="0"/>
          </a:p>
        </p:txBody>
      </p:sp>
      <p:sp>
        <p:nvSpPr>
          <p:cNvPr id="6" name="Slide Number Placeholder 5"/>
          <p:cNvSpPr>
            <a:spLocks noGrp="1"/>
          </p:cNvSpPr>
          <p:nvPr>
            <p:ph type="sldNum" sz="quarter" idx="12"/>
          </p:nvPr>
        </p:nvSpPr>
        <p:spPr/>
        <p:txBody>
          <a:bodyPr>
            <a:noAutofit/>
          </a:bodyPr>
          <a:lstStyle>
            <a:lvl1pPr>
              <a:defRPr>
                <a:solidFill>
                  <a:schemeClr val="bg1">
                    <a:lumMod val="60000"/>
                    <a:lumOff val="40000"/>
                  </a:schemeClr>
                </a:solidFill>
              </a:defRPr>
            </a:lvl1pPr>
          </a:lstStyle>
          <a:p>
            <a:fld id="{C51EAA63-D034-42AE-91FA-B13B9518C7BE}" type="slidenum">
              <a:rPr/>
              <a:pPr/>
              <a:t>‹#›</a:t>
            </a:fld>
            <a:endParaRPr dirty="0"/>
          </a:p>
        </p:txBody>
      </p:sp>
      <p:pic>
        <p:nvPicPr>
          <p:cNvPr id="15" name="Oracle red badge logo" descr="Oracle logo in white on red staging background"/>
          <p:cNvPicPr>
            <a:picLocks noChangeAspect="1"/>
          </p:cNvPicPr>
          <p:nvPr userDrawn="1"/>
        </p:nvPicPr>
        <p:blipFill>
          <a:blip r:embed="rId3" cstate="print">
            <a:extLst>
              <a:ext uri="{28A0092B-C50C-407E-A947-70E740481C1C}">
                <a14:useLocalDpi xmlns="" xmlns:a14="http://schemas.microsoft.com/office/drawing/2010/main" val="0"/>
              </a:ext>
            </a:extLst>
          </a:blip>
          <a:stretch>
            <a:fillRect/>
          </a:stretch>
        </p:blipFill>
        <p:spPr bwMode="ltGray">
          <a:xfrm>
            <a:off x="531812" y="6263640"/>
            <a:ext cx="1622861" cy="594360"/>
          </a:xfrm>
          <a:prstGeom prst="rect">
            <a:avLst/>
          </a:prstGeom>
        </p:spPr>
      </p:pic>
    </p:spTree>
    <p:extLst>
      <p:ext uri="{BB962C8B-B14F-4D97-AF65-F5344CB8AC3E}">
        <p14:creationId xmlns="" xmlns:p14="http://schemas.microsoft.com/office/powerpoint/2010/main" val="111766733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nnouncement">
    <p:spTree>
      <p:nvGrpSpPr>
        <p:cNvPr id="1" name=""/>
        <p:cNvGrpSpPr/>
        <p:nvPr/>
      </p:nvGrpSpPr>
      <p:grpSpPr>
        <a:xfrm>
          <a:off x="0" y="0"/>
          <a:ext cx="0" cy="0"/>
          <a:chOff x="0" y="0"/>
          <a:chExt cx="0" cy="0"/>
        </a:xfrm>
      </p:grpSpPr>
      <p:sp>
        <p:nvSpPr>
          <p:cNvPr id="2" name="Title 1"/>
          <p:cNvSpPr>
            <a:spLocks noGrp="1"/>
          </p:cNvSpPr>
          <p:nvPr>
            <p:ph type="title"/>
          </p:nvPr>
        </p:nvSpPr>
        <p:spPr>
          <a:xfrm>
            <a:off x="531812" y="1905000"/>
            <a:ext cx="4800600" cy="1645920"/>
          </a:xfrm>
        </p:spPr>
        <p:txBody>
          <a:bodyPr anchor="b"/>
          <a:lstStyle>
            <a:lvl1pPr algn="l">
              <a:lnSpc>
                <a:spcPct val="80000"/>
              </a:lnSpc>
              <a:defRPr sz="4800" b="0"/>
            </a:lvl1pPr>
          </a:lstStyle>
          <a:p>
            <a:r>
              <a:rPr lang="en-US" smtClean="0"/>
              <a:t>Click to edit Master title style</a:t>
            </a:r>
            <a:endParaRPr dirty="0"/>
          </a:p>
        </p:txBody>
      </p:sp>
      <p:sp>
        <p:nvSpPr>
          <p:cNvPr id="4" name="Text Placeholder 3"/>
          <p:cNvSpPr>
            <a:spLocks noGrp="1"/>
          </p:cNvSpPr>
          <p:nvPr>
            <p:ph type="body" sz="half" idx="2"/>
          </p:nvPr>
        </p:nvSpPr>
        <p:spPr>
          <a:xfrm>
            <a:off x="531812" y="3657600"/>
            <a:ext cx="4800599" cy="1645920"/>
          </a:xfrm>
        </p:spPr>
        <p:txBody>
          <a:bodyPr>
            <a:noAutofit/>
          </a:bodyPr>
          <a:lstStyle>
            <a:lvl1pPr marL="0" indent="0">
              <a:spcBef>
                <a:spcPts val="0"/>
              </a:spcBef>
              <a:buNone/>
              <a:defRPr sz="2400" b="1"/>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3" name="Picture Placeholder 2" descr="A photo of your product can be included here"/>
          <p:cNvSpPr>
            <a:spLocks noGrp="1"/>
          </p:cNvSpPr>
          <p:nvPr>
            <p:ph type="pic" idx="1"/>
          </p:nvPr>
        </p:nvSpPr>
        <p:spPr>
          <a:xfrm>
            <a:off x="5588456" y="533400"/>
            <a:ext cx="6068558" cy="5410200"/>
          </a:xfrm>
          <a:no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5" name="Date Placeholder 4"/>
          <p:cNvSpPr>
            <a:spLocks noGrp="1"/>
          </p:cNvSpPr>
          <p:nvPr>
            <p:ph type="dt" sz="half" idx="10"/>
          </p:nvPr>
        </p:nvSpPr>
        <p:spPr/>
        <p:txBody>
          <a:bodyPr/>
          <a:lstStyle/>
          <a:p>
            <a:fld id="{5D0C5A22-DD5D-41BA-BA2A-B92213631C9E}" type="datetime1">
              <a:rPr lang="en-US" smtClean="0"/>
              <a:t>8/15/2014</a:t>
            </a:fld>
            <a:endParaRPr dirty="0"/>
          </a:p>
        </p:txBody>
      </p:sp>
      <p:sp>
        <p:nvSpPr>
          <p:cNvPr id="6" name="Footer Placeholder 5"/>
          <p:cNvSpPr>
            <a:spLocks noGrp="1"/>
          </p:cNvSpPr>
          <p:nvPr>
            <p:ph type="ftr" sz="quarter" idx="11"/>
          </p:nvPr>
        </p:nvSpPr>
        <p:spPr/>
        <p:txBody>
          <a:bodyPr/>
          <a:lstStyle/>
          <a:p>
            <a:r>
              <a:rPr lang="en-US" smtClean="0"/>
              <a:t>Use Insert &gt; Header and Footer to Update Confidentiality Requirements</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2670370585"/>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Remote Speaker Picture Sli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45EA4D4-B08A-4046-8FA8-2392BC7F0607}" type="datetime1">
              <a:rPr lang="en-US" smtClean="0"/>
              <a:t>8/15/2014</a:t>
            </a:fld>
            <a:endParaRPr lang="en-US" dirty="0"/>
          </a:p>
        </p:txBody>
      </p:sp>
      <p:sp>
        <p:nvSpPr>
          <p:cNvPr id="4" name="Footer Placeholder 3"/>
          <p:cNvSpPr>
            <a:spLocks noGrp="1"/>
          </p:cNvSpPr>
          <p:nvPr>
            <p:ph type="ftr" sz="quarter" idx="11"/>
          </p:nvPr>
        </p:nvSpPr>
        <p:spPr/>
        <p:txBody>
          <a:bodyPr/>
          <a:lstStyle/>
          <a:p>
            <a:r>
              <a:rPr lang="en-US" smtClean="0"/>
              <a:t>Use Insert &gt; Header and Footer to Update Confidentiality Requirements</a:t>
            </a:r>
            <a:endParaRPr lang="en-US" dirty="0"/>
          </a:p>
        </p:txBody>
      </p:sp>
      <p:sp>
        <p:nvSpPr>
          <p:cNvPr id="5" name="Slide Number Placeholder 4"/>
          <p:cNvSpPr>
            <a:spLocks noGrp="1"/>
          </p:cNvSpPr>
          <p:nvPr>
            <p:ph type="sldNum" sz="quarter" idx="12"/>
          </p:nvPr>
        </p:nvSpPr>
        <p:spPr/>
        <p:txBody>
          <a:bodyPr/>
          <a:lstStyle/>
          <a:p>
            <a:fld id="{C51EAA63-D034-42AE-91FA-B13B9518C7BE}" type="slidenum">
              <a:rPr lang="en-US" smtClean="0"/>
              <a:pPr/>
              <a:t>‹#›</a:t>
            </a:fld>
            <a:endParaRPr lang="en-US" dirty="0"/>
          </a:p>
        </p:txBody>
      </p:sp>
      <p:sp>
        <p:nvSpPr>
          <p:cNvPr id="6" name="Picture Placeholder 2" descr="If presenting remotely, you can insert your photo here"/>
          <p:cNvSpPr>
            <a:spLocks noGrp="1" noChangeAspect="1"/>
          </p:cNvSpPr>
          <p:nvPr>
            <p:ph type="pic" idx="1"/>
          </p:nvPr>
        </p:nvSpPr>
        <p:spPr>
          <a:xfrm>
            <a:off x="2285999" y="1828800"/>
            <a:ext cx="3474720" cy="3841445"/>
          </a:xfrm>
          <a:no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11" name="Text Placeholder 10"/>
          <p:cNvSpPr>
            <a:spLocks noGrp="1"/>
          </p:cNvSpPr>
          <p:nvPr>
            <p:ph type="body" sz="quarter" idx="14"/>
          </p:nvPr>
        </p:nvSpPr>
        <p:spPr>
          <a:xfrm>
            <a:off x="6035040" y="1828799"/>
            <a:ext cx="5102352" cy="3840480"/>
          </a:xfrm>
        </p:spPr>
        <p:txBody>
          <a:bodyPr anchor="ctr" anchorCtr="0"/>
          <a:lstStyle>
            <a:lvl1pPr>
              <a:spcBef>
                <a:spcPts val="0"/>
              </a:spcBef>
              <a:spcAft>
                <a:spcPts val="800"/>
              </a:spcAft>
              <a:buClr>
                <a:schemeClr val="bg1"/>
              </a:buClr>
              <a:defRPr b="1"/>
            </a:lvl1pPr>
            <a:lvl2pPr marL="228600">
              <a:spcBef>
                <a:spcPts val="0"/>
              </a:spcBef>
              <a:buClr>
                <a:schemeClr val="bg1"/>
              </a:buClr>
              <a:defRPr/>
            </a:lvl2pPr>
          </a:lstStyle>
          <a:p>
            <a:pPr lvl="0"/>
            <a:r>
              <a:rPr lang="en-US" smtClean="0"/>
              <a:t>Click to edit Master text styles</a:t>
            </a:r>
          </a:p>
          <a:p>
            <a:pPr lvl="1"/>
            <a:r>
              <a:rPr lang="en-US" smtClean="0"/>
              <a:t>Second level</a:t>
            </a:r>
          </a:p>
        </p:txBody>
      </p:sp>
    </p:spTree>
    <p:extLst>
      <p:ext uri="{BB962C8B-B14F-4D97-AF65-F5344CB8AC3E}">
        <p14:creationId xmlns="" xmlns:p14="http://schemas.microsoft.com/office/powerpoint/2010/main" val="1596256317"/>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with Logo">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198812" y="1905000"/>
            <a:ext cx="8456613" cy="2209800"/>
          </a:xfrm>
        </p:spPr>
        <p:txBody>
          <a:bodyPr anchor="t"/>
          <a:lstStyle>
            <a:lvl1pPr marL="228600" indent="-228600" algn="l">
              <a:defRPr sz="4000" b="0"/>
            </a:lvl1pPr>
          </a:lstStyle>
          <a:p>
            <a:r>
              <a:rPr dirty="0"/>
              <a:t>“Click to type customer or partner quote surrounded by quotation marks.”</a:t>
            </a:r>
          </a:p>
        </p:txBody>
      </p:sp>
      <p:sp>
        <p:nvSpPr>
          <p:cNvPr id="4" name="Text Placeholder 3"/>
          <p:cNvSpPr>
            <a:spLocks noGrp="1"/>
          </p:cNvSpPr>
          <p:nvPr>
            <p:ph type="body" sz="half" idx="2" hasCustomPrompt="1"/>
          </p:nvPr>
        </p:nvSpPr>
        <p:spPr>
          <a:xfrm>
            <a:off x="3503611" y="4191000"/>
            <a:ext cx="8151813" cy="762000"/>
          </a:xfrm>
        </p:spPr>
        <p:txBody>
          <a:bodyPr>
            <a:noAutofit/>
          </a:bodyPr>
          <a:lstStyle>
            <a:lvl1pPr marL="292100" indent="-292100">
              <a:spcBef>
                <a:spcPts val="0"/>
              </a:spcBef>
              <a:buClr>
                <a:schemeClr val="tx1"/>
              </a:buClr>
              <a:buFont typeface="Arial" panose="020B0604020202020204" pitchFamily="34" charset="0"/>
              <a:buChar char="–"/>
              <a:defRPr sz="2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dirty="0"/>
              <a:t>Click to add Name, Title, Company</a:t>
            </a:r>
          </a:p>
        </p:txBody>
      </p:sp>
      <p:sp>
        <p:nvSpPr>
          <p:cNvPr id="5" name="Date Placeholder 4"/>
          <p:cNvSpPr>
            <a:spLocks noGrp="1"/>
          </p:cNvSpPr>
          <p:nvPr>
            <p:ph type="dt" sz="half" idx="10"/>
          </p:nvPr>
        </p:nvSpPr>
        <p:spPr/>
        <p:txBody>
          <a:bodyPr/>
          <a:lstStyle/>
          <a:p>
            <a:fld id="{83AB3824-4549-45DD-84E7-EAF263EEC4EE}" type="datetime1">
              <a:rPr lang="en-US" smtClean="0"/>
              <a:t>8/15/2014</a:t>
            </a:fld>
            <a:endParaRPr dirty="0"/>
          </a:p>
        </p:txBody>
      </p:sp>
      <p:sp>
        <p:nvSpPr>
          <p:cNvPr id="6" name="Footer Placeholder 5"/>
          <p:cNvSpPr>
            <a:spLocks noGrp="1"/>
          </p:cNvSpPr>
          <p:nvPr>
            <p:ph type="ftr" sz="quarter" idx="11"/>
          </p:nvPr>
        </p:nvSpPr>
        <p:spPr/>
        <p:txBody>
          <a:bodyPr/>
          <a:lstStyle/>
          <a:p>
            <a:r>
              <a:rPr lang="en-US" smtClean="0"/>
              <a:t>Use Insert &gt; Header and Footer to Update Confidentiality Requirements</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945098468"/>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with Picture">
    <p:spTree>
      <p:nvGrpSpPr>
        <p:cNvPr id="1" name=""/>
        <p:cNvGrpSpPr/>
        <p:nvPr/>
      </p:nvGrpSpPr>
      <p:grpSpPr>
        <a:xfrm>
          <a:off x="0" y="0"/>
          <a:ext cx="0" cy="0"/>
          <a:chOff x="0" y="0"/>
          <a:chExt cx="0" cy="0"/>
        </a:xfrm>
      </p:grpSpPr>
      <p:sp>
        <p:nvSpPr>
          <p:cNvPr id="8" name="Picture Placeholder 15" descr="Customer photo can be included here"/>
          <p:cNvSpPr>
            <a:spLocks noGrp="1" noChangeAspect="1"/>
          </p:cNvSpPr>
          <p:nvPr>
            <p:ph type="pic" sz="quarter" idx="14" hasCustomPrompt="1"/>
          </p:nvPr>
        </p:nvSpPr>
        <p:spPr>
          <a:xfrm>
            <a:off x="531812" y="1905000"/>
            <a:ext cx="2194560" cy="3072384"/>
          </a:xfrm>
          <a:noFill/>
        </p:spPr>
        <p:txBody>
          <a:bodyPr tIns="91440">
            <a:noAutofit/>
          </a:bodyPr>
          <a:lstStyle>
            <a:lvl1pPr marL="0" indent="0" algn="ctr">
              <a:spcBef>
                <a:spcPts val="0"/>
              </a:spcBef>
              <a:buNone/>
              <a:defRPr sz="1800" baseline="0">
                <a:solidFill>
                  <a:schemeClr val="tx1"/>
                </a:solidFill>
              </a:defRPr>
            </a:lvl1pPr>
          </a:lstStyle>
          <a:p>
            <a:r>
              <a:rPr dirty="0"/>
              <a:t>Click icon to insert picture</a:t>
            </a:r>
          </a:p>
        </p:txBody>
      </p:sp>
      <p:sp>
        <p:nvSpPr>
          <p:cNvPr id="2" name="Title 1"/>
          <p:cNvSpPr>
            <a:spLocks noGrp="1"/>
          </p:cNvSpPr>
          <p:nvPr>
            <p:ph type="title" hasCustomPrompt="1"/>
          </p:nvPr>
        </p:nvSpPr>
        <p:spPr>
          <a:xfrm>
            <a:off x="3198812" y="1905000"/>
            <a:ext cx="8456613" cy="2209800"/>
          </a:xfrm>
        </p:spPr>
        <p:txBody>
          <a:bodyPr anchor="t"/>
          <a:lstStyle>
            <a:lvl1pPr marL="228600" indent="-228600" algn="l">
              <a:defRPr sz="4000" b="0"/>
            </a:lvl1pPr>
          </a:lstStyle>
          <a:p>
            <a:r>
              <a:rPr dirty="0"/>
              <a:t>“Click to type customer or partner quote surrounded by quotation marks.”</a:t>
            </a:r>
          </a:p>
        </p:txBody>
      </p:sp>
      <p:sp>
        <p:nvSpPr>
          <p:cNvPr id="4" name="Text Placeholder 3"/>
          <p:cNvSpPr>
            <a:spLocks noGrp="1"/>
          </p:cNvSpPr>
          <p:nvPr>
            <p:ph type="body" sz="half" idx="2" hasCustomPrompt="1"/>
          </p:nvPr>
        </p:nvSpPr>
        <p:spPr>
          <a:xfrm>
            <a:off x="3503611" y="4191000"/>
            <a:ext cx="8151813" cy="762000"/>
          </a:xfrm>
        </p:spPr>
        <p:txBody>
          <a:bodyPr>
            <a:noAutofit/>
          </a:bodyPr>
          <a:lstStyle>
            <a:lvl1pPr marL="292100" indent="-292100">
              <a:spcBef>
                <a:spcPts val="0"/>
              </a:spcBef>
              <a:buClr>
                <a:schemeClr val="tx1"/>
              </a:buClr>
              <a:buFont typeface="Arial" panose="020B0604020202020204" pitchFamily="34" charset="0"/>
              <a:buChar char="–"/>
              <a:defRPr sz="2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dirty="0"/>
              <a:t>Click to add Name, Title, Company</a:t>
            </a:r>
          </a:p>
        </p:txBody>
      </p:sp>
      <p:sp>
        <p:nvSpPr>
          <p:cNvPr id="5" name="Date Placeholder 4"/>
          <p:cNvSpPr>
            <a:spLocks noGrp="1"/>
          </p:cNvSpPr>
          <p:nvPr>
            <p:ph type="dt" sz="half" idx="10"/>
          </p:nvPr>
        </p:nvSpPr>
        <p:spPr/>
        <p:txBody>
          <a:bodyPr/>
          <a:lstStyle/>
          <a:p>
            <a:fld id="{296F622D-C5DA-42BB-83BF-721A1669836D}" type="datetime1">
              <a:rPr lang="en-US" smtClean="0"/>
              <a:t>8/15/2014</a:t>
            </a:fld>
            <a:endParaRPr dirty="0"/>
          </a:p>
        </p:txBody>
      </p:sp>
      <p:sp>
        <p:nvSpPr>
          <p:cNvPr id="6" name="Footer Placeholder 5"/>
          <p:cNvSpPr>
            <a:spLocks noGrp="1"/>
          </p:cNvSpPr>
          <p:nvPr>
            <p:ph type="ftr" sz="quarter" idx="11"/>
          </p:nvPr>
        </p:nvSpPr>
        <p:spPr/>
        <p:txBody>
          <a:bodyPr/>
          <a:lstStyle/>
          <a:p>
            <a:r>
              <a:rPr lang="en-US" smtClean="0"/>
              <a:t>Use Insert &gt; Header and Footer to Update Confidentiality Requirements</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1027766858"/>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smtClean="0"/>
              <a:t>Click to edit Master title style</a:t>
            </a:r>
            <a:endParaRPr dirty="0"/>
          </a:p>
        </p:txBody>
      </p:sp>
      <p:sp>
        <p:nvSpPr>
          <p:cNvPr id="3" name="Content Placeholder 2"/>
          <p:cNvSpPr>
            <a:spLocks noGrp="1"/>
          </p:cNvSpPr>
          <p:nvPr>
            <p:ph sz="half" idx="1"/>
          </p:nvPr>
        </p:nvSpPr>
        <p:spPr>
          <a:xfrm>
            <a:off x="531813" y="1524001"/>
            <a:ext cx="5410199" cy="44196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cxnSp>
        <p:nvCxnSpPr>
          <p:cNvPr id="9" name="Straight Connector 8"/>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half" idx="2"/>
          </p:nvPr>
        </p:nvSpPr>
        <p:spPr>
          <a:xfrm>
            <a:off x="6246814" y="1524001"/>
            <a:ext cx="5410198" cy="44196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5" name="Date Placeholder 4"/>
          <p:cNvSpPr>
            <a:spLocks noGrp="1"/>
          </p:cNvSpPr>
          <p:nvPr>
            <p:ph type="dt" sz="half" idx="10"/>
          </p:nvPr>
        </p:nvSpPr>
        <p:spPr/>
        <p:txBody>
          <a:bodyPr/>
          <a:lstStyle/>
          <a:p>
            <a:fld id="{38DF5091-F285-4654-AAF4-BBFF9DBCD8F5}" type="datetime1">
              <a:rPr lang="en-US" smtClean="0"/>
              <a:t>8/15/2014</a:t>
            </a:fld>
            <a:endParaRPr dirty="0"/>
          </a:p>
        </p:txBody>
      </p:sp>
      <p:sp>
        <p:nvSpPr>
          <p:cNvPr id="6" name="Footer Placeholder 5"/>
          <p:cNvSpPr>
            <a:spLocks noGrp="1"/>
          </p:cNvSpPr>
          <p:nvPr>
            <p:ph type="ftr" sz="quarter" idx="11"/>
          </p:nvPr>
        </p:nvSpPr>
        <p:spPr/>
        <p:txBody>
          <a:bodyPr/>
          <a:lstStyle/>
          <a:p>
            <a:r>
              <a:rPr lang="en-US" smtClean="0"/>
              <a:t>Use Insert &gt; Header and Footer to Update Confidentiality Requirements</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520166155"/>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hree Content">
    <p:spTree>
      <p:nvGrpSpPr>
        <p:cNvPr id="1" name=""/>
        <p:cNvGrpSpPr/>
        <p:nvPr/>
      </p:nvGrpSpPr>
      <p:grpSpPr>
        <a:xfrm>
          <a:off x="0" y="0"/>
          <a:ext cx="0" cy="0"/>
          <a:chOff x="0" y="0"/>
          <a:chExt cx="0" cy="0"/>
        </a:xfrm>
      </p:grpSpPr>
      <p:sp>
        <p:nvSpPr>
          <p:cNvPr id="11" name="Title 10"/>
          <p:cNvSpPr>
            <a:spLocks noGrp="1"/>
          </p:cNvSpPr>
          <p:nvPr>
            <p:ph type="title"/>
          </p:nvPr>
        </p:nvSpPr>
        <p:spPr/>
        <p:txBody>
          <a:bodyPr>
            <a:noAutofit/>
          </a:bodyPr>
          <a:lstStyle/>
          <a:p>
            <a:r>
              <a:rPr lang="en-US" smtClean="0"/>
              <a:t>Click to edit Master title style</a:t>
            </a:r>
            <a:endParaRPr dirty="0"/>
          </a:p>
        </p:txBody>
      </p:sp>
      <p:sp>
        <p:nvSpPr>
          <p:cNvPr id="3" name="Content Placeholder 2"/>
          <p:cNvSpPr>
            <a:spLocks noGrp="1"/>
          </p:cNvSpPr>
          <p:nvPr>
            <p:ph sz="half" idx="1"/>
          </p:nvPr>
        </p:nvSpPr>
        <p:spPr>
          <a:xfrm>
            <a:off x="531814" y="1524001"/>
            <a:ext cx="3474720" cy="4419600"/>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cxnSp>
        <p:nvCxnSpPr>
          <p:cNvPr id="9" name="Straight Connector 8"/>
          <p:cNvCxnSpPr/>
          <p:nvPr/>
        </p:nvCxnSpPr>
        <p:spPr bwMode="ltGray">
          <a:xfrm>
            <a:off x="4189412"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half" idx="2"/>
          </p:nvPr>
        </p:nvSpPr>
        <p:spPr>
          <a:xfrm>
            <a:off x="4357052" y="1524001"/>
            <a:ext cx="3474720" cy="4419600"/>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cxnSp>
        <p:nvCxnSpPr>
          <p:cNvPr id="10" name="Straight Connector 9"/>
          <p:cNvCxnSpPr/>
          <p:nvPr/>
        </p:nvCxnSpPr>
        <p:spPr bwMode="ltGray">
          <a:xfrm>
            <a:off x="7999412"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8" name="Content Placeholder 3"/>
          <p:cNvSpPr>
            <a:spLocks noGrp="1"/>
          </p:cNvSpPr>
          <p:nvPr>
            <p:ph sz="half" idx="13"/>
          </p:nvPr>
        </p:nvSpPr>
        <p:spPr>
          <a:xfrm>
            <a:off x="8182292" y="1524001"/>
            <a:ext cx="3474720" cy="4419600"/>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5" name="Date Placeholder 4"/>
          <p:cNvSpPr>
            <a:spLocks noGrp="1"/>
          </p:cNvSpPr>
          <p:nvPr>
            <p:ph type="dt" sz="half" idx="10"/>
          </p:nvPr>
        </p:nvSpPr>
        <p:spPr/>
        <p:txBody>
          <a:bodyPr/>
          <a:lstStyle/>
          <a:p>
            <a:fld id="{7ABEF24F-F71F-4735-B3DD-8D7BF56315BF}" type="datetime1">
              <a:rPr lang="en-US" smtClean="0"/>
              <a:t>8/15/2014</a:t>
            </a:fld>
            <a:endParaRPr dirty="0"/>
          </a:p>
        </p:txBody>
      </p:sp>
      <p:sp>
        <p:nvSpPr>
          <p:cNvPr id="6" name="Footer Placeholder 5"/>
          <p:cNvSpPr>
            <a:spLocks noGrp="1"/>
          </p:cNvSpPr>
          <p:nvPr>
            <p:ph type="ftr" sz="quarter" idx="11"/>
          </p:nvPr>
        </p:nvSpPr>
        <p:spPr/>
        <p:txBody>
          <a:bodyPr/>
          <a:lstStyle/>
          <a:p>
            <a:r>
              <a:rPr lang="en-US" smtClean="0"/>
              <a:t>Use Insert &gt; Header and Footer to Update Confidentiality Requirements</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53371416"/>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Four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531813" y="1524001"/>
            <a:ext cx="5410199" cy="2133599"/>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Content Placeholder 3"/>
          <p:cNvSpPr>
            <a:spLocks noGrp="1"/>
          </p:cNvSpPr>
          <p:nvPr>
            <p:ph sz="half" idx="2"/>
          </p:nvPr>
        </p:nvSpPr>
        <p:spPr>
          <a:xfrm>
            <a:off x="6246814" y="1524001"/>
            <a:ext cx="5410198" cy="2133599"/>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5" name="Date Placeholder 4"/>
          <p:cNvSpPr>
            <a:spLocks noGrp="1"/>
          </p:cNvSpPr>
          <p:nvPr>
            <p:ph type="dt" sz="half" idx="10"/>
          </p:nvPr>
        </p:nvSpPr>
        <p:spPr/>
        <p:txBody>
          <a:bodyPr/>
          <a:lstStyle/>
          <a:p>
            <a:fld id="{70606776-9195-4C89-A65B-38B0C59F66F5}" type="datetime1">
              <a:rPr lang="en-US" smtClean="0"/>
              <a:t>8/15/2014</a:t>
            </a:fld>
            <a:endParaRPr dirty="0"/>
          </a:p>
        </p:txBody>
      </p:sp>
      <p:sp>
        <p:nvSpPr>
          <p:cNvPr id="6" name="Footer Placeholder 5"/>
          <p:cNvSpPr>
            <a:spLocks noGrp="1"/>
          </p:cNvSpPr>
          <p:nvPr>
            <p:ph type="ftr" sz="quarter" idx="11"/>
          </p:nvPr>
        </p:nvSpPr>
        <p:spPr/>
        <p:txBody>
          <a:bodyPr/>
          <a:lstStyle/>
          <a:p>
            <a:r>
              <a:rPr lang="en-US" smtClean="0"/>
              <a:t>Use Insert &gt; Header and Footer to Update Confidentiality Requirements</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
        <p:nvSpPr>
          <p:cNvPr id="8" name="Content Placeholder 2"/>
          <p:cNvSpPr>
            <a:spLocks noGrp="1"/>
          </p:cNvSpPr>
          <p:nvPr>
            <p:ph sz="half" idx="13"/>
          </p:nvPr>
        </p:nvSpPr>
        <p:spPr>
          <a:xfrm>
            <a:off x="531813" y="3810001"/>
            <a:ext cx="5410199" cy="2133599"/>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9" name="Content Placeholder 3"/>
          <p:cNvSpPr>
            <a:spLocks noGrp="1"/>
          </p:cNvSpPr>
          <p:nvPr>
            <p:ph sz="half" idx="14"/>
          </p:nvPr>
        </p:nvSpPr>
        <p:spPr>
          <a:xfrm>
            <a:off x="6246814" y="3810001"/>
            <a:ext cx="5410198" cy="2133599"/>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cxnSp>
        <p:nvCxnSpPr>
          <p:cNvPr id="10" name="Straight Connector 9"/>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11" name="Title 10"/>
          <p:cNvSpPr>
            <a:spLocks noGrp="1"/>
          </p:cNvSpPr>
          <p:nvPr>
            <p:ph type="title"/>
          </p:nvPr>
        </p:nvSpPr>
        <p:spPr/>
        <p:txBody>
          <a:bodyPr/>
          <a:lstStyle/>
          <a:p>
            <a:r>
              <a:rPr lang="en-US" smtClean="0"/>
              <a:t>Click to edit Master title style</a:t>
            </a:r>
            <a:endParaRPr dirty="0"/>
          </a:p>
        </p:txBody>
      </p:sp>
    </p:spTree>
    <p:extLst>
      <p:ext uri="{BB962C8B-B14F-4D97-AF65-F5344CB8AC3E}">
        <p14:creationId xmlns="" xmlns:p14="http://schemas.microsoft.com/office/powerpoint/2010/main" val="1226334537"/>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Quadrant for Infographic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Click to edit Master title style</a:t>
            </a:r>
            <a:endParaRPr dirty="0"/>
          </a:p>
        </p:txBody>
      </p:sp>
      <p:sp>
        <p:nvSpPr>
          <p:cNvPr id="12" name="Text Placeholder 11"/>
          <p:cNvSpPr>
            <a:spLocks noGrp="1"/>
          </p:cNvSpPr>
          <p:nvPr>
            <p:ph type="body" sz="quarter" idx="15"/>
          </p:nvPr>
        </p:nvSpPr>
        <p:spPr>
          <a:xfrm>
            <a:off x="2436811" y="1524001"/>
            <a:ext cx="3505201" cy="2011680"/>
          </a:xfrm>
        </p:spPr>
        <p:txBody>
          <a:bodyPr anchor="ctr">
            <a:noAutofit/>
          </a:bodyPr>
          <a:lstStyle>
            <a:lvl1pPr marL="0" indent="0">
              <a:spcBef>
                <a:spcPts val="1200"/>
              </a:spcBef>
              <a:buFont typeface="Arial" panose="020B0604020202020204" pitchFamily="34" charset="0"/>
              <a:buNone/>
              <a:defRPr sz="24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cxnSp>
        <p:nvCxnSpPr>
          <p:cNvPr id="10" name="Straight Connector 9"/>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16" name="Text Placeholder 11"/>
          <p:cNvSpPr>
            <a:spLocks noGrp="1"/>
          </p:cNvSpPr>
          <p:nvPr>
            <p:ph type="body" sz="quarter" idx="16"/>
          </p:nvPr>
        </p:nvSpPr>
        <p:spPr>
          <a:xfrm>
            <a:off x="8151812" y="1524001"/>
            <a:ext cx="3505201" cy="2011680"/>
          </a:xfrm>
        </p:spPr>
        <p:txBody>
          <a:bodyPr anchor="ctr">
            <a:noAutofit/>
          </a:bodyPr>
          <a:lstStyle>
            <a:lvl1pPr marL="0" indent="0">
              <a:spcBef>
                <a:spcPts val="1200"/>
              </a:spcBef>
              <a:buFont typeface="Arial" panose="020B0604020202020204" pitchFamily="34" charset="0"/>
              <a:buNone/>
              <a:defRPr sz="24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cxnSp>
        <p:nvCxnSpPr>
          <p:cNvPr id="13" name="Straight Connector 12"/>
          <p:cNvCxnSpPr/>
          <p:nvPr/>
        </p:nvCxnSpPr>
        <p:spPr bwMode="ltGray">
          <a:xfrm flipH="1">
            <a:off x="531813" y="3733800"/>
            <a:ext cx="11125201" cy="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17" name="Text Placeholder 11"/>
          <p:cNvSpPr>
            <a:spLocks noGrp="1"/>
          </p:cNvSpPr>
          <p:nvPr>
            <p:ph type="body" sz="quarter" idx="17"/>
          </p:nvPr>
        </p:nvSpPr>
        <p:spPr>
          <a:xfrm>
            <a:off x="2436811" y="3931920"/>
            <a:ext cx="3505201" cy="2011680"/>
          </a:xfrm>
        </p:spPr>
        <p:txBody>
          <a:bodyPr anchor="ctr">
            <a:noAutofit/>
          </a:bodyPr>
          <a:lstStyle>
            <a:lvl1pPr marL="0" indent="0">
              <a:spcBef>
                <a:spcPts val="1200"/>
              </a:spcBef>
              <a:buFont typeface="Arial" panose="020B0604020202020204" pitchFamily="34" charset="0"/>
              <a:buNone/>
              <a:defRPr sz="24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sp>
        <p:nvSpPr>
          <p:cNvPr id="18" name="Text Placeholder 11"/>
          <p:cNvSpPr>
            <a:spLocks noGrp="1"/>
          </p:cNvSpPr>
          <p:nvPr>
            <p:ph type="body" sz="quarter" idx="18"/>
          </p:nvPr>
        </p:nvSpPr>
        <p:spPr>
          <a:xfrm>
            <a:off x="8151812" y="3931920"/>
            <a:ext cx="3505201" cy="2011680"/>
          </a:xfrm>
        </p:spPr>
        <p:txBody>
          <a:bodyPr anchor="ctr">
            <a:noAutofit/>
          </a:bodyPr>
          <a:lstStyle>
            <a:lvl1pPr marL="0" indent="0">
              <a:spcBef>
                <a:spcPts val="1200"/>
              </a:spcBef>
              <a:buFont typeface="Arial" panose="020B0604020202020204" pitchFamily="34" charset="0"/>
              <a:buNone/>
              <a:defRPr sz="24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617AA91-96F2-4B07-B589-2C31D530A803}" type="datetime1">
              <a:rPr lang="en-US" smtClean="0"/>
              <a:t>8/15/2014</a:t>
            </a:fld>
            <a:endParaRPr dirty="0"/>
          </a:p>
        </p:txBody>
      </p:sp>
      <p:sp>
        <p:nvSpPr>
          <p:cNvPr id="6" name="Footer Placeholder 5"/>
          <p:cNvSpPr>
            <a:spLocks noGrp="1"/>
          </p:cNvSpPr>
          <p:nvPr>
            <p:ph type="ftr" sz="quarter" idx="11"/>
          </p:nvPr>
        </p:nvSpPr>
        <p:spPr/>
        <p:txBody>
          <a:bodyPr/>
          <a:lstStyle/>
          <a:p>
            <a:r>
              <a:rPr lang="en-US" smtClean="0"/>
              <a:t>Use Insert &gt; Header and Footer to Update Confidentiality Requirements</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2428125018"/>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Metric">
    <p:spTree>
      <p:nvGrpSpPr>
        <p:cNvPr id="1" name=""/>
        <p:cNvGrpSpPr/>
        <p:nvPr/>
      </p:nvGrpSpPr>
      <p:grpSpPr>
        <a:xfrm>
          <a:off x="0" y="0"/>
          <a:ext cx="0" cy="0"/>
          <a:chOff x="0" y="0"/>
          <a:chExt cx="0" cy="0"/>
        </a:xfrm>
      </p:grpSpPr>
      <p:sp>
        <p:nvSpPr>
          <p:cNvPr id="2" name="Title 1" descr="A large metric can be called out here in font size 166pt, Calibri"/>
          <p:cNvSpPr>
            <a:spLocks noGrp="1"/>
          </p:cNvSpPr>
          <p:nvPr>
            <p:ph type="title" hasCustomPrompt="1"/>
          </p:nvPr>
        </p:nvSpPr>
        <p:spPr>
          <a:xfrm>
            <a:off x="760412" y="1524000"/>
            <a:ext cx="4076700" cy="2743200"/>
          </a:xfrm>
        </p:spPr>
        <p:txBody>
          <a:bodyPr anchor="ctr"/>
          <a:lstStyle>
            <a:lvl1pPr algn="r">
              <a:defRPr sz="16600" b="1">
                <a:solidFill>
                  <a:schemeClr val="accent5"/>
                </a:solidFill>
              </a:defRPr>
            </a:lvl1pPr>
          </a:lstStyle>
          <a:p>
            <a:r>
              <a:rPr lang="en-US" dirty="0" smtClean="0"/>
              <a:t>XX</a:t>
            </a:r>
            <a:endParaRPr lang="en-US" dirty="0"/>
          </a:p>
        </p:txBody>
      </p:sp>
      <p:sp>
        <p:nvSpPr>
          <p:cNvPr id="12" name="Text Placeholder 11"/>
          <p:cNvSpPr>
            <a:spLocks noGrp="1"/>
          </p:cNvSpPr>
          <p:nvPr>
            <p:ph type="body" sz="quarter" idx="15"/>
          </p:nvPr>
        </p:nvSpPr>
        <p:spPr>
          <a:xfrm>
            <a:off x="5256213" y="1524000"/>
            <a:ext cx="5029200" cy="2743200"/>
          </a:xfrm>
        </p:spPr>
        <p:txBody>
          <a:bodyPr anchor="ctr">
            <a:noAutofit/>
          </a:bodyPr>
          <a:lstStyle>
            <a:lvl1pPr marL="0" indent="0">
              <a:spcBef>
                <a:spcPts val="1200"/>
              </a:spcBef>
              <a:buFont typeface="Arial" panose="020B0604020202020204" pitchFamily="34" charset="0"/>
              <a:buNone/>
              <a:defRPr sz="28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561C185-870E-444E-A516-229F182D8167}" type="datetime1">
              <a:rPr lang="en-US" smtClean="0"/>
              <a:t>8/15/2014</a:t>
            </a:fld>
            <a:endParaRPr dirty="0"/>
          </a:p>
        </p:txBody>
      </p:sp>
      <p:sp>
        <p:nvSpPr>
          <p:cNvPr id="6" name="Footer Placeholder 5"/>
          <p:cNvSpPr>
            <a:spLocks noGrp="1"/>
          </p:cNvSpPr>
          <p:nvPr>
            <p:ph type="ftr" sz="quarter" idx="11"/>
          </p:nvPr>
        </p:nvSpPr>
        <p:spPr/>
        <p:txBody>
          <a:bodyPr/>
          <a:lstStyle/>
          <a:p>
            <a:r>
              <a:rPr lang="en-US" smtClean="0"/>
              <a:t>Use Insert &gt; Header and Footer to Update Confidentiality Requirements</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3739386509"/>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1" name="Title 10"/>
          <p:cNvSpPr>
            <a:spLocks noGrp="1"/>
          </p:cNvSpPr>
          <p:nvPr>
            <p:ph type="title"/>
          </p:nvPr>
        </p:nvSpPr>
        <p:spPr/>
        <p:txBody>
          <a:bodyPr>
            <a:noAutofit/>
          </a:bodyPr>
          <a:lstStyle/>
          <a:p>
            <a:r>
              <a:rPr lang="en-US" smtClean="0"/>
              <a:t>Click to edit Master title style</a:t>
            </a:r>
            <a:endParaRPr dirty="0"/>
          </a:p>
        </p:txBody>
      </p:sp>
      <p:sp>
        <p:nvSpPr>
          <p:cNvPr id="3" name="Text Placeholder 2"/>
          <p:cNvSpPr>
            <a:spLocks noGrp="1"/>
          </p:cNvSpPr>
          <p:nvPr>
            <p:ph type="body" idx="1"/>
          </p:nvPr>
        </p:nvSpPr>
        <p:spPr>
          <a:xfrm>
            <a:off x="531812" y="1524000"/>
            <a:ext cx="5413248" cy="762000"/>
          </a:xfrm>
        </p:spPr>
        <p:txBody>
          <a:bodyPr anchor="ctr">
            <a:noAutofit/>
          </a:bodyPr>
          <a:lstStyle>
            <a:lvl1pPr marL="0" indent="0">
              <a:spcBef>
                <a:spcPts val="0"/>
              </a:spcBef>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531812" y="2362200"/>
            <a:ext cx="5413248" cy="35814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cxnSp>
        <p:nvCxnSpPr>
          <p:cNvPr id="10" name="Straight Connector 9"/>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5" name="Text Placeholder 4"/>
          <p:cNvSpPr>
            <a:spLocks noGrp="1"/>
          </p:cNvSpPr>
          <p:nvPr>
            <p:ph type="body" sz="quarter" idx="3"/>
          </p:nvPr>
        </p:nvSpPr>
        <p:spPr>
          <a:xfrm>
            <a:off x="6243764" y="1524000"/>
            <a:ext cx="5413248" cy="762000"/>
          </a:xfrm>
        </p:spPr>
        <p:txBody>
          <a:bodyPr anchor="ctr">
            <a:noAutofit/>
          </a:bodyPr>
          <a:lstStyle>
            <a:lvl1pPr marL="0" indent="0">
              <a:spcBef>
                <a:spcPts val="0"/>
              </a:spcBef>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43764" y="2362200"/>
            <a:ext cx="5413248" cy="35814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7" name="Date Placeholder 6"/>
          <p:cNvSpPr>
            <a:spLocks noGrp="1"/>
          </p:cNvSpPr>
          <p:nvPr>
            <p:ph type="dt" sz="half" idx="10"/>
          </p:nvPr>
        </p:nvSpPr>
        <p:spPr/>
        <p:txBody>
          <a:bodyPr>
            <a:noAutofit/>
          </a:bodyPr>
          <a:lstStyle/>
          <a:p>
            <a:fld id="{A82E76FC-0A8F-4723-ADCF-24816DB5D303}" type="datetime1">
              <a:rPr lang="en-US" smtClean="0"/>
              <a:t>8/15/2014</a:t>
            </a:fld>
            <a:endParaRPr dirty="0"/>
          </a:p>
        </p:txBody>
      </p:sp>
      <p:sp>
        <p:nvSpPr>
          <p:cNvPr id="8" name="Footer Placeholder 7"/>
          <p:cNvSpPr>
            <a:spLocks noGrp="1"/>
          </p:cNvSpPr>
          <p:nvPr>
            <p:ph type="ftr" sz="quarter" idx="11"/>
          </p:nvPr>
        </p:nvSpPr>
        <p:spPr/>
        <p:txBody>
          <a:bodyPr>
            <a:noAutofit/>
          </a:bodyPr>
          <a:lstStyle/>
          <a:p>
            <a:r>
              <a:rPr lang="en-US" smtClean="0"/>
              <a:t>Use Insert &gt; Header and Footer to Update Confidentiality Requirements</a:t>
            </a:r>
            <a:endParaRPr dirty="0"/>
          </a:p>
        </p:txBody>
      </p:sp>
      <p:sp>
        <p:nvSpPr>
          <p:cNvPr id="9" name="Slide Number Placeholder 8"/>
          <p:cNvSpPr>
            <a:spLocks noGrp="1"/>
          </p:cNvSpPr>
          <p:nvPr>
            <p:ph type="sldNum" sz="quarter" idx="12"/>
          </p:nvPr>
        </p:nvSpPr>
        <p:spPr/>
        <p:txBody>
          <a:bodyPr>
            <a:noAutofit/>
          </a:bodyPr>
          <a:lstStyle/>
          <a:p>
            <a:fld id="{C51EAA63-D034-42AE-91FA-B13B9518C7BE}" type="slidenum">
              <a:rPr/>
              <a:pPr/>
              <a:t>‹#›</a:t>
            </a:fld>
            <a:endParaRPr dirty="0"/>
          </a:p>
        </p:txBody>
      </p:sp>
    </p:spTree>
    <p:extLst>
      <p:ext uri="{BB962C8B-B14F-4D97-AF65-F5344CB8AC3E}">
        <p14:creationId xmlns="" xmlns:p14="http://schemas.microsoft.com/office/powerpoint/2010/main" val="3787001877"/>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E6072CAC-EEAD-4EDC-A422-DF845DE1FA93}" type="datetime1">
              <a:rPr lang="en-US" smtClean="0"/>
              <a:t>8/15/2014</a:t>
            </a:fld>
            <a:endParaRPr dirty="0"/>
          </a:p>
        </p:txBody>
      </p:sp>
      <p:sp>
        <p:nvSpPr>
          <p:cNvPr id="4" name="Footer Placeholder 3"/>
          <p:cNvSpPr>
            <a:spLocks noGrp="1"/>
          </p:cNvSpPr>
          <p:nvPr>
            <p:ph type="ftr" sz="quarter" idx="11"/>
          </p:nvPr>
        </p:nvSpPr>
        <p:spPr/>
        <p:txBody>
          <a:bodyPr/>
          <a:lstStyle/>
          <a:p>
            <a:r>
              <a:rPr lang="en-US" smtClean="0"/>
              <a:t>Use Insert &gt; Header and Footer to Update Confidentiality Requirements</a:t>
            </a:r>
            <a:endParaRPr dirty="0"/>
          </a:p>
        </p:txBody>
      </p:sp>
      <p:sp>
        <p:nvSpPr>
          <p:cNvPr id="5" name="Slide Number Placeholder 4"/>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3337699384"/>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and Subtitle">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smtClean="0"/>
              <a:t>Click to edit Master title style</a:t>
            </a:r>
            <a:endParaRPr dirty="0"/>
          </a:p>
        </p:txBody>
      </p:sp>
      <p:sp>
        <p:nvSpPr>
          <p:cNvPr id="6" name="Text Placeholder 12"/>
          <p:cNvSpPr>
            <a:spLocks noGrp="1"/>
          </p:cNvSpPr>
          <p:nvPr>
            <p:ph type="body" sz="quarter" idx="13" hasCustomPrompt="1"/>
          </p:nvPr>
        </p:nvSpPr>
        <p:spPr>
          <a:xfrm>
            <a:off x="531814" y="1373741"/>
            <a:ext cx="11125198" cy="343299"/>
          </a:xfrm>
        </p:spPr>
        <p:txBody>
          <a:bodyPr>
            <a:noAutofit/>
          </a:bodyPr>
          <a:lstStyle>
            <a:lvl1pPr marL="1588" indent="0">
              <a:spcBef>
                <a:spcPts val="0"/>
              </a:spcBef>
              <a:buFontTx/>
              <a:buNone/>
              <a:defRPr sz="2400" b="1"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subtitle</a:t>
            </a:r>
          </a:p>
        </p:txBody>
      </p:sp>
      <p:sp>
        <p:nvSpPr>
          <p:cNvPr id="3" name="Date Placeholder 2"/>
          <p:cNvSpPr>
            <a:spLocks noGrp="1"/>
          </p:cNvSpPr>
          <p:nvPr>
            <p:ph type="dt" sz="half" idx="10"/>
          </p:nvPr>
        </p:nvSpPr>
        <p:spPr/>
        <p:txBody>
          <a:bodyPr/>
          <a:lstStyle/>
          <a:p>
            <a:fld id="{4C0F2239-36E0-447B-BC26-F1B5D4C02A3C}" type="datetime1">
              <a:rPr lang="en-US" smtClean="0"/>
              <a:t>8/15/2014</a:t>
            </a:fld>
            <a:endParaRPr dirty="0"/>
          </a:p>
        </p:txBody>
      </p:sp>
      <p:sp>
        <p:nvSpPr>
          <p:cNvPr id="4" name="Footer Placeholder 3"/>
          <p:cNvSpPr>
            <a:spLocks noGrp="1"/>
          </p:cNvSpPr>
          <p:nvPr>
            <p:ph type="ftr" sz="quarter" idx="11"/>
          </p:nvPr>
        </p:nvSpPr>
        <p:spPr/>
        <p:txBody>
          <a:bodyPr/>
          <a:lstStyle/>
          <a:p>
            <a:r>
              <a:rPr lang="en-US" smtClean="0"/>
              <a:t>Use Insert &gt; Header and Footer to Update Confidentiality Requirements</a:t>
            </a:r>
            <a:endParaRPr dirty="0"/>
          </a:p>
        </p:txBody>
      </p:sp>
      <p:sp>
        <p:nvSpPr>
          <p:cNvPr id="5" name="Slide Number Placeholder 4"/>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4163620386"/>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4A7EF19-D0C1-4003-872A-B1D657D82010}" type="datetime1">
              <a:rPr lang="en-US" smtClean="0"/>
              <a:t>8/15/2014</a:t>
            </a:fld>
            <a:endParaRPr dirty="0"/>
          </a:p>
        </p:txBody>
      </p:sp>
      <p:sp>
        <p:nvSpPr>
          <p:cNvPr id="3" name="Footer Placeholder 2"/>
          <p:cNvSpPr>
            <a:spLocks noGrp="1"/>
          </p:cNvSpPr>
          <p:nvPr>
            <p:ph type="ftr" sz="quarter" idx="11"/>
          </p:nvPr>
        </p:nvSpPr>
        <p:spPr/>
        <p:txBody>
          <a:bodyPr/>
          <a:lstStyle/>
          <a:p>
            <a:r>
              <a:rPr lang="en-US" smtClean="0"/>
              <a:t>Use Insert &gt; Header and Footer to Update Confidentiality Requirements</a:t>
            </a:r>
            <a:endParaRPr dirty="0"/>
          </a:p>
        </p:txBody>
      </p:sp>
      <p:sp>
        <p:nvSpPr>
          <p:cNvPr id="4" name="Slide Number Placeholder 3"/>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3608229342"/>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smtClean="0"/>
              <a:t>Click to edit Master title style</a:t>
            </a:r>
            <a:endParaRPr dirty="0"/>
          </a:p>
        </p:txBody>
      </p:sp>
      <p:sp>
        <p:nvSpPr>
          <p:cNvPr id="3" name="Content Placeholder 2" descr="Chart using colors from the approved palette included here"/>
          <p:cNvSpPr>
            <a:spLocks noGrp="1"/>
          </p:cNvSpPr>
          <p:nvPr>
            <p:ph idx="1"/>
          </p:nvPr>
        </p:nvSpPr>
        <p:spPr>
          <a:xfrm>
            <a:off x="531662" y="1524000"/>
            <a:ext cx="7589520" cy="44196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Text Placeholder 3"/>
          <p:cNvSpPr>
            <a:spLocks noGrp="1"/>
          </p:cNvSpPr>
          <p:nvPr>
            <p:ph type="body" sz="half" idx="2"/>
          </p:nvPr>
        </p:nvSpPr>
        <p:spPr>
          <a:xfrm>
            <a:off x="8777288" y="1524001"/>
            <a:ext cx="2879725" cy="4419600"/>
          </a:xfrm>
        </p:spPr>
        <p:txBody>
          <a:bodyPr>
            <a:noAutofit/>
          </a:bodyPr>
          <a:lstStyle>
            <a:lvl1pPr marL="0" indent="0">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ABB17C6-020C-401D-B0BA-C3B91C03B7B9}" type="datetime1">
              <a:rPr lang="en-US" smtClean="0"/>
              <a:t>8/15/2014</a:t>
            </a:fld>
            <a:endParaRPr dirty="0"/>
          </a:p>
        </p:txBody>
      </p:sp>
      <p:sp>
        <p:nvSpPr>
          <p:cNvPr id="6" name="Footer Placeholder 5"/>
          <p:cNvSpPr>
            <a:spLocks noGrp="1"/>
          </p:cNvSpPr>
          <p:nvPr>
            <p:ph type="ftr" sz="quarter" idx="11"/>
          </p:nvPr>
        </p:nvSpPr>
        <p:spPr/>
        <p:txBody>
          <a:bodyPr/>
          <a:lstStyle/>
          <a:p>
            <a:r>
              <a:rPr lang="en-US" smtClean="0"/>
              <a:t>Use Insert &gt; Header and Footer to Update Confidentiality Requirements</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3457850703"/>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smtClean="0"/>
              <a:t>Click to edit Master title style</a:t>
            </a:r>
            <a:endParaRPr dirty="0"/>
          </a:p>
        </p:txBody>
      </p:sp>
      <p:sp>
        <p:nvSpPr>
          <p:cNvPr id="3" name="Picture Placeholder 2" descr="4-color photo can be included here"/>
          <p:cNvSpPr>
            <a:spLocks noGrp="1"/>
          </p:cNvSpPr>
          <p:nvPr>
            <p:ph type="pic" idx="1"/>
          </p:nvPr>
        </p:nvSpPr>
        <p:spPr bwMode="gray">
          <a:xfrm>
            <a:off x="531813" y="1524000"/>
            <a:ext cx="6095999" cy="4416725"/>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4" name="Text Placeholder 3"/>
          <p:cNvSpPr>
            <a:spLocks noGrp="1"/>
          </p:cNvSpPr>
          <p:nvPr>
            <p:ph type="body" sz="half" idx="2"/>
          </p:nvPr>
        </p:nvSpPr>
        <p:spPr>
          <a:xfrm>
            <a:off x="7008812" y="1524000"/>
            <a:ext cx="4648201" cy="4419600"/>
          </a:xfrm>
        </p:spPr>
        <p:txBody>
          <a:bodyPr>
            <a:noAutofit/>
          </a:bodyPr>
          <a:lstStyle>
            <a:lvl1pPr marL="0" indent="0">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CD744FC-8F58-4545-9CBE-681206890172}" type="datetime1">
              <a:rPr lang="en-US" smtClean="0"/>
              <a:t>8/15/2014</a:t>
            </a:fld>
            <a:endParaRPr dirty="0"/>
          </a:p>
        </p:txBody>
      </p:sp>
      <p:sp>
        <p:nvSpPr>
          <p:cNvPr id="6" name="Footer Placeholder 5"/>
          <p:cNvSpPr>
            <a:spLocks noGrp="1"/>
          </p:cNvSpPr>
          <p:nvPr>
            <p:ph type="ftr" sz="quarter" idx="11"/>
          </p:nvPr>
        </p:nvSpPr>
        <p:spPr/>
        <p:txBody>
          <a:bodyPr/>
          <a:lstStyle/>
          <a:p>
            <a:r>
              <a:rPr lang="en-US" smtClean="0"/>
              <a:t>Use Insert &gt; Header and Footer to Update Confidentiality Requirements</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3058274766"/>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wo Pictures with Captions">
    <p:spTree>
      <p:nvGrpSpPr>
        <p:cNvPr id="1" name=""/>
        <p:cNvGrpSpPr/>
        <p:nvPr/>
      </p:nvGrpSpPr>
      <p:grpSpPr>
        <a:xfrm>
          <a:off x="0" y="0"/>
          <a:ext cx="0" cy="0"/>
          <a:chOff x="0" y="0"/>
          <a:chExt cx="0" cy="0"/>
        </a:xfrm>
      </p:grpSpPr>
      <p:sp>
        <p:nvSpPr>
          <p:cNvPr id="11" name="Title 10"/>
          <p:cNvSpPr>
            <a:spLocks noGrp="1"/>
          </p:cNvSpPr>
          <p:nvPr>
            <p:ph type="title"/>
          </p:nvPr>
        </p:nvSpPr>
        <p:spPr/>
        <p:txBody>
          <a:bodyPr>
            <a:noAutofit/>
          </a:bodyPr>
          <a:lstStyle/>
          <a:p>
            <a:r>
              <a:rPr lang="en-US" smtClean="0"/>
              <a:t>Click to edit Master title style</a:t>
            </a:r>
            <a:endParaRPr dirty="0"/>
          </a:p>
        </p:txBody>
      </p:sp>
      <p:sp>
        <p:nvSpPr>
          <p:cNvPr id="3" name="Picture Placeholder 2" descr="Two 4-color photos can be included here"/>
          <p:cNvSpPr>
            <a:spLocks noGrp="1"/>
          </p:cNvSpPr>
          <p:nvPr>
            <p:ph type="pic" idx="1"/>
          </p:nvPr>
        </p:nvSpPr>
        <p:spPr bwMode="gray">
          <a:xfrm>
            <a:off x="531813" y="1524000"/>
            <a:ext cx="5413248" cy="347472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4" name="Text Placeholder 3"/>
          <p:cNvSpPr>
            <a:spLocks noGrp="1"/>
          </p:cNvSpPr>
          <p:nvPr>
            <p:ph type="body" sz="half" idx="2"/>
          </p:nvPr>
        </p:nvSpPr>
        <p:spPr>
          <a:xfrm>
            <a:off x="531812" y="5105400"/>
            <a:ext cx="5410200" cy="838200"/>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8" name="Straight Connector 7"/>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9" name="Picture Placeholder 2"/>
          <p:cNvSpPr>
            <a:spLocks noGrp="1"/>
          </p:cNvSpPr>
          <p:nvPr>
            <p:ph type="pic" idx="13"/>
          </p:nvPr>
        </p:nvSpPr>
        <p:spPr bwMode="gray">
          <a:xfrm>
            <a:off x="6246812" y="1524000"/>
            <a:ext cx="5413248" cy="347472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10" name="Text Placeholder 3"/>
          <p:cNvSpPr>
            <a:spLocks noGrp="1"/>
          </p:cNvSpPr>
          <p:nvPr>
            <p:ph type="body" sz="half" idx="14"/>
          </p:nvPr>
        </p:nvSpPr>
        <p:spPr>
          <a:xfrm>
            <a:off x="6246811" y="5105400"/>
            <a:ext cx="5410200" cy="838200"/>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B96C065-2418-4BE0-8459-169388A15ED7}" type="datetime1">
              <a:rPr lang="en-US" smtClean="0"/>
              <a:t>8/15/2014</a:t>
            </a:fld>
            <a:endParaRPr dirty="0"/>
          </a:p>
        </p:txBody>
      </p:sp>
      <p:sp>
        <p:nvSpPr>
          <p:cNvPr id="6" name="Footer Placeholder 5"/>
          <p:cNvSpPr>
            <a:spLocks noGrp="1"/>
          </p:cNvSpPr>
          <p:nvPr>
            <p:ph type="ftr" sz="quarter" idx="11"/>
          </p:nvPr>
        </p:nvSpPr>
        <p:spPr/>
        <p:txBody>
          <a:bodyPr/>
          <a:lstStyle/>
          <a:p>
            <a:r>
              <a:rPr lang="en-US" smtClean="0"/>
              <a:t>Use Insert &gt; Header and Footer to Update Confidentiality Requirements</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908982256"/>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hree Pictures with Captions">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smtClean="0"/>
              <a:t>Click to edit Master title style</a:t>
            </a:r>
            <a:endParaRPr dirty="0"/>
          </a:p>
        </p:txBody>
      </p:sp>
      <p:sp>
        <p:nvSpPr>
          <p:cNvPr id="3" name="Picture Placeholder 2" descr="Three 4-color photos can be included here"/>
          <p:cNvSpPr>
            <a:spLocks noGrp="1"/>
          </p:cNvSpPr>
          <p:nvPr>
            <p:ph type="pic" idx="1"/>
          </p:nvPr>
        </p:nvSpPr>
        <p:spPr bwMode="gray">
          <a:xfrm>
            <a:off x="531813" y="1524000"/>
            <a:ext cx="3474720" cy="304800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4" name="Text Placeholder 3"/>
          <p:cNvSpPr>
            <a:spLocks noGrp="1"/>
          </p:cNvSpPr>
          <p:nvPr>
            <p:ph type="body" sz="half" idx="2"/>
          </p:nvPr>
        </p:nvSpPr>
        <p:spPr>
          <a:xfrm>
            <a:off x="531812" y="4701396"/>
            <a:ext cx="3474720" cy="1242204"/>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1" name="Straight Connector 10"/>
          <p:cNvCxnSpPr/>
          <p:nvPr/>
        </p:nvCxnSpPr>
        <p:spPr bwMode="ltGray">
          <a:xfrm>
            <a:off x="4189412"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9" name="Picture Placeholder 2"/>
          <p:cNvSpPr>
            <a:spLocks noGrp="1"/>
          </p:cNvSpPr>
          <p:nvPr>
            <p:ph type="pic" idx="13"/>
          </p:nvPr>
        </p:nvSpPr>
        <p:spPr bwMode="gray">
          <a:xfrm>
            <a:off x="4357052" y="1524000"/>
            <a:ext cx="3474720" cy="304800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10" name="Text Placeholder 3"/>
          <p:cNvSpPr>
            <a:spLocks noGrp="1"/>
          </p:cNvSpPr>
          <p:nvPr>
            <p:ph type="body" sz="half" idx="14"/>
          </p:nvPr>
        </p:nvSpPr>
        <p:spPr>
          <a:xfrm>
            <a:off x="4357052" y="4701396"/>
            <a:ext cx="3474720" cy="1242204"/>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2" name="Straight Connector 11"/>
          <p:cNvCxnSpPr/>
          <p:nvPr/>
        </p:nvCxnSpPr>
        <p:spPr bwMode="ltGray">
          <a:xfrm>
            <a:off x="7999412"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13" name="Picture Placeholder 2"/>
          <p:cNvSpPr>
            <a:spLocks noGrp="1"/>
          </p:cNvSpPr>
          <p:nvPr>
            <p:ph type="pic" idx="15"/>
          </p:nvPr>
        </p:nvSpPr>
        <p:spPr bwMode="gray">
          <a:xfrm>
            <a:off x="8182292" y="1524000"/>
            <a:ext cx="3474720" cy="304800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14" name="Text Placeholder 3"/>
          <p:cNvSpPr>
            <a:spLocks noGrp="1"/>
          </p:cNvSpPr>
          <p:nvPr>
            <p:ph type="body" sz="half" idx="16"/>
          </p:nvPr>
        </p:nvSpPr>
        <p:spPr>
          <a:xfrm>
            <a:off x="8182292" y="4701396"/>
            <a:ext cx="3474720" cy="1242204"/>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943484F-7EF3-4E0F-A7AC-82ACCFB6D1C6}" type="datetime1">
              <a:rPr lang="en-US" smtClean="0"/>
              <a:t>8/15/2014</a:t>
            </a:fld>
            <a:endParaRPr dirty="0"/>
          </a:p>
        </p:txBody>
      </p:sp>
      <p:sp>
        <p:nvSpPr>
          <p:cNvPr id="6" name="Footer Placeholder 5"/>
          <p:cNvSpPr>
            <a:spLocks noGrp="1"/>
          </p:cNvSpPr>
          <p:nvPr>
            <p:ph type="ftr" sz="quarter" idx="11"/>
          </p:nvPr>
        </p:nvSpPr>
        <p:spPr/>
        <p:txBody>
          <a:bodyPr/>
          <a:lstStyle/>
          <a:p>
            <a:r>
              <a:rPr lang="en-US" smtClean="0"/>
              <a:t>Use Insert &gt; Header and Footer to Update Confidentiality Requirements</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2790854713"/>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martphone and Tablet: Horizontal">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mtClean="0"/>
              <a:t>Click to edit Master title style</a:t>
            </a:r>
            <a:endParaRPr dirty="0"/>
          </a:p>
        </p:txBody>
      </p:sp>
      <p:pic>
        <p:nvPicPr>
          <p:cNvPr id="2" name="Picture 1" descr="Photos, screen captures, graphics can be inserted in a white mobile phone and tablet"/>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3916717" y="1522826"/>
            <a:ext cx="6495366" cy="4567423"/>
          </a:xfrm>
          <a:prstGeom prst="rect">
            <a:avLst/>
          </a:prstGeom>
        </p:spPr>
      </p:pic>
      <p:sp>
        <p:nvSpPr>
          <p:cNvPr id="9" name="Picture Placeholder 2"/>
          <p:cNvSpPr>
            <a:spLocks noGrp="1"/>
          </p:cNvSpPr>
          <p:nvPr>
            <p:ph type="pic" idx="13"/>
          </p:nvPr>
        </p:nvSpPr>
        <p:spPr bwMode="gray">
          <a:xfrm>
            <a:off x="4532312" y="1850231"/>
            <a:ext cx="5246688" cy="3969544"/>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5" name="Date Placeholder 4"/>
          <p:cNvSpPr>
            <a:spLocks noGrp="1"/>
          </p:cNvSpPr>
          <p:nvPr>
            <p:ph type="dt" sz="half" idx="10"/>
          </p:nvPr>
        </p:nvSpPr>
        <p:spPr/>
        <p:txBody>
          <a:bodyPr/>
          <a:lstStyle/>
          <a:p>
            <a:fld id="{1130317A-453F-4546-BC82-A1BCD6FD3C52}" type="datetime1">
              <a:rPr lang="en-US" smtClean="0"/>
              <a:t>8/15/2014</a:t>
            </a:fld>
            <a:endParaRPr dirty="0"/>
          </a:p>
        </p:txBody>
      </p:sp>
      <p:sp>
        <p:nvSpPr>
          <p:cNvPr id="6" name="Footer Placeholder 5"/>
          <p:cNvSpPr>
            <a:spLocks noGrp="1"/>
          </p:cNvSpPr>
          <p:nvPr>
            <p:ph type="ftr" sz="quarter" idx="11"/>
          </p:nvPr>
        </p:nvSpPr>
        <p:spPr/>
        <p:txBody>
          <a:bodyPr/>
          <a:lstStyle/>
          <a:p>
            <a:r>
              <a:rPr lang="en-US" smtClean="0"/>
              <a:t>Use Insert &gt; Header and Footer to Update Confidentiality Requirements</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pic>
        <p:nvPicPr>
          <p:cNvPr id="12" name="Picture 11" descr="Photos, screen captures, graphics can be inserted in a white mobile phone and tablet"/>
          <p:cNvPicPr>
            <a:picLocks noChangeAspect="1"/>
          </p:cNvPicPr>
          <p:nvPr userDrawn="1"/>
        </p:nvPicPr>
        <p:blipFill rotWithShape="1">
          <a:blip r:embed="rId3" cstate="print">
            <a:extLst>
              <a:ext uri="{28A0092B-C50C-407E-A947-70E740481C1C}">
                <a14:useLocalDpi xmlns="" xmlns:a14="http://schemas.microsoft.com/office/drawing/2010/main" val="0"/>
              </a:ext>
            </a:extLst>
          </a:blip>
          <a:srcRect/>
          <a:stretch/>
        </p:blipFill>
        <p:spPr>
          <a:xfrm>
            <a:off x="1770062" y="1828800"/>
            <a:ext cx="1840875" cy="3887139"/>
          </a:xfrm>
          <a:prstGeom prst="rect">
            <a:avLst/>
          </a:prstGeom>
        </p:spPr>
      </p:pic>
      <p:sp>
        <p:nvSpPr>
          <p:cNvPr id="13" name="Picture Placeholder 2"/>
          <p:cNvSpPr>
            <a:spLocks noGrp="1"/>
          </p:cNvSpPr>
          <p:nvPr>
            <p:ph type="pic" idx="1"/>
          </p:nvPr>
        </p:nvSpPr>
        <p:spPr bwMode="gray">
          <a:xfrm>
            <a:off x="1888693" y="2372664"/>
            <a:ext cx="1618488" cy="2834640"/>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Tree>
    <p:extLst>
      <p:ext uri="{BB962C8B-B14F-4D97-AF65-F5344CB8AC3E}">
        <p14:creationId xmlns="" xmlns:p14="http://schemas.microsoft.com/office/powerpoint/2010/main" val="745444510"/>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martphone and Tablet: Vertical">
    <p:spTree>
      <p:nvGrpSpPr>
        <p:cNvPr id="1" name=""/>
        <p:cNvGrpSpPr/>
        <p:nvPr/>
      </p:nvGrpSpPr>
      <p:grpSpPr>
        <a:xfrm>
          <a:off x="0" y="0"/>
          <a:ext cx="0" cy="0"/>
          <a:chOff x="0" y="0"/>
          <a:chExt cx="0" cy="0"/>
        </a:xfrm>
      </p:grpSpPr>
      <p:sp>
        <p:nvSpPr>
          <p:cNvPr id="2" name="Title 1"/>
          <p:cNvSpPr>
            <a:spLocks noGrp="1"/>
          </p:cNvSpPr>
          <p:nvPr>
            <p:ph type="title"/>
          </p:nvPr>
        </p:nvSpPr>
        <p:spPr>
          <a:xfrm>
            <a:off x="531812" y="406400"/>
            <a:ext cx="5852160" cy="889000"/>
          </a:xfrm>
        </p:spPr>
        <p:txBody>
          <a:bodyPr anchor="b">
            <a:noAutofit/>
          </a:bodyPr>
          <a:lstStyle>
            <a:lvl1pPr algn="l">
              <a:defRPr sz="3600" b="0"/>
            </a:lvl1pPr>
          </a:lstStyle>
          <a:p>
            <a:r>
              <a:rPr lang="en-US" smtClean="0"/>
              <a:t>Click to edit Master title style</a:t>
            </a:r>
            <a:endParaRPr dirty="0"/>
          </a:p>
        </p:txBody>
      </p:sp>
      <p:pic>
        <p:nvPicPr>
          <p:cNvPr id="13" name="Picture 12" descr="Photos, screen captures, graphics can be inserted in a white mobile phone and tablet"/>
          <p:cNvPicPr>
            <a:picLocks noChangeAspect="1"/>
          </p:cNvPicPr>
          <p:nvPr/>
        </p:nvPicPr>
        <p:blipFill rotWithShape="1">
          <a:blip r:embed="rId2" cstate="print">
            <a:extLst>
              <a:ext uri="{28A0092B-C50C-407E-A947-70E740481C1C}">
                <a14:useLocalDpi xmlns="" xmlns:a14="http://schemas.microsoft.com/office/drawing/2010/main" val="0"/>
              </a:ext>
            </a:extLst>
          </a:blip>
          <a:srcRect/>
          <a:stretch/>
        </p:blipFill>
        <p:spPr>
          <a:xfrm>
            <a:off x="3960812" y="1905000"/>
            <a:ext cx="1840875" cy="3887139"/>
          </a:xfrm>
          <a:prstGeom prst="rect">
            <a:avLst/>
          </a:prstGeom>
        </p:spPr>
      </p:pic>
      <p:sp>
        <p:nvSpPr>
          <p:cNvPr id="14" name="Picture Placeholder 2"/>
          <p:cNvSpPr>
            <a:spLocks noGrp="1"/>
          </p:cNvSpPr>
          <p:nvPr>
            <p:ph type="pic" idx="1"/>
          </p:nvPr>
        </p:nvSpPr>
        <p:spPr bwMode="gray">
          <a:xfrm>
            <a:off x="4079443" y="2448864"/>
            <a:ext cx="1618488" cy="2834640"/>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pic>
        <p:nvPicPr>
          <p:cNvPr id="10" name="Picture 9" descr="Photos, screen captures, graphics can be inserted in a white mobile phone and tablet"/>
          <p:cNvPicPr>
            <a:picLocks noChangeAspect="1"/>
          </p:cNvPicPr>
          <p:nvPr/>
        </p:nvPicPr>
        <p:blipFill rotWithShape="1">
          <a:blip r:embed="rId3" cstate="print">
            <a:extLst>
              <a:ext uri="{28A0092B-C50C-407E-A947-70E740481C1C}">
                <a14:useLocalDpi xmlns="" xmlns:a14="http://schemas.microsoft.com/office/drawing/2010/main" val="0"/>
              </a:ext>
            </a:extLst>
          </a:blip>
          <a:srcRect r="7518"/>
          <a:stretch/>
        </p:blipFill>
        <p:spPr>
          <a:xfrm rot="5400000">
            <a:off x="5748377" y="1113567"/>
            <a:ext cx="6007047" cy="4567423"/>
          </a:xfrm>
          <a:prstGeom prst="rect">
            <a:avLst/>
          </a:prstGeom>
        </p:spPr>
      </p:pic>
      <p:sp>
        <p:nvSpPr>
          <p:cNvPr id="9" name="Picture Placeholder 2"/>
          <p:cNvSpPr>
            <a:spLocks noGrp="1"/>
          </p:cNvSpPr>
          <p:nvPr>
            <p:ph type="pic" idx="13"/>
          </p:nvPr>
        </p:nvSpPr>
        <p:spPr bwMode="gray">
          <a:xfrm>
            <a:off x="6747673" y="1013144"/>
            <a:ext cx="3962137" cy="5252348"/>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5" name="Date Placeholder 4"/>
          <p:cNvSpPr>
            <a:spLocks noGrp="1"/>
          </p:cNvSpPr>
          <p:nvPr>
            <p:ph type="dt" sz="half" idx="10"/>
          </p:nvPr>
        </p:nvSpPr>
        <p:spPr/>
        <p:txBody>
          <a:bodyPr/>
          <a:lstStyle/>
          <a:p>
            <a:fld id="{B97EE7DD-455E-4BB7-8C08-1E9CA9445235}" type="datetime1">
              <a:rPr lang="en-US" smtClean="0"/>
              <a:t>8/15/2014</a:t>
            </a:fld>
            <a:endParaRPr dirty="0"/>
          </a:p>
        </p:txBody>
      </p:sp>
      <p:sp>
        <p:nvSpPr>
          <p:cNvPr id="6" name="Footer Placeholder 5"/>
          <p:cNvSpPr>
            <a:spLocks noGrp="1"/>
          </p:cNvSpPr>
          <p:nvPr>
            <p:ph type="ftr" sz="quarter" idx="11"/>
          </p:nvPr>
        </p:nvSpPr>
        <p:spPr/>
        <p:txBody>
          <a:bodyPr/>
          <a:lstStyle/>
          <a:p>
            <a:r>
              <a:rPr lang="en-US" smtClean="0"/>
              <a:t>Use Insert &gt; Header and Footer to Update Confidentiality Requirements</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2720634047"/>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extLst mod="1">
    <p:ext uri="{DCECCB84-F9BA-43D5-87BE-67443E8EF086}">
      <p15:sldGuideLst xmlns="" xmlns:p15="http://schemas.microsoft.com/office/powerpoint/2012/main">
        <p15:guide id="1" orient="horz" pos="2160" userDrawn="1">
          <p15:clr>
            <a:srgbClr val="FBAE40"/>
          </p15:clr>
        </p15:guide>
        <p15:guide id="2" pos="3839"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Android Smartphone and Tablet: Horizontal">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mtClean="0"/>
              <a:t>Click to edit Master title style</a:t>
            </a:r>
            <a:endParaRPr dirty="0"/>
          </a:p>
        </p:txBody>
      </p:sp>
      <p:sp>
        <p:nvSpPr>
          <p:cNvPr id="5" name="Date Placeholder 4"/>
          <p:cNvSpPr>
            <a:spLocks noGrp="1"/>
          </p:cNvSpPr>
          <p:nvPr>
            <p:ph type="dt" sz="half" idx="10"/>
          </p:nvPr>
        </p:nvSpPr>
        <p:spPr/>
        <p:txBody>
          <a:bodyPr/>
          <a:lstStyle/>
          <a:p>
            <a:fld id="{CF2C2D30-8B63-46A6-A4A5-4C4203BD7AE0}" type="datetime1">
              <a:rPr lang="en-US" smtClean="0"/>
              <a:t>8/15/2014</a:t>
            </a:fld>
            <a:endParaRPr dirty="0"/>
          </a:p>
        </p:txBody>
      </p:sp>
      <p:sp>
        <p:nvSpPr>
          <p:cNvPr id="6" name="Footer Placeholder 5"/>
          <p:cNvSpPr>
            <a:spLocks noGrp="1"/>
          </p:cNvSpPr>
          <p:nvPr>
            <p:ph type="ftr" sz="quarter" idx="11"/>
          </p:nvPr>
        </p:nvSpPr>
        <p:spPr/>
        <p:txBody>
          <a:bodyPr/>
          <a:lstStyle/>
          <a:p>
            <a:r>
              <a:rPr lang="en-US" smtClean="0"/>
              <a:t>Use Insert &gt; Header and Footer to Update Confidentiality Requirements</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pic>
        <p:nvPicPr>
          <p:cNvPr id="14" name="Picture 13"/>
          <p:cNvPicPr>
            <a:picLocks noChangeAspect="1"/>
          </p:cNvPicPr>
          <p:nvPr userDrawn="1"/>
        </p:nvPicPr>
        <p:blipFill>
          <a:blip r:embed="rId2" cstate="screen">
            <a:extLst>
              <a:ext uri="{28A0092B-C50C-407E-A947-70E740481C1C}">
                <a14:useLocalDpi xmlns="" xmlns:a14="http://schemas.microsoft.com/office/drawing/2010/main" val="0"/>
              </a:ext>
            </a:extLst>
          </a:blip>
          <a:stretch>
            <a:fillRect/>
          </a:stretch>
        </p:blipFill>
        <p:spPr>
          <a:xfrm>
            <a:off x="4257675" y="1584167"/>
            <a:ext cx="5829300" cy="4109594"/>
          </a:xfrm>
          <a:prstGeom prst="rect">
            <a:avLst/>
          </a:prstGeom>
        </p:spPr>
      </p:pic>
      <p:sp>
        <p:nvSpPr>
          <p:cNvPr id="16" name="Picture Placeholder 2"/>
          <p:cNvSpPr>
            <a:spLocks noGrp="1"/>
          </p:cNvSpPr>
          <p:nvPr>
            <p:ph type="pic" idx="13"/>
          </p:nvPr>
        </p:nvSpPr>
        <p:spPr bwMode="gray">
          <a:xfrm>
            <a:off x="4532312" y="1971675"/>
            <a:ext cx="5246688" cy="3324225"/>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pic>
        <p:nvPicPr>
          <p:cNvPr id="8" name="Picture 7"/>
          <p:cNvPicPr>
            <a:picLocks noChangeAspect="1"/>
          </p:cNvPicPr>
          <p:nvPr userDrawn="1"/>
        </p:nvPicPr>
        <p:blipFill>
          <a:blip r:embed="rId3" cstate="print">
            <a:extLst>
              <a:ext uri="{28A0092B-C50C-407E-A947-70E740481C1C}">
                <a14:useLocalDpi xmlns="" xmlns:a14="http://schemas.microsoft.com/office/drawing/2010/main" val="0"/>
              </a:ext>
            </a:extLst>
          </a:blip>
          <a:stretch>
            <a:fillRect/>
          </a:stretch>
        </p:blipFill>
        <p:spPr>
          <a:xfrm>
            <a:off x="1761299" y="1981200"/>
            <a:ext cx="1877251" cy="3634952"/>
          </a:xfrm>
          <a:prstGeom prst="rect">
            <a:avLst/>
          </a:prstGeom>
        </p:spPr>
      </p:pic>
      <p:sp>
        <p:nvSpPr>
          <p:cNvPr id="18" name="Picture Placeholder 2"/>
          <p:cNvSpPr>
            <a:spLocks noGrp="1"/>
          </p:cNvSpPr>
          <p:nvPr>
            <p:ph type="pic" idx="1"/>
          </p:nvPr>
        </p:nvSpPr>
        <p:spPr bwMode="gray">
          <a:xfrm>
            <a:off x="1885137" y="2363138"/>
            <a:ext cx="1631569" cy="2894661"/>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Tree>
    <p:extLst>
      <p:ext uri="{BB962C8B-B14F-4D97-AF65-F5344CB8AC3E}">
        <p14:creationId xmlns="" xmlns:p14="http://schemas.microsoft.com/office/powerpoint/2010/main" val="860819270"/>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Android Smartphone and Tablet: Vertical">
    <p:spTree>
      <p:nvGrpSpPr>
        <p:cNvPr id="1" name=""/>
        <p:cNvGrpSpPr/>
        <p:nvPr/>
      </p:nvGrpSpPr>
      <p:grpSpPr>
        <a:xfrm>
          <a:off x="0" y="0"/>
          <a:ext cx="0" cy="0"/>
          <a:chOff x="0" y="0"/>
          <a:chExt cx="0" cy="0"/>
        </a:xfrm>
      </p:grpSpPr>
      <p:sp>
        <p:nvSpPr>
          <p:cNvPr id="2" name="Title 1"/>
          <p:cNvSpPr>
            <a:spLocks noGrp="1"/>
          </p:cNvSpPr>
          <p:nvPr>
            <p:ph type="title"/>
          </p:nvPr>
        </p:nvSpPr>
        <p:spPr>
          <a:xfrm>
            <a:off x="531811" y="406400"/>
            <a:ext cx="5852160" cy="889000"/>
          </a:xfrm>
        </p:spPr>
        <p:txBody>
          <a:bodyPr anchor="b">
            <a:noAutofit/>
          </a:bodyPr>
          <a:lstStyle>
            <a:lvl1pPr algn="l">
              <a:defRPr sz="3600" b="0"/>
            </a:lvl1pPr>
          </a:lstStyle>
          <a:p>
            <a:r>
              <a:rPr lang="en-US" smtClean="0"/>
              <a:t>Click to edit Master title style</a:t>
            </a:r>
            <a:endParaRPr dirty="0"/>
          </a:p>
        </p:txBody>
      </p:sp>
      <p:sp>
        <p:nvSpPr>
          <p:cNvPr id="5" name="Date Placeholder 4"/>
          <p:cNvSpPr>
            <a:spLocks noGrp="1"/>
          </p:cNvSpPr>
          <p:nvPr>
            <p:ph type="dt" sz="half" idx="10"/>
          </p:nvPr>
        </p:nvSpPr>
        <p:spPr/>
        <p:txBody>
          <a:bodyPr/>
          <a:lstStyle/>
          <a:p>
            <a:fld id="{F8C7C5A8-36C8-4E79-ADA0-7D146EB8203D}" type="datetime1">
              <a:rPr lang="en-US" smtClean="0"/>
              <a:t>8/15/2014</a:t>
            </a:fld>
            <a:endParaRPr dirty="0"/>
          </a:p>
        </p:txBody>
      </p:sp>
      <p:sp>
        <p:nvSpPr>
          <p:cNvPr id="6" name="Footer Placeholder 5"/>
          <p:cNvSpPr>
            <a:spLocks noGrp="1"/>
          </p:cNvSpPr>
          <p:nvPr>
            <p:ph type="ftr" sz="quarter" idx="11"/>
          </p:nvPr>
        </p:nvSpPr>
        <p:spPr/>
        <p:txBody>
          <a:bodyPr/>
          <a:lstStyle/>
          <a:p>
            <a:r>
              <a:rPr lang="en-US" smtClean="0"/>
              <a:t>Use Insert &gt; Header and Footer to Update Confidentiality Requirements</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pic>
        <p:nvPicPr>
          <p:cNvPr id="13" name="Picture 12"/>
          <p:cNvPicPr>
            <a:picLocks noChangeAspect="1"/>
          </p:cNvPicPr>
          <p:nvPr userDrawn="1"/>
        </p:nvPicPr>
        <p:blipFill rotWithShape="1">
          <a:blip r:embed="rId2" cstate="screen">
            <a:extLst>
              <a:ext uri="{28A0092B-C50C-407E-A947-70E740481C1C}">
                <a14:useLocalDpi xmlns="" xmlns:a14="http://schemas.microsoft.com/office/drawing/2010/main" val="0"/>
              </a:ext>
            </a:extLst>
          </a:blip>
          <a:srcRect r="3674"/>
          <a:stretch/>
        </p:blipFill>
        <p:spPr>
          <a:xfrm rot="5400000">
            <a:off x="5794266" y="1258781"/>
            <a:ext cx="5935471" cy="4345394"/>
          </a:xfrm>
          <a:prstGeom prst="rect">
            <a:avLst/>
          </a:prstGeom>
        </p:spPr>
      </p:pic>
      <p:sp>
        <p:nvSpPr>
          <p:cNvPr id="11" name="Picture Placeholder 2"/>
          <p:cNvSpPr>
            <a:spLocks noGrp="1"/>
          </p:cNvSpPr>
          <p:nvPr>
            <p:ph type="pic" idx="13"/>
          </p:nvPr>
        </p:nvSpPr>
        <p:spPr bwMode="gray">
          <a:xfrm>
            <a:off x="7019925" y="771524"/>
            <a:ext cx="3486149" cy="5534025"/>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pic>
        <p:nvPicPr>
          <p:cNvPr id="17" name="Picture 16"/>
          <p:cNvPicPr>
            <a:picLocks noChangeAspect="1"/>
          </p:cNvPicPr>
          <p:nvPr userDrawn="1"/>
        </p:nvPicPr>
        <p:blipFill>
          <a:blip r:embed="rId3" cstate="print">
            <a:extLst>
              <a:ext uri="{28A0092B-C50C-407E-A947-70E740481C1C}">
                <a14:useLocalDpi xmlns="" xmlns:a14="http://schemas.microsoft.com/office/drawing/2010/main" val="0"/>
              </a:ext>
            </a:extLst>
          </a:blip>
          <a:stretch>
            <a:fillRect/>
          </a:stretch>
        </p:blipFill>
        <p:spPr>
          <a:xfrm>
            <a:off x="3961574" y="2019300"/>
            <a:ext cx="1877251" cy="3634952"/>
          </a:xfrm>
          <a:prstGeom prst="rect">
            <a:avLst/>
          </a:prstGeom>
        </p:spPr>
      </p:pic>
      <p:sp>
        <p:nvSpPr>
          <p:cNvPr id="18" name="Picture Placeholder 2"/>
          <p:cNvSpPr>
            <a:spLocks noGrp="1"/>
          </p:cNvSpPr>
          <p:nvPr>
            <p:ph type="pic" idx="14"/>
          </p:nvPr>
        </p:nvSpPr>
        <p:spPr bwMode="gray">
          <a:xfrm>
            <a:off x="4088968" y="2401238"/>
            <a:ext cx="1618488" cy="2894661"/>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Tree>
    <p:extLst>
      <p:ext uri="{BB962C8B-B14F-4D97-AF65-F5344CB8AC3E}">
        <p14:creationId xmlns="" xmlns:p14="http://schemas.microsoft.com/office/powerpoint/2010/main" val="187660172"/>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extLst mod="1">
    <p:ext uri="{DCECCB84-F9BA-43D5-87BE-67443E8EF086}">
      <p15:sldGuideLst xmlns="" xmlns:p15="http://schemas.microsoft.com/office/powerpoint/2012/main">
        <p15:guide id="1" orient="horz" pos="2160">
          <p15:clr>
            <a:srgbClr val="FBAE40"/>
          </p15:clr>
        </p15:guide>
        <p15:guide id="2" pos="3839">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Metric with Picture">
    <p:bg>
      <p:bgPr>
        <a:blipFill dpi="0" rotWithShape="1">
          <a:blip r:embed="rId2" cstate="print">
            <a:lum/>
            <a:extLst>
              <a:ext uri="{28A0092B-C50C-407E-A947-70E740481C1C}">
                <a14:useLocalDpi xmlns=""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8" name="Rectangle 7" descr="A large metric, brief statement, and 4-color photo can be included here"/>
          <p:cNvSpPr/>
          <p:nvPr/>
        </p:nvSpPr>
        <p:spPr bwMode="hidden">
          <a:xfrm>
            <a:off x="0" y="0"/>
            <a:ext cx="12188825" cy="6858000"/>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nvGrpSpPr>
          <p:cNvPr id="2" name="Group 1"/>
          <p:cNvGrpSpPr/>
          <p:nvPr/>
        </p:nvGrpSpPr>
        <p:grpSpPr>
          <a:xfrm>
            <a:off x="-287" y="0"/>
            <a:ext cx="12189399" cy="6858000"/>
            <a:chOff x="-287" y="0"/>
            <a:chExt cx="12189399" cy="6858000"/>
          </a:xfrm>
        </p:grpSpPr>
        <p:sp>
          <p:nvSpPr>
            <p:cNvPr id="10" name="Rectangle 9"/>
            <p:cNvSpPr/>
            <p:nvPr/>
          </p:nvSpPr>
          <p:spPr bwMode="gray">
            <a:xfrm>
              <a:off x="-287" y="0"/>
              <a:ext cx="193962" cy="6852146"/>
            </a:xfrm>
            <a:prstGeom prst="rect">
              <a:avLst/>
            </a:prstGeom>
            <a:solidFill>
              <a:srgbClr val="DCE3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1" name="Rectangle 10"/>
            <p:cNvSpPr/>
            <p:nvPr/>
          </p:nvSpPr>
          <p:spPr bwMode="gray">
            <a:xfrm>
              <a:off x="11995151" y="5854"/>
              <a:ext cx="193960" cy="6852146"/>
            </a:xfrm>
            <a:prstGeom prst="rect">
              <a:avLst/>
            </a:prstGeom>
            <a:solidFill>
              <a:srgbClr val="DCE3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2" name="Rectangle 11"/>
            <p:cNvSpPr/>
            <p:nvPr/>
          </p:nvSpPr>
          <p:spPr bwMode="gray">
            <a:xfrm>
              <a:off x="-286" y="6400800"/>
              <a:ext cx="12189396" cy="457200"/>
            </a:xfrm>
            <a:prstGeom prst="rect">
              <a:avLst/>
            </a:prstGeom>
            <a:solidFill>
              <a:srgbClr val="DCE3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3" name="Rectangle 12"/>
            <p:cNvSpPr/>
            <p:nvPr/>
          </p:nvSpPr>
          <p:spPr bwMode="gray">
            <a:xfrm>
              <a:off x="-286" y="0"/>
              <a:ext cx="12189398" cy="192024"/>
            </a:xfrm>
            <a:prstGeom prst="rect">
              <a:avLst/>
            </a:prstGeom>
            <a:solidFill>
              <a:srgbClr val="DCE3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grpSp>
      <p:sp>
        <p:nvSpPr>
          <p:cNvPr id="3" name="Title 2"/>
          <p:cNvSpPr>
            <a:spLocks noGrp="1"/>
          </p:cNvSpPr>
          <p:nvPr>
            <p:ph type="title" hasCustomPrompt="1"/>
          </p:nvPr>
        </p:nvSpPr>
        <p:spPr>
          <a:xfrm>
            <a:off x="760412" y="609600"/>
            <a:ext cx="4572000" cy="2044700"/>
          </a:xfrm>
        </p:spPr>
        <p:txBody>
          <a:bodyPr/>
          <a:lstStyle>
            <a:lvl1pPr>
              <a:defRPr sz="13800" b="1"/>
            </a:lvl1pPr>
          </a:lstStyle>
          <a:p>
            <a:r>
              <a:rPr lang="en-US" dirty="0" smtClean="0"/>
              <a:t>XX</a:t>
            </a:r>
            <a:endParaRPr lang="en-US" dirty="0"/>
          </a:p>
        </p:txBody>
      </p:sp>
      <p:sp>
        <p:nvSpPr>
          <p:cNvPr id="22" name="Text Placeholder 12"/>
          <p:cNvSpPr>
            <a:spLocks noGrp="1"/>
          </p:cNvSpPr>
          <p:nvPr>
            <p:ph type="body" sz="quarter" idx="13" hasCustomPrompt="1"/>
          </p:nvPr>
        </p:nvSpPr>
        <p:spPr>
          <a:xfrm>
            <a:off x="760412" y="2666999"/>
            <a:ext cx="4572000" cy="1960881"/>
          </a:xfrm>
        </p:spPr>
        <p:txBody>
          <a:bodyPr>
            <a:noAutofit/>
          </a:bodyPr>
          <a:lstStyle>
            <a:lvl1pPr marL="1588" indent="0">
              <a:spcBef>
                <a:spcPts val="0"/>
              </a:spcBef>
              <a:buFontTx/>
              <a:buNone/>
              <a:defRPr sz="28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text</a:t>
            </a:r>
          </a:p>
        </p:txBody>
      </p:sp>
      <p:sp>
        <p:nvSpPr>
          <p:cNvPr id="5" name="Date Placeholder 4"/>
          <p:cNvSpPr>
            <a:spLocks noGrp="1"/>
          </p:cNvSpPr>
          <p:nvPr>
            <p:ph type="dt" sz="half" idx="10"/>
          </p:nvPr>
        </p:nvSpPr>
        <p:spPr/>
        <p:txBody>
          <a:bodyPr/>
          <a:lstStyle>
            <a:lvl1pPr>
              <a:defRPr>
                <a:solidFill>
                  <a:schemeClr val="bg1">
                    <a:lumMod val="60000"/>
                    <a:lumOff val="40000"/>
                  </a:schemeClr>
                </a:solidFill>
              </a:defRPr>
            </a:lvl1pPr>
          </a:lstStyle>
          <a:p>
            <a:fld id="{2CF80C67-3E4A-4767-9617-6EFE351808B2}" type="datetime1">
              <a:rPr lang="en-US" smtClean="0"/>
              <a:t>8/15/2014</a:t>
            </a:fld>
            <a:endParaRPr dirty="0"/>
          </a:p>
        </p:txBody>
      </p:sp>
      <p:sp>
        <p:nvSpPr>
          <p:cNvPr id="14" name="TextBox 13"/>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bg1">
                    <a:lumMod val="60000"/>
                    <a:lumOff val="40000"/>
                  </a:schemeClr>
                </a:solidFill>
              </a:rPr>
              <a:t>Copyright © 2014 Oracle and/or its affiliates. All rights reserved.  |</a:t>
            </a:r>
          </a:p>
        </p:txBody>
      </p:sp>
      <p:sp>
        <p:nvSpPr>
          <p:cNvPr id="6" name="Footer Placeholder 5"/>
          <p:cNvSpPr>
            <a:spLocks noGrp="1"/>
          </p:cNvSpPr>
          <p:nvPr>
            <p:ph type="ftr" sz="quarter" idx="11"/>
          </p:nvPr>
        </p:nvSpPr>
        <p:spPr/>
        <p:txBody>
          <a:bodyPr/>
          <a:lstStyle>
            <a:lvl1pPr>
              <a:defRPr>
                <a:solidFill>
                  <a:schemeClr val="bg1">
                    <a:lumMod val="60000"/>
                    <a:lumOff val="40000"/>
                  </a:schemeClr>
                </a:solidFill>
              </a:defRPr>
            </a:lvl1pPr>
          </a:lstStyle>
          <a:p>
            <a:r>
              <a:rPr lang="en-US" smtClean="0"/>
              <a:t>Use Insert &gt; Header and Footer to Update Confidentiality Requirements</a:t>
            </a:r>
            <a:endParaRPr dirty="0"/>
          </a:p>
        </p:txBody>
      </p:sp>
      <p:sp>
        <p:nvSpPr>
          <p:cNvPr id="7" name="Slide Number Placeholder 6"/>
          <p:cNvSpPr>
            <a:spLocks noGrp="1"/>
          </p:cNvSpPr>
          <p:nvPr>
            <p:ph type="sldNum" sz="quarter" idx="12"/>
          </p:nvPr>
        </p:nvSpPr>
        <p:spPr/>
        <p:txBody>
          <a:bodyPr/>
          <a:lstStyle>
            <a:lvl1pPr>
              <a:defRPr>
                <a:solidFill>
                  <a:schemeClr val="bg1">
                    <a:lumMod val="60000"/>
                    <a:lumOff val="40000"/>
                  </a:schemeClr>
                </a:solidFill>
              </a:defRPr>
            </a:lvl1pPr>
          </a:lstStyle>
          <a:p>
            <a:fld id="{C51EAA63-D034-42AE-91FA-B13B9518C7BE}" type="slidenum">
              <a:rPr/>
              <a:pPr/>
              <a:t>‹#›</a:t>
            </a:fld>
            <a:endParaRPr dirty="0"/>
          </a:p>
        </p:txBody>
      </p:sp>
      <p:pic>
        <p:nvPicPr>
          <p:cNvPr id="15" name="Oracle red badge logo" descr="Oracle logo in white on red staging background"/>
          <p:cNvPicPr>
            <a:picLocks noChangeAspect="1"/>
          </p:cNvPicPr>
          <p:nvPr userDrawn="1"/>
        </p:nvPicPr>
        <p:blipFill>
          <a:blip r:embed="rId3" cstate="print">
            <a:extLst>
              <a:ext uri="{28A0092B-C50C-407E-A947-70E740481C1C}">
                <a14:useLocalDpi xmlns="" xmlns:a14="http://schemas.microsoft.com/office/drawing/2010/main" val="0"/>
              </a:ext>
            </a:extLst>
          </a:blip>
          <a:stretch>
            <a:fillRect/>
          </a:stretch>
        </p:blipFill>
        <p:spPr bwMode="ltGray">
          <a:xfrm>
            <a:off x="531812" y="6263640"/>
            <a:ext cx="1622861" cy="594360"/>
          </a:xfrm>
          <a:prstGeom prst="rect">
            <a:avLst/>
          </a:prstGeom>
        </p:spPr>
      </p:pic>
    </p:spTree>
    <p:extLst>
      <p:ext uri="{BB962C8B-B14F-4D97-AF65-F5344CB8AC3E}">
        <p14:creationId xmlns="" xmlns:p14="http://schemas.microsoft.com/office/powerpoint/2010/main" val="138181752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extLst mod="1">
    <p:ext uri="{DCECCB84-F9BA-43D5-87BE-67443E8EF086}">
      <p15:sldGuideLst xmlns="" xmlns:p15="http://schemas.microsoft.com/office/powerpoint/2012/main">
        <p15:guide id="1" orient="horz" pos="2160" userDrawn="1">
          <p15:clr>
            <a:srgbClr val="FBAE40"/>
          </p15:clr>
        </p15:guide>
        <p15:guide id="2" pos="3839"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Safe Harbor Front">
    <p:spTree>
      <p:nvGrpSpPr>
        <p:cNvPr id="1" name=""/>
        <p:cNvGrpSpPr/>
        <p:nvPr/>
      </p:nvGrpSpPr>
      <p:grpSpPr>
        <a:xfrm>
          <a:off x="0" y="0"/>
          <a:ext cx="0" cy="0"/>
          <a:chOff x="0" y="0"/>
          <a:chExt cx="0" cy="0"/>
        </a:xfrm>
      </p:grpSpPr>
      <p:sp>
        <p:nvSpPr>
          <p:cNvPr id="5" name="TextBox 4"/>
          <p:cNvSpPr txBox="1"/>
          <p:nvPr/>
        </p:nvSpPr>
        <p:spPr>
          <a:xfrm>
            <a:off x="531812" y="1371600"/>
            <a:ext cx="11125200" cy="889000"/>
          </a:xfrm>
          <a:prstGeom prst="rect">
            <a:avLst/>
          </a:prstGeom>
          <a:noFill/>
        </p:spPr>
        <p:txBody>
          <a:bodyPr wrap="none" lIns="0" tIns="0" rIns="0" bIns="0" rtlCol="0" anchor="b">
            <a:noAutofit/>
          </a:bodyPr>
          <a:lstStyle/>
          <a:p>
            <a:pPr>
              <a:lnSpc>
                <a:spcPct val="90000"/>
              </a:lnSpc>
            </a:pPr>
            <a:r>
              <a:rPr sz="3200" dirty="0">
                <a:latin typeface="+mj-lt"/>
              </a:rPr>
              <a:t>Safe Harbor</a:t>
            </a:r>
            <a:r>
              <a:rPr sz="3200" baseline="0" dirty="0">
                <a:latin typeface="+mj-lt"/>
              </a:rPr>
              <a:t> Statement</a:t>
            </a:r>
            <a:endParaRPr sz="3200" dirty="0">
              <a:latin typeface="+mj-lt"/>
            </a:endParaRPr>
          </a:p>
        </p:txBody>
      </p:sp>
      <p:sp>
        <p:nvSpPr>
          <p:cNvPr id="6" name="TextBox 5"/>
          <p:cNvSpPr txBox="1"/>
          <p:nvPr/>
        </p:nvSpPr>
        <p:spPr>
          <a:xfrm>
            <a:off x="531812" y="2514600"/>
            <a:ext cx="11125200" cy="2286000"/>
          </a:xfrm>
          <a:prstGeom prst="rect">
            <a:avLst/>
          </a:prstGeom>
          <a:noFill/>
        </p:spPr>
        <p:txBody>
          <a:bodyPr wrap="square" lIns="0" tIns="0" rIns="0" bIns="0" rtlCol="0" anchor="t">
            <a:noAutofit/>
          </a:bodyPr>
          <a:lstStyle/>
          <a:p>
            <a:pPr>
              <a:lnSpc>
                <a:spcPct val="90000"/>
              </a:lnSpc>
            </a:pPr>
            <a:r>
              <a:rPr sz="2400" dirty="0">
                <a:latin typeface="+mn-lt"/>
              </a:rPr>
              <a:t>The following is intended to outline our general product direction. It is intended for information purposes only, and may not be incorporated into any contract. It is not a commitment to deliver any material, code, or functionality, and should not be relied upon in making purchasing decisions. The development, release, and timing of any features or functionality described for Oracle’s products remains at the sole discretion of Oracle.</a:t>
            </a:r>
          </a:p>
        </p:txBody>
      </p:sp>
      <p:sp>
        <p:nvSpPr>
          <p:cNvPr id="2" name="Date Placeholder 1"/>
          <p:cNvSpPr>
            <a:spLocks noGrp="1"/>
          </p:cNvSpPr>
          <p:nvPr>
            <p:ph type="dt" sz="half" idx="10"/>
          </p:nvPr>
        </p:nvSpPr>
        <p:spPr/>
        <p:txBody>
          <a:bodyPr>
            <a:noAutofit/>
          </a:bodyPr>
          <a:lstStyle/>
          <a:p>
            <a:fld id="{44EC4E8E-1CF0-49B8-87F9-DE21F28EA0ED}" type="datetime1">
              <a:rPr lang="en-US" smtClean="0"/>
              <a:t>8/15/2014</a:t>
            </a:fld>
            <a:endParaRPr dirty="0"/>
          </a:p>
        </p:txBody>
      </p:sp>
      <p:sp>
        <p:nvSpPr>
          <p:cNvPr id="3" name="Footer Placeholder 2"/>
          <p:cNvSpPr>
            <a:spLocks noGrp="1"/>
          </p:cNvSpPr>
          <p:nvPr>
            <p:ph type="ftr" sz="quarter" idx="11"/>
          </p:nvPr>
        </p:nvSpPr>
        <p:spPr/>
        <p:txBody>
          <a:bodyPr>
            <a:noAutofit/>
          </a:bodyPr>
          <a:lstStyle/>
          <a:p>
            <a:r>
              <a:rPr lang="en-US" smtClean="0"/>
              <a:t>Use Insert &gt; Header and Footer to Update Confidentiality Requirements</a:t>
            </a:r>
            <a:endParaRPr dirty="0"/>
          </a:p>
        </p:txBody>
      </p:sp>
      <p:sp>
        <p:nvSpPr>
          <p:cNvPr id="4" name="Slide Number Placeholder 3"/>
          <p:cNvSpPr>
            <a:spLocks noGrp="1"/>
          </p:cNvSpPr>
          <p:nvPr>
            <p:ph type="sldNum" sz="quarter" idx="12"/>
          </p:nvPr>
        </p:nvSpPr>
        <p:spPr/>
        <p:txBody>
          <a:bodyPr>
            <a:noAutofit/>
          </a:bodyPr>
          <a:lstStyle/>
          <a:p>
            <a:fld id="{C51EAA63-D034-42AE-91FA-B13B9518C7BE}" type="slidenum">
              <a:rPr/>
              <a:pPr/>
              <a:t>‹#›</a:t>
            </a:fld>
            <a:endParaRPr dirty="0"/>
          </a:p>
        </p:txBody>
      </p:sp>
    </p:spTree>
    <p:extLst>
      <p:ext uri="{BB962C8B-B14F-4D97-AF65-F5344CB8AC3E}">
        <p14:creationId xmlns="" xmlns:p14="http://schemas.microsoft.com/office/powerpoint/2010/main" val="2597889444"/>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Safe Harbor Back">
    <p:spTree>
      <p:nvGrpSpPr>
        <p:cNvPr id="1" name=""/>
        <p:cNvGrpSpPr/>
        <p:nvPr/>
      </p:nvGrpSpPr>
      <p:grpSpPr>
        <a:xfrm>
          <a:off x="0" y="0"/>
          <a:ext cx="0" cy="0"/>
          <a:chOff x="0" y="0"/>
          <a:chExt cx="0" cy="0"/>
        </a:xfrm>
      </p:grpSpPr>
      <p:sp>
        <p:nvSpPr>
          <p:cNvPr id="5" name="TextBox 4"/>
          <p:cNvSpPr txBox="1"/>
          <p:nvPr/>
        </p:nvSpPr>
        <p:spPr>
          <a:xfrm>
            <a:off x="531812" y="1371600"/>
            <a:ext cx="11125200" cy="889000"/>
          </a:xfrm>
          <a:prstGeom prst="rect">
            <a:avLst/>
          </a:prstGeom>
          <a:noFill/>
        </p:spPr>
        <p:txBody>
          <a:bodyPr wrap="none" lIns="0" tIns="0" rIns="0" bIns="0" rtlCol="0" anchor="b">
            <a:noAutofit/>
          </a:bodyPr>
          <a:lstStyle/>
          <a:p>
            <a:pPr>
              <a:lnSpc>
                <a:spcPct val="90000"/>
              </a:lnSpc>
            </a:pPr>
            <a:r>
              <a:rPr sz="3200" dirty="0">
                <a:latin typeface="+mj-lt"/>
              </a:rPr>
              <a:t>Safe Harbor</a:t>
            </a:r>
            <a:r>
              <a:rPr sz="3200" baseline="0" dirty="0">
                <a:latin typeface="+mj-lt"/>
              </a:rPr>
              <a:t> Statement</a:t>
            </a:r>
            <a:endParaRPr sz="3200" dirty="0">
              <a:latin typeface="+mj-lt"/>
            </a:endParaRPr>
          </a:p>
        </p:txBody>
      </p:sp>
      <p:sp>
        <p:nvSpPr>
          <p:cNvPr id="6" name="TextBox 5"/>
          <p:cNvSpPr txBox="1"/>
          <p:nvPr/>
        </p:nvSpPr>
        <p:spPr>
          <a:xfrm>
            <a:off x="531812" y="2514600"/>
            <a:ext cx="11125200" cy="2286000"/>
          </a:xfrm>
          <a:prstGeom prst="rect">
            <a:avLst/>
          </a:prstGeom>
          <a:noFill/>
        </p:spPr>
        <p:txBody>
          <a:bodyPr wrap="square" lIns="0" tIns="0" rIns="0" bIns="0" rtlCol="0" anchor="t">
            <a:noAutofit/>
          </a:bodyPr>
          <a:lstStyle/>
          <a:p>
            <a:pPr>
              <a:lnSpc>
                <a:spcPct val="90000"/>
              </a:lnSpc>
            </a:pPr>
            <a:r>
              <a:rPr sz="2400" dirty="0">
                <a:latin typeface="+mn-lt"/>
              </a:rPr>
              <a:t>The preceding is intended to outline our general product direction. It is intended for information purposes only, and may not be incorporated into any contract. It is not a commitment to deliver any material, code, or functionality, and should not be relied upon in making purchasing decisions. The development, release, and timing of any features or functionality described for Oracle’s products remains at the sole discretion of Oracle.</a:t>
            </a:r>
          </a:p>
        </p:txBody>
      </p:sp>
      <p:sp>
        <p:nvSpPr>
          <p:cNvPr id="2" name="Date Placeholder 1"/>
          <p:cNvSpPr>
            <a:spLocks noGrp="1"/>
          </p:cNvSpPr>
          <p:nvPr>
            <p:ph type="dt" sz="half" idx="10"/>
          </p:nvPr>
        </p:nvSpPr>
        <p:spPr/>
        <p:txBody>
          <a:bodyPr>
            <a:noAutofit/>
          </a:bodyPr>
          <a:lstStyle/>
          <a:p>
            <a:fld id="{A5906584-D323-458E-933A-12DE01356D60}" type="datetime1">
              <a:rPr lang="en-US" smtClean="0"/>
              <a:t>8/15/2014</a:t>
            </a:fld>
            <a:endParaRPr dirty="0"/>
          </a:p>
        </p:txBody>
      </p:sp>
      <p:sp>
        <p:nvSpPr>
          <p:cNvPr id="3" name="Footer Placeholder 2"/>
          <p:cNvSpPr>
            <a:spLocks noGrp="1"/>
          </p:cNvSpPr>
          <p:nvPr>
            <p:ph type="ftr" sz="quarter" idx="11"/>
          </p:nvPr>
        </p:nvSpPr>
        <p:spPr/>
        <p:txBody>
          <a:bodyPr>
            <a:noAutofit/>
          </a:bodyPr>
          <a:lstStyle/>
          <a:p>
            <a:r>
              <a:rPr lang="en-US" smtClean="0"/>
              <a:t>Use Insert &gt; Header and Footer to Update Confidentiality Requirements</a:t>
            </a:r>
            <a:endParaRPr dirty="0"/>
          </a:p>
        </p:txBody>
      </p:sp>
      <p:sp>
        <p:nvSpPr>
          <p:cNvPr id="4" name="Slide Number Placeholder 3"/>
          <p:cNvSpPr>
            <a:spLocks noGrp="1"/>
          </p:cNvSpPr>
          <p:nvPr>
            <p:ph type="sldNum" sz="quarter" idx="12"/>
          </p:nvPr>
        </p:nvSpPr>
        <p:spPr/>
        <p:txBody>
          <a:bodyPr>
            <a:noAutofit/>
          </a:bodyPr>
          <a:lstStyle/>
          <a:p>
            <a:fld id="{C51EAA63-D034-42AE-91FA-B13B9518C7BE}" type="slidenum">
              <a:rPr/>
              <a:pPr/>
              <a:t>‹#›</a:t>
            </a:fld>
            <a:endParaRPr dirty="0"/>
          </a:p>
        </p:txBody>
      </p:sp>
    </p:spTree>
    <p:extLst>
      <p:ext uri="{BB962C8B-B14F-4D97-AF65-F5344CB8AC3E}">
        <p14:creationId xmlns="" xmlns:p14="http://schemas.microsoft.com/office/powerpoint/2010/main" val="2358871904"/>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Positioning Statement">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FF5D9E4-0970-401E-9EBE-6B63CC9F4147}" type="datetime1">
              <a:rPr lang="en-US" smtClean="0"/>
              <a:t>8/15/2014</a:t>
            </a:fld>
            <a:endParaRPr dirty="0"/>
          </a:p>
        </p:txBody>
      </p:sp>
      <p:sp>
        <p:nvSpPr>
          <p:cNvPr id="3" name="Footer Placeholder 2"/>
          <p:cNvSpPr>
            <a:spLocks noGrp="1"/>
          </p:cNvSpPr>
          <p:nvPr>
            <p:ph type="ftr" sz="quarter" idx="11"/>
          </p:nvPr>
        </p:nvSpPr>
        <p:spPr/>
        <p:txBody>
          <a:bodyPr/>
          <a:lstStyle/>
          <a:p>
            <a:r>
              <a:rPr lang="en-US" smtClean="0"/>
              <a:t>Use Insert &gt; Header and Footer to Update Confidentiality Requirements</a:t>
            </a:r>
            <a:endParaRPr dirty="0"/>
          </a:p>
        </p:txBody>
      </p:sp>
      <p:sp>
        <p:nvSpPr>
          <p:cNvPr id="4" name="Slide Number Placeholder 3"/>
          <p:cNvSpPr>
            <a:spLocks noGrp="1"/>
          </p:cNvSpPr>
          <p:nvPr>
            <p:ph type="sldNum" sz="quarter" idx="12"/>
          </p:nvPr>
        </p:nvSpPr>
        <p:spPr/>
        <p:txBody>
          <a:bodyPr/>
          <a:lstStyle/>
          <a:p>
            <a:fld id="{C51EAA63-D034-42AE-91FA-B13B9518C7BE}" type="slidenum">
              <a:rPr/>
              <a:pPr/>
              <a:t>‹#›</a:t>
            </a:fld>
            <a:endParaRPr dirty="0"/>
          </a:p>
        </p:txBody>
      </p:sp>
      <p:pic>
        <p:nvPicPr>
          <p:cNvPr id="8" name="Picture 7" descr="&quot;Hardware and Software Engineered to work together&quot; tagline in red and black"/>
          <p:cNvPicPr>
            <a:picLocks noChangeAspect="1"/>
          </p:cNvPicPr>
          <p:nvPr userDrawn="1"/>
        </p:nvPicPr>
        <p:blipFill>
          <a:blip r:embed="rId2" cstate="print">
            <a:extLst>
              <a:ext uri="{28A0092B-C50C-407E-A947-70E740481C1C}">
                <a14:useLocalDpi xmlns="" xmlns:a14="http://schemas.microsoft.com/office/drawing/2010/main" val="0"/>
              </a:ext>
            </a:extLst>
          </a:blip>
          <a:stretch>
            <a:fillRect/>
          </a:stretch>
        </p:blipFill>
        <p:spPr>
          <a:xfrm>
            <a:off x="2820860" y="2313432"/>
            <a:ext cx="6547104" cy="1832339"/>
          </a:xfrm>
          <a:prstGeom prst="rect">
            <a:avLst/>
          </a:prstGeom>
        </p:spPr>
      </p:pic>
    </p:spTree>
    <p:extLst>
      <p:ext uri="{BB962C8B-B14F-4D97-AF65-F5344CB8AC3E}">
        <p14:creationId xmlns="" xmlns:p14="http://schemas.microsoft.com/office/powerpoint/2010/main" val="3709137495"/>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type="blank" preserve="1">
  <p:cSld name="Oracle logo">
    <p:bg bwMode="ltGray">
      <p:bgRef idx="1001">
        <a:schemeClr val="bg1"/>
      </p:bgRef>
    </p:bg>
    <p:spTree>
      <p:nvGrpSpPr>
        <p:cNvPr id="1" name=""/>
        <p:cNvGrpSpPr/>
        <p:nvPr/>
      </p:nvGrpSpPr>
      <p:grpSpPr>
        <a:xfrm>
          <a:off x="0" y="0"/>
          <a:ext cx="0" cy="0"/>
          <a:chOff x="0" y="0"/>
          <a:chExt cx="0" cy="0"/>
        </a:xfrm>
      </p:grpSpPr>
      <p:pic>
        <p:nvPicPr>
          <p:cNvPr id="2" name="Picture 1" descr="Oracle logo in white on red staging background. Light blue frame around perimete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bwMode="hidden">
          <a:xfrm>
            <a:off x="138023" y="129398"/>
            <a:ext cx="11912778" cy="6547450"/>
          </a:xfrm>
          <a:prstGeom prst="rect">
            <a:avLst/>
          </a:prstGeom>
          <a:noFill/>
          <a:ln>
            <a:noFill/>
          </a:ln>
        </p:spPr>
      </p:pic>
      <p:grpSp>
        <p:nvGrpSpPr>
          <p:cNvPr id="3" name="Group 2"/>
          <p:cNvGrpSpPr/>
          <p:nvPr userDrawn="1"/>
        </p:nvGrpSpPr>
        <p:grpSpPr>
          <a:xfrm>
            <a:off x="-287" y="0"/>
            <a:ext cx="12189399" cy="6858000"/>
            <a:chOff x="-287" y="0"/>
            <a:chExt cx="12189399" cy="6858000"/>
          </a:xfrm>
        </p:grpSpPr>
        <p:sp>
          <p:nvSpPr>
            <p:cNvPr id="6" name="Rectangle 5"/>
            <p:cNvSpPr/>
            <p:nvPr/>
          </p:nvSpPr>
          <p:spPr bwMode="gray">
            <a:xfrm>
              <a:off x="-287" y="0"/>
              <a:ext cx="193962" cy="685214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7" name="Rectangle 6"/>
            <p:cNvSpPr/>
            <p:nvPr/>
          </p:nvSpPr>
          <p:spPr bwMode="gray">
            <a:xfrm>
              <a:off x="11995151" y="5854"/>
              <a:ext cx="193960" cy="685214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8" name="Rectangle 7"/>
            <p:cNvSpPr/>
            <p:nvPr/>
          </p:nvSpPr>
          <p:spPr bwMode="gray">
            <a:xfrm>
              <a:off x="-286" y="6400800"/>
              <a:ext cx="12189396"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9" name="Rectangle 8"/>
            <p:cNvSpPr/>
            <p:nvPr/>
          </p:nvSpPr>
          <p:spPr bwMode="gray">
            <a:xfrm>
              <a:off x="-286" y="0"/>
              <a:ext cx="12189398" cy="19202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grpSp>
      <p:pic>
        <p:nvPicPr>
          <p:cNvPr id="11" name="Picture 10"/>
          <p:cNvPicPr>
            <a:picLocks noChangeAspect="1"/>
          </p:cNvPicPr>
          <p:nvPr userDrawn="1"/>
        </p:nvPicPr>
        <p:blipFill>
          <a:blip r:embed="rId3" cstate="screen">
            <a:extLst>
              <a:ext uri="{28A0092B-C50C-407E-A947-70E740481C1C}">
                <a14:useLocalDpi xmlns="" xmlns:a14="http://schemas.microsoft.com/office/drawing/2010/main" val="0"/>
              </a:ext>
            </a:extLst>
          </a:blip>
          <a:stretch>
            <a:fillRect/>
          </a:stretch>
        </p:blipFill>
        <p:spPr bwMode="black">
          <a:xfrm>
            <a:off x="3822128" y="2843826"/>
            <a:ext cx="4544568" cy="569547"/>
          </a:xfrm>
          <a:prstGeom prst="rect">
            <a:avLst/>
          </a:prstGeom>
        </p:spPr>
      </p:pic>
    </p:spTree>
    <p:extLst>
      <p:ext uri="{BB962C8B-B14F-4D97-AF65-F5344CB8AC3E}">
        <p14:creationId xmlns="" xmlns:p14="http://schemas.microsoft.com/office/powerpoint/2010/main" val="1065755523"/>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531151" y="1524001"/>
            <a:ext cx="11126522" cy="4419600"/>
          </a:xfrm>
        </p:spPr>
        <p:txBody>
          <a:bodyPr vert="eaVert">
            <a:no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noAutofit/>
          </a:bodyPr>
          <a:lstStyle/>
          <a:p>
            <a:fld id="{B45A975C-F818-4241-A389-3BCE093CC1A5}" type="datetime1">
              <a:rPr lang="en-US" smtClean="0"/>
              <a:t>8/15/2014</a:t>
            </a:fld>
            <a:endParaRPr lang="en-US"/>
          </a:p>
        </p:txBody>
      </p:sp>
      <p:sp>
        <p:nvSpPr>
          <p:cNvPr id="5" name="Footer Placeholder 4"/>
          <p:cNvSpPr>
            <a:spLocks noGrp="1"/>
          </p:cNvSpPr>
          <p:nvPr>
            <p:ph type="ftr" sz="quarter" idx="11"/>
          </p:nvPr>
        </p:nvSpPr>
        <p:spPr/>
        <p:txBody>
          <a:bodyPr>
            <a:noAutofit/>
          </a:bodyPr>
          <a:lstStyle/>
          <a:p>
            <a:r>
              <a:rPr lang="en-US" smtClean="0"/>
              <a:t>Use Insert &gt; Header and Footer to Update Confidentiality Requirements</a:t>
            </a:r>
            <a:endParaRPr lang="en-US"/>
          </a:p>
        </p:txBody>
      </p:sp>
      <p:sp>
        <p:nvSpPr>
          <p:cNvPr id="6" name="Slide Number Placeholder 5"/>
          <p:cNvSpPr>
            <a:spLocks noGrp="1"/>
          </p:cNvSpPr>
          <p:nvPr>
            <p:ph type="sldNum" sz="quarter" idx="12"/>
          </p:nvPr>
        </p:nvSpPr>
        <p:spPr/>
        <p:txBody>
          <a:bodyPr>
            <a:noAutofit/>
          </a:bodyPr>
          <a:lstStyle/>
          <a:p>
            <a:fld id="{D4EAF17A-378C-49D5-A479-C71FF9D7F1E7}" type="slidenum">
              <a:rPr lang="en-US" smtClean="0"/>
              <a:pPr/>
              <a:t>‹#›</a:t>
            </a:fld>
            <a:endParaRPr lang="en-US"/>
          </a:p>
        </p:txBody>
      </p:sp>
    </p:spTree>
    <p:extLst>
      <p:ext uri="{BB962C8B-B14F-4D97-AF65-F5344CB8AC3E}">
        <p14:creationId xmlns="" xmlns:p14="http://schemas.microsoft.com/office/powerpoint/2010/main" val="3862187121"/>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285413" y="533400"/>
            <a:ext cx="1371600" cy="5410200"/>
          </a:xfrm>
        </p:spPr>
        <p:txBody>
          <a:bodyPr vert="eaVert"/>
          <a:lstStyle>
            <a:lvl1pPr>
              <a:defRPr/>
            </a:lvl1pPr>
          </a:lstStyle>
          <a:p>
            <a:r>
              <a:rPr lang="en-US" smtClean="0"/>
              <a:t>Click to edit Master title style</a:t>
            </a:r>
            <a:endParaRPr dirty="0"/>
          </a:p>
        </p:txBody>
      </p:sp>
      <p:sp>
        <p:nvSpPr>
          <p:cNvPr id="3" name="Vertical Text Placeholder 2"/>
          <p:cNvSpPr>
            <a:spLocks noGrp="1"/>
          </p:cNvSpPr>
          <p:nvPr>
            <p:ph type="body" orient="vert" idx="1"/>
          </p:nvPr>
        </p:nvSpPr>
        <p:spPr>
          <a:xfrm>
            <a:off x="531813" y="533400"/>
            <a:ext cx="9524999" cy="54102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10"/>
          </p:nvPr>
        </p:nvSpPr>
        <p:spPr/>
        <p:txBody>
          <a:bodyPr/>
          <a:lstStyle/>
          <a:p>
            <a:fld id="{F4E7D0E9-BB8A-47F0-97BD-CF986CD0E76D}" type="datetime1">
              <a:rPr lang="en-US" smtClean="0"/>
              <a:t>8/15/2014</a:t>
            </a:fld>
            <a:endParaRPr dirty="0"/>
          </a:p>
        </p:txBody>
      </p:sp>
      <p:sp>
        <p:nvSpPr>
          <p:cNvPr id="5" name="Footer Placeholder 4"/>
          <p:cNvSpPr>
            <a:spLocks noGrp="1"/>
          </p:cNvSpPr>
          <p:nvPr>
            <p:ph type="ftr" sz="quarter" idx="11"/>
          </p:nvPr>
        </p:nvSpPr>
        <p:spPr/>
        <p:txBody>
          <a:bodyPr/>
          <a:lstStyle/>
          <a:p>
            <a:r>
              <a:rPr lang="en-US" smtClean="0"/>
              <a:t>Use Insert &gt; Header and Footer to Update Confidentiality Requirements</a:t>
            </a:r>
            <a:endParaRPr dirty="0"/>
          </a:p>
        </p:txBody>
      </p:sp>
      <p:sp>
        <p:nvSpPr>
          <p:cNvPr id="6" name="Slide Number Placeholder 5"/>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2173454577"/>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Tree>
    <p:extLst>
      <p:ext uri="{BB962C8B-B14F-4D97-AF65-F5344CB8AC3E}">
        <p14:creationId xmlns:p14="http://schemas.microsoft.com/office/powerpoint/2010/main" xmlns="" val="8708824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Border"/>
          <p:cNvGrpSpPr/>
          <p:nvPr/>
        </p:nvGrpSpPr>
        <p:grpSpPr>
          <a:xfrm>
            <a:off x="-287" y="0"/>
            <a:ext cx="12189399" cy="6858000"/>
            <a:chOff x="-287" y="0"/>
            <a:chExt cx="12189399" cy="6858000"/>
          </a:xfrm>
        </p:grpSpPr>
        <p:sp>
          <p:nvSpPr>
            <p:cNvPr id="8" name="Rectangle 7"/>
            <p:cNvSpPr/>
            <p:nvPr/>
          </p:nvSpPr>
          <p:spPr bwMode="gray">
            <a:xfrm>
              <a:off x="-287" y="0"/>
              <a:ext cx="193962" cy="685214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9" name="Rectangle 8"/>
            <p:cNvSpPr/>
            <p:nvPr/>
          </p:nvSpPr>
          <p:spPr bwMode="gray">
            <a:xfrm>
              <a:off x="11995151" y="5854"/>
              <a:ext cx="193960" cy="685214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0" name="Rectangle 9"/>
            <p:cNvSpPr/>
            <p:nvPr/>
          </p:nvSpPr>
          <p:spPr bwMode="gray">
            <a:xfrm>
              <a:off x="-286" y="6400800"/>
              <a:ext cx="12189396"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1" name="Rectangle 10"/>
            <p:cNvSpPr/>
            <p:nvPr/>
          </p:nvSpPr>
          <p:spPr bwMode="gray">
            <a:xfrm>
              <a:off x="-286" y="0"/>
              <a:ext cx="12189398" cy="19202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grpSp>
      <p:pic>
        <p:nvPicPr>
          <p:cNvPr id="19" name="Oracle red badge logo" descr="Oracle logo in white on red staging background"/>
          <p:cNvPicPr>
            <a:picLocks noChangeAspect="1"/>
          </p:cNvPicPr>
          <p:nvPr/>
        </p:nvPicPr>
        <p:blipFill>
          <a:blip r:embed="rId41" cstate="print">
            <a:extLst>
              <a:ext uri="{28A0092B-C50C-407E-A947-70E740481C1C}">
                <a14:useLocalDpi xmlns="" xmlns:a14="http://schemas.microsoft.com/office/drawing/2010/main" val="0"/>
              </a:ext>
            </a:extLst>
          </a:blip>
          <a:stretch>
            <a:fillRect/>
          </a:stretch>
        </p:blipFill>
        <p:spPr bwMode="ltGray">
          <a:xfrm>
            <a:off x="531812" y="6263640"/>
            <a:ext cx="1622861" cy="594360"/>
          </a:xfrm>
          <a:prstGeom prst="rect">
            <a:avLst/>
          </a:prstGeom>
        </p:spPr>
      </p:pic>
      <p:sp>
        <p:nvSpPr>
          <p:cNvPr id="2" name="Title Placeholder 1"/>
          <p:cNvSpPr>
            <a:spLocks noGrp="1"/>
          </p:cNvSpPr>
          <p:nvPr>
            <p:ph type="title"/>
          </p:nvPr>
        </p:nvSpPr>
        <p:spPr>
          <a:xfrm>
            <a:off x="531812" y="406400"/>
            <a:ext cx="11125200" cy="889000"/>
          </a:xfrm>
          <a:prstGeom prst="rect">
            <a:avLst/>
          </a:prstGeom>
        </p:spPr>
        <p:txBody>
          <a:bodyPr vert="horz" lIns="0" tIns="0" rIns="0" bIns="0" rtlCol="0" anchor="b">
            <a:noAutofit/>
          </a:bodyPr>
          <a:lstStyle/>
          <a:p>
            <a:r>
              <a:rPr lang="en-US" smtClean="0"/>
              <a:t>Click to edit Master title style</a:t>
            </a:r>
            <a:endParaRPr dirty="0"/>
          </a:p>
        </p:txBody>
      </p:sp>
      <p:sp>
        <p:nvSpPr>
          <p:cNvPr id="3" name="Text Placeholder 2"/>
          <p:cNvSpPr>
            <a:spLocks noGrp="1"/>
          </p:cNvSpPr>
          <p:nvPr>
            <p:ph type="body" idx="1"/>
          </p:nvPr>
        </p:nvSpPr>
        <p:spPr>
          <a:xfrm>
            <a:off x="531151" y="1524001"/>
            <a:ext cx="11126522" cy="4419600"/>
          </a:xfrm>
          <a:prstGeom prst="rect">
            <a:avLst/>
          </a:prstGeom>
        </p:spPr>
        <p:txBody>
          <a:bodyPr vert="horz" lIns="0" tIns="0" rIns="0" bIns="0" rtlCol="0">
            <a:no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Date Placeholder 3"/>
          <p:cNvSpPr>
            <a:spLocks noGrp="1"/>
          </p:cNvSpPr>
          <p:nvPr>
            <p:ph type="dt" sz="half" idx="2"/>
          </p:nvPr>
        </p:nvSpPr>
        <p:spPr>
          <a:xfrm>
            <a:off x="4563214" y="6556248"/>
            <a:ext cx="1226398" cy="182880"/>
          </a:xfrm>
          <a:prstGeom prst="rect">
            <a:avLst/>
          </a:prstGeom>
        </p:spPr>
        <p:txBody>
          <a:bodyPr vert="horz" wrap="none" lIns="0" tIns="0" rIns="0" bIns="0" rtlCol="0" anchor="ctr"/>
          <a:lstStyle>
            <a:lvl1pPr algn="r">
              <a:defRPr sz="800">
                <a:solidFill>
                  <a:schemeClr val="tx1">
                    <a:lumMod val="60000"/>
                    <a:lumOff val="40000"/>
                  </a:schemeClr>
                </a:solidFill>
              </a:defRPr>
            </a:lvl1pPr>
          </a:lstStyle>
          <a:p>
            <a:fld id="{EB370EEF-2861-41F2-8145-CC7B706EF47D}" type="datetime1">
              <a:rPr lang="en-US" smtClean="0"/>
              <a:t>8/15/2014</a:t>
            </a:fld>
            <a:endParaRPr dirty="0"/>
          </a:p>
        </p:txBody>
      </p:sp>
      <p:sp>
        <p:nvSpPr>
          <p:cNvPr id="15" name="TextBox 14"/>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3"/>
          </p:nvPr>
        </p:nvSpPr>
        <p:spPr>
          <a:xfrm>
            <a:off x="8777289" y="6556248"/>
            <a:ext cx="2498723" cy="182880"/>
          </a:xfrm>
          <a:prstGeom prst="rect">
            <a:avLst/>
          </a:prstGeom>
        </p:spPr>
        <p:txBody>
          <a:bodyPr vert="horz" wrap="none" lIns="0" tIns="0" rIns="0" bIns="0" rtlCol="0" anchor="ctr"/>
          <a:lstStyle>
            <a:lvl1pPr algn="l">
              <a:defRPr sz="800">
                <a:solidFill>
                  <a:schemeClr val="tx1">
                    <a:lumMod val="60000"/>
                    <a:lumOff val="40000"/>
                  </a:schemeClr>
                </a:solidFill>
              </a:defRPr>
            </a:lvl1pPr>
          </a:lstStyle>
          <a:p>
            <a:r>
              <a:rPr lang="en-US" smtClean="0"/>
              <a:t>Use Insert &gt; Header and Footer to Update Confidentiality Requirements</a:t>
            </a:r>
            <a:endParaRPr dirty="0"/>
          </a:p>
        </p:txBody>
      </p:sp>
      <p:sp>
        <p:nvSpPr>
          <p:cNvPr id="6" name="Slide Number Placeholder 5"/>
          <p:cNvSpPr>
            <a:spLocks noGrp="1"/>
          </p:cNvSpPr>
          <p:nvPr>
            <p:ph type="sldNum" sz="quarter" idx="4"/>
          </p:nvPr>
        </p:nvSpPr>
        <p:spPr>
          <a:xfrm>
            <a:off x="11276011" y="6556248"/>
            <a:ext cx="381661" cy="182880"/>
          </a:xfrm>
          <a:prstGeom prst="rect">
            <a:avLst/>
          </a:prstGeom>
        </p:spPr>
        <p:txBody>
          <a:bodyPr vert="horz" wrap="none" lIns="0" tIns="0" rIns="0" bIns="0" rtlCol="0" anchor="ctr"/>
          <a:lstStyle>
            <a:lvl1pPr algn="r">
              <a:defRPr sz="800">
                <a:solidFill>
                  <a:schemeClr val="tx1">
                    <a:lumMod val="60000"/>
                    <a:lumOff val="40000"/>
                  </a:schemeClr>
                </a:solidFill>
              </a:defRPr>
            </a:lvl1pPr>
          </a:lstStyle>
          <a:p>
            <a:fld id="{C51EAA63-D034-42AE-91FA-B13B9518C7BE}" type="slidenum">
              <a:rPr/>
              <a:pPr/>
              <a:t>‹#›</a:t>
            </a:fld>
            <a:endParaRPr dirty="0"/>
          </a:p>
        </p:txBody>
      </p:sp>
    </p:spTree>
    <p:extLst>
      <p:ext uri="{BB962C8B-B14F-4D97-AF65-F5344CB8AC3E}">
        <p14:creationId xmlns="" xmlns:p14="http://schemas.microsoft.com/office/powerpoint/2010/main" val="3193062027"/>
      </p:ext>
    </p:extLst>
  </p:cSld>
  <p:clrMap bg1="lt1" tx1="dk1" bg2="lt2" tx2="dk2" accent1="accent1" accent2="accent2" accent3="accent3" accent4="accent4" accent5="accent5" accent6="accent6" hlink="hlink" folHlink="folHlink"/>
  <p:sldLayoutIdLst>
    <p:sldLayoutId id="2147483660" r:id="rId1"/>
    <p:sldLayoutId id="2147483649" r:id="rId2"/>
    <p:sldLayoutId id="2147483662" r:id="rId3"/>
    <p:sldLayoutId id="2147483689" r:id="rId4"/>
    <p:sldLayoutId id="2147483693" r:id="rId5"/>
    <p:sldLayoutId id="2147483650" r:id="rId6"/>
    <p:sldLayoutId id="2147483663" r:id="rId7"/>
    <p:sldLayoutId id="2147483686" r:id="rId8"/>
    <p:sldLayoutId id="2147483651" r:id="rId9"/>
    <p:sldLayoutId id="2147483665" r:id="rId10"/>
    <p:sldLayoutId id="2147483669" r:id="rId11"/>
    <p:sldLayoutId id="2147483692" r:id="rId12"/>
    <p:sldLayoutId id="2147483683" r:id="rId13"/>
    <p:sldLayoutId id="2147483670" r:id="rId14"/>
    <p:sldLayoutId id="2147483652" r:id="rId15"/>
    <p:sldLayoutId id="2147483671" r:id="rId16"/>
    <p:sldLayoutId id="2147483672" r:id="rId17"/>
    <p:sldLayoutId id="2147483679" r:id="rId18"/>
    <p:sldLayoutId id="2147483685" r:id="rId19"/>
    <p:sldLayoutId id="2147483688" r:id="rId20"/>
    <p:sldLayoutId id="2147483654" r:id="rId21"/>
    <p:sldLayoutId id="2147483666" r:id="rId22"/>
    <p:sldLayoutId id="2147483655" r:id="rId23"/>
    <p:sldLayoutId id="2147483656" r:id="rId24"/>
    <p:sldLayoutId id="2147483657" r:id="rId25"/>
    <p:sldLayoutId id="2147483673" r:id="rId26"/>
    <p:sldLayoutId id="2147483674" r:id="rId27"/>
    <p:sldLayoutId id="2147483682" r:id="rId28"/>
    <p:sldLayoutId id="2147483684" r:id="rId29"/>
    <p:sldLayoutId id="2147483690" r:id="rId30"/>
    <p:sldLayoutId id="2147483691" r:id="rId31"/>
    <p:sldLayoutId id="2147483668" r:id="rId32"/>
    <p:sldLayoutId id="2147483675" r:id="rId33"/>
    <p:sldLayoutId id="2147483676" r:id="rId34"/>
    <p:sldLayoutId id="2147483667" r:id="rId35"/>
    <p:sldLayoutId id="2147483661" r:id="rId36"/>
    <p:sldLayoutId id="2147483687" r:id="rId37"/>
    <p:sldLayoutId id="2147483659" r:id="rId38"/>
    <p:sldLayoutId id="2147483694" r:id="rId39"/>
  </p:sldLayoutIdLst>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hf sldNum="0" hdr="0" ftr="0" dt="0"/>
  <p:txStyles>
    <p:titleStyle>
      <a:lvl1pPr algn="l" defTabSz="914400" rtl="0" eaLnBrk="1" latinLnBrk="0" hangingPunct="1">
        <a:lnSpc>
          <a:spcPct val="8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200"/>
        </a:spcBef>
        <a:buClr>
          <a:schemeClr val="tx1">
            <a:lumMod val="60000"/>
            <a:lumOff val="40000"/>
          </a:schemeClr>
        </a:buClr>
        <a:buFont typeface="Arial" panose="020B0604020202020204" pitchFamily="34" charset="0"/>
        <a:buChar char="•"/>
        <a:defRPr sz="2800" kern="1200">
          <a:solidFill>
            <a:schemeClr val="tx1"/>
          </a:solidFill>
          <a:latin typeface="+mn-lt"/>
          <a:ea typeface="+mn-ea"/>
          <a:cs typeface="+mn-cs"/>
        </a:defRPr>
      </a:lvl1pPr>
      <a:lvl2pPr marL="502920" indent="-228600" algn="l" defTabSz="914400" rtl="0" eaLnBrk="1" latinLnBrk="0" hangingPunct="1">
        <a:lnSpc>
          <a:spcPct val="90000"/>
        </a:lnSpc>
        <a:spcBef>
          <a:spcPts val="800"/>
        </a:spcBef>
        <a:buClr>
          <a:schemeClr val="tx1">
            <a:lumMod val="60000"/>
            <a:lumOff val="40000"/>
          </a:schemeClr>
        </a:buClr>
        <a:buFont typeface="Arial" panose="020B0604020202020204" pitchFamily="34" charset="0"/>
        <a:buChar char="–"/>
        <a:defRPr sz="2400" kern="1200">
          <a:solidFill>
            <a:schemeClr val="tx1"/>
          </a:solidFill>
          <a:latin typeface="+mn-lt"/>
          <a:ea typeface="+mn-ea"/>
          <a:cs typeface="+mn-cs"/>
        </a:defRPr>
      </a:lvl2pPr>
      <a:lvl3pPr marL="7315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2000" kern="1200">
          <a:solidFill>
            <a:schemeClr val="tx1"/>
          </a:solidFill>
          <a:latin typeface="+mn-lt"/>
          <a:ea typeface="+mn-ea"/>
          <a:cs typeface="+mn-cs"/>
        </a:defRPr>
      </a:lvl3pPr>
      <a:lvl4pPr marL="9601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800" kern="1200">
          <a:solidFill>
            <a:schemeClr val="tx1"/>
          </a:solidFill>
          <a:latin typeface="+mn-lt"/>
          <a:ea typeface="+mn-ea"/>
          <a:cs typeface="+mn-cs"/>
        </a:defRPr>
      </a:lvl4pPr>
      <a:lvl5pPr marL="11887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5pPr>
      <a:lvl6pPr marL="14173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6pPr>
      <a:lvl7pPr marL="16459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7pPr>
      <a:lvl8pPr marL="18745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8pPr>
      <a:lvl9pPr marL="21031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 xmlns:p15="http://schemas.microsoft.com/office/powerpoint/2012/main">
        <p15:guide id="1" orient="horz" pos="2160" userDrawn="1">
          <p15:clr>
            <a:srgbClr val="F26B43"/>
          </p15:clr>
        </p15:guide>
        <p15:guide id="2" pos="3839" userDrawn="1">
          <p15:clr>
            <a:srgbClr val="F26B43"/>
          </p15:clr>
        </p15:guide>
        <p15:guide id="4" orient="horz" pos="4128"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6.xml"/></Relationships>
</file>

<file path=ppt/slides/_rels/slide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1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1355056264"/>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cstate="print">
            <a:lum/>
          </a:blip>
          <a:srcRect/>
          <a:stretch>
            <a:fillRect t="-25000" b="-25000"/>
          </a:stretch>
        </a:blipFill>
        <a:effectLst/>
      </p:bgPr>
    </p:bg>
    <p:spTree>
      <p:nvGrpSpPr>
        <p:cNvPr id="1" name=""/>
        <p:cNvGrpSpPr/>
        <p:nvPr/>
      </p:nvGrpSpPr>
      <p:grpSpPr>
        <a:xfrm>
          <a:off x="0" y="0"/>
          <a:ext cx="0" cy="0"/>
          <a:chOff x="0" y="0"/>
          <a:chExt cx="0" cy="0"/>
        </a:xfrm>
      </p:grpSpPr>
      <p:sp>
        <p:nvSpPr>
          <p:cNvPr id="2" name="Title 1" descr="Full slide 4-color photo can be inserted here"/>
          <p:cNvSpPr>
            <a:spLocks noGrp="1"/>
          </p:cNvSpPr>
          <p:nvPr>
            <p:ph type="ctrTitle"/>
          </p:nvPr>
        </p:nvSpPr>
        <p:spPr/>
        <p:txBody>
          <a:bodyPr/>
          <a:lstStyle/>
          <a:p>
            <a:r>
              <a:rPr lang="en-US" dirty="0" smtClean="0"/>
              <a:t>Quality </a:t>
            </a:r>
            <a:r>
              <a:rPr lang="en-US" dirty="0" smtClean="0"/>
              <a:t>Management Process Team Orientation</a:t>
            </a:r>
            <a:endParaRPr lang="en-US" dirty="0"/>
          </a:p>
        </p:txBody>
      </p:sp>
      <p:sp>
        <p:nvSpPr>
          <p:cNvPr id="3" name="Subtitle 2"/>
          <p:cNvSpPr>
            <a:spLocks noGrp="1"/>
          </p:cNvSpPr>
          <p:nvPr>
            <p:ph type="subTitle" idx="1"/>
          </p:nvPr>
        </p:nvSpPr>
        <p:spPr/>
        <p:txBody>
          <a:bodyPr/>
          <a:lstStyle/>
          <a:p>
            <a:r>
              <a:rPr lang="en-US" dirty="0" smtClean="0"/>
              <a:t>&lt;Company Name&gt;</a:t>
            </a:r>
          </a:p>
          <a:p>
            <a:r>
              <a:rPr lang="en-US" smtClean="0"/>
              <a:t>&lt;Project Name&gt;</a:t>
            </a:r>
            <a:endParaRPr lang="en-US" dirty="0"/>
          </a:p>
        </p:txBody>
      </p:sp>
      <p:sp>
        <p:nvSpPr>
          <p:cNvPr id="6" name="Text Placeholder 5"/>
          <p:cNvSpPr>
            <a:spLocks noGrp="1"/>
          </p:cNvSpPr>
          <p:nvPr>
            <p:ph type="body" sz="quarter" idx="13"/>
          </p:nvPr>
        </p:nvSpPr>
        <p:spPr/>
        <p:txBody>
          <a:bodyPr/>
          <a:lstStyle/>
          <a:p>
            <a:r>
              <a:rPr lang="en-US" smtClean="0"/>
              <a:t>Presenter’s Name</a:t>
            </a:r>
          </a:p>
          <a:p>
            <a:r>
              <a:rPr lang="en-US" smtClean="0"/>
              <a:t>Presenter’s Title</a:t>
            </a:r>
          </a:p>
          <a:p>
            <a:r>
              <a:rPr lang="en-US" smtClean="0"/>
              <a:t>Organization, Division or Business Unit</a:t>
            </a:r>
          </a:p>
          <a:p>
            <a:r>
              <a:rPr lang="en-US" smtClean="0"/>
              <a:t>Month 00, 2014</a:t>
            </a:r>
            <a:endParaRPr lang="en-US" dirty="0"/>
          </a:p>
        </p:txBody>
      </p:sp>
      <p:sp>
        <p:nvSpPr>
          <p:cNvPr id="7" name="TextBox 6"/>
          <p:cNvSpPr txBox="1"/>
          <p:nvPr/>
        </p:nvSpPr>
        <p:spPr>
          <a:xfrm>
            <a:off x="6018212" y="5524500"/>
            <a:ext cx="3200400" cy="838200"/>
          </a:xfrm>
          <a:prstGeom prst="rect">
            <a:avLst/>
          </a:prstGeom>
          <a:solidFill>
            <a:srgbClr val="EAEEEF"/>
          </a:solidFill>
          <a:ln w="12700">
            <a:solidFill>
              <a:srgbClr val="D9541E"/>
            </a:solidFill>
            <a:prstDash val="sysDash"/>
          </a:ln>
        </p:spPr>
        <p:txBody>
          <a:bodyPr wrap="square" lIns="91440" tIns="91440" rIns="91440" bIns="91440" rtlCol="0" anchor="b" anchorCtr="0">
            <a:noAutofit/>
          </a:bodyPr>
          <a:lstStyle/>
          <a:p>
            <a:pPr>
              <a:lnSpc>
                <a:spcPct val="90000"/>
              </a:lnSpc>
              <a:spcBef>
                <a:spcPts val="600"/>
              </a:spcBef>
            </a:pPr>
            <a:r>
              <a:rPr lang="en-US" sz="1050" b="1" dirty="0">
                <a:solidFill>
                  <a:srgbClr val="5F5F5F"/>
                </a:solidFill>
              </a:rPr>
              <a:t>Note: </a:t>
            </a:r>
            <a:r>
              <a:rPr lang="en-US" sz="1050" dirty="0">
                <a:solidFill>
                  <a:srgbClr val="5F5F5F"/>
                </a:solidFill>
              </a:rPr>
              <a:t>The speaker notes for this slide include detailed instructions on how to customize this Title Slide with your own picture.</a:t>
            </a:r>
          </a:p>
          <a:p>
            <a:pPr>
              <a:lnSpc>
                <a:spcPct val="90000"/>
              </a:lnSpc>
              <a:spcBef>
                <a:spcPts val="600"/>
              </a:spcBef>
            </a:pPr>
            <a:r>
              <a:rPr lang="en-US" sz="1050" b="1" dirty="0">
                <a:solidFill>
                  <a:srgbClr val="5F5F5F"/>
                </a:solidFill>
              </a:rPr>
              <a:t>Tip! </a:t>
            </a:r>
            <a:r>
              <a:rPr lang="en-US" sz="1050" dirty="0">
                <a:solidFill>
                  <a:srgbClr val="5F5F5F"/>
                </a:solidFill>
              </a:rPr>
              <a:t>Remember to remove this text box.</a:t>
            </a:r>
          </a:p>
        </p:txBody>
      </p:sp>
      <p:pic>
        <p:nvPicPr>
          <p:cNvPr id="9" name="Picture 8" descr="Oracle_Unified_Method_485C.gif"/>
          <p:cNvPicPr>
            <a:picLocks noChangeAspect="1"/>
          </p:cNvPicPr>
          <p:nvPr/>
        </p:nvPicPr>
        <p:blipFill>
          <a:blip r:embed="rId4" cstate="print"/>
          <a:srcRect/>
          <a:stretch>
            <a:fillRect/>
          </a:stretch>
        </p:blipFill>
        <p:spPr bwMode="auto">
          <a:xfrm>
            <a:off x="9752013" y="5562600"/>
            <a:ext cx="1619250" cy="638175"/>
          </a:xfrm>
          <a:prstGeom prst="rect">
            <a:avLst/>
          </a:prstGeom>
          <a:noFill/>
          <a:ln w="9525">
            <a:noFill/>
            <a:miter lim="800000"/>
            <a:headEnd/>
            <a:tailEnd/>
          </a:ln>
        </p:spPr>
      </p:pic>
    </p:spTree>
    <p:extLst>
      <p:ext uri="{BB962C8B-B14F-4D97-AF65-F5344CB8AC3E}">
        <p14:creationId xmlns="" xmlns:p14="http://schemas.microsoft.com/office/powerpoint/2010/main" val="3367760557"/>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smtClean="0"/>
              <a:t>Agenda</a:t>
            </a:r>
            <a:endParaRPr lang="en-US" dirty="0"/>
          </a:p>
        </p:txBody>
      </p:sp>
      <p:sp>
        <p:nvSpPr>
          <p:cNvPr id="8" name="Content Placeholder 7"/>
          <p:cNvSpPr>
            <a:spLocks noGrp="1"/>
          </p:cNvSpPr>
          <p:nvPr>
            <p:ph idx="1"/>
          </p:nvPr>
        </p:nvSpPr>
        <p:spPr/>
        <p:txBody>
          <a:bodyPr/>
          <a:lstStyle/>
          <a:p>
            <a:r>
              <a:rPr lang="en-US" dirty="0" smtClean="0"/>
              <a:t>Introduction</a:t>
            </a:r>
          </a:p>
          <a:p>
            <a:r>
              <a:rPr lang="en-US" dirty="0" smtClean="0"/>
              <a:t>Quality on this Project</a:t>
            </a:r>
          </a:p>
          <a:p>
            <a:r>
              <a:rPr lang="en-US" dirty="0" smtClean="0"/>
              <a:t>Quality Milestones</a:t>
            </a:r>
          </a:p>
          <a:p>
            <a:r>
              <a:rPr lang="en-US" dirty="0" smtClean="0"/>
              <a:t>Key Aspects of the Quality Management Plan</a:t>
            </a:r>
          </a:p>
          <a:p>
            <a:r>
              <a:rPr lang="en-US" dirty="0" smtClean="0"/>
              <a:t>Quality Roles and Responsibilities</a:t>
            </a:r>
          </a:p>
          <a:p>
            <a:r>
              <a:rPr lang="en-US" dirty="0" smtClean="0"/>
              <a:t>Next Steps</a:t>
            </a:r>
            <a:endParaRPr lang="en-US" dirty="0"/>
          </a:p>
        </p:txBody>
      </p:sp>
    </p:spTree>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a:t>
            </a:r>
            <a:endParaRPr lang="en-US" dirty="0"/>
          </a:p>
        </p:txBody>
      </p:sp>
      <p:sp>
        <p:nvSpPr>
          <p:cNvPr id="3" name="Content Placeholder 2"/>
          <p:cNvSpPr>
            <a:spLocks noGrp="1"/>
          </p:cNvSpPr>
          <p:nvPr>
            <p:ph idx="1"/>
          </p:nvPr>
        </p:nvSpPr>
        <p:spPr/>
        <p:txBody>
          <a:bodyPr/>
          <a:lstStyle/>
          <a:p>
            <a:endParaRPr lang="en-US"/>
          </a:p>
        </p:txBody>
      </p:sp>
    </p:spTree>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Quality on this Project</a:t>
            </a:r>
            <a:endParaRPr lang="en-US" dirty="0"/>
          </a:p>
        </p:txBody>
      </p:sp>
      <p:sp>
        <p:nvSpPr>
          <p:cNvPr id="3" name="Content Placeholder 2"/>
          <p:cNvSpPr>
            <a:spLocks noGrp="1"/>
          </p:cNvSpPr>
          <p:nvPr>
            <p:ph idx="1"/>
          </p:nvPr>
        </p:nvSpPr>
        <p:spPr/>
        <p:txBody>
          <a:bodyPr/>
          <a:lstStyle/>
          <a:p>
            <a:endParaRPr lang="en-US" dirty="0"/>
          </a:p>
        </p:txBody>
      </p:sp>
    </p:spTree>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Quality Milestones</a:t>
            </a:r>
            <a:endParaRPr lang="en-US" dirty="0"/>
          </a:p>
        </p:txBody>
      </p:sp>
      <p:sp>
        <p:nvSpPr>
          <p:cNvPr id="3" name="Content Placeholder 2"/>
          <p:cNvSpPr>
            <a:spLocks noGrp="1"/>
          </p:cNvSpPr>
          <p:nvPr>
            <p:ph idx="1"/>
          </p:nvPr>
        </p:nvSpPr>
        <p:spPr/>
        <p:txBody>
          <a:bodyPr/>
          <a:lstStyle/>
          <a:p>
            <a:endParaRPr lang="en-US"/>
          </a:p>
        </p:txBody>
      </p:sp>
    </p:spTree>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 Aspects of the Quality Management Plan</a:t>
            </a:r>
            <a:endParaRPr lang="en-US" dirty="0"/>
          </a:p>
        </p:txBody>
      </p:sp>
      <p:sp>
        <p:nvSpPr>
          <p:cNvPr id="3" name="Content Placeholder 2"/>
          <p:cNvSpPr>
            <a:spLocks noGrp="1"/>
          </p:cNvSpPr>
          <p:nvPr>
            <p:ph idx="1"/>
          </p:nvPr>
        </p:nvSpPr>
        <p:spPr/>
        <p:txBody>
          <a:bodyPr/>
          <a:lstStyle/>
          <a:p>
            <a:endParaRPr lang="en-US"/>
          </a:p>
        </p:txBody>
      </p:sp>
    </p:spTree>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Quality Roles and Responsibilities</a:t>
            </a:r>
            <a:endParaRPr lang="en-US" dirty="0"/>
          </a:p>
        </p:txBody>
      </p:sp>
      <p:sp>
        <p:nvSpPr>
          <p:cNvPr id="3" name="Content Placeholder 2"/>
          <p:cNvSpPr>
            <a:spLocks noGrp="1"/>
          </p:cNvSpPr>
          <p:nvPr>
            <p:ph idx="1"/>
          </p:nvPr>
        </p:nvSpPr>
        <p:spPr/>
        <p:txBody>
          <a:bodyPr/>
          <a:lstStyle/>
          <a:p>
            <a:endParaRPr lang="en-US" dirty="0"/>
          </a:p>
        </p:txBody>
      </p:sp>
    </p:spTree>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Next Steps</a:t>
            </a:r>
            <a:endParaRPr lang="en-US" dirty="0"/>
          </a:p>
        </p:txBody>
      </p:sp>
      <p:sp>
        <p:nvSpPr>
          <p:cNvPr id="3" name="Content Placeholder 2"/>
          <p:cNvSpPr>
            <a:spLocks noGrp="1"/>
          </p:cNvSpPr>
          <p:nvPr>
            <p:ph idx="1"/>
          </p:nvPr>
        </p:nvSpPr>
        <p:spPr/>
        <p:txBody>
          <a:bodyPr/>
          <a:lstStyle/>
          <a:p>
            <a:endParaRPr lang="en-US" dirty="0"/>
          </a:p>
        </p:txBody>
      </p:sp>
    </p:spTree>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1026"/>
          <p:cNvSpPr>
            <a:spLocks noChangeArrowheads="1"/>
          </p:cNvSpPr>
          <p:nvPr/>
        </p:nvSpPr>
        <p:spPr bwMode="invGray">
          <a:xfrm>
            <a:off x="6018212" y="2264222"/>
            <a:ext cx="3478914" cy="4666727"/>
          </a:xfrm>
          <a:prstGeom prst="rect">
            <a:avLst/>
          </a:prstGeom>
          <a:noFill/>
          <a:ln w="9525">
            <a:noFill/>
            <a:miter lim="800000"/>
            <a:headEnd/>
            <a:tailEnd/>
          </a:ln>
        </p:spPr>
        <p:txBody>
          <a:bodyPr wrap="square" lIns="122745" tIns="61373" rIns="122745" bIns="61373">
            <a:spAutoFit/>
          </a:bodyPr>
          <a:lstStyle/>
          <a:p>
            <a:pPr algn="ctr">
              <a:lnSpc>
                <a:spcPct val="80000"/>
              </a:lnSpc>
              <a:spcBef>
                <a:spcPct val="50000"/>
              </a:spcBef>
            </a:pPr>
            <a:r>
              <a:rPr lang="en-US" sz="36900" b="1" i="1" dirty="0">
                <a:solidFill>
                  <a:srgbClr val="292929"/>
                </a:solidFill>
                <a:latin typeface="Times" pitchFamily="18" charset="0"/>
              </a:rPr>
              <a:t>A</a:t>
            </a:r>
          </a:p>
        </p:txBody>
      </p:sp>
      <p:grpSp>
        <p:nvGrpSpPr>
          <p:cNvPr id="2" name="Group 1027"/>
          <p:cNvGrpSpPr>
            <a:grpSpLocks/>
          </p:cNvGrpSpPr>
          <p:nvPr/>
        </p:nvGrpSpPr>
        <p:grpSpPr bwMode="auto">
          <a:xfrm>
            <a:off x="2590125" y="228600"/>
            <a:ext cx="5713512" cy="5930900"/>
            <a:chOff x="1224" y="336"/>
            <a:chExt cx="2700" cy="3736"/>
          </a:xfrm>
        </p:grpSpPr>
        <p:sp>
          <p:nvSpPr>
            <p:cNvPr id="10244" name="Rectangle 1028"/>
            <p:cNvSpPr>
              <a:spLocks noChangeArrowheads="1"/>
            </p:cNvSpPr>
            <p:nvPr/>
          </p:nvSpPr>
          <p:spPr bwMode="invGray">
            <a:xfrm>
              <a:off x="1224" y="336"/>
              <a:ext cx="1872" cy="2920"/>
            </a:xfrm>
            <a:prstGeom prst="rect">
              <a:avLst/>
            </a:prstGeom>
            <a:noFill/>
            <a:ln w="9525">
              <a:noFill/>
              <a:miter lim="800000"/>
              <a:headEnd/>
              <a:tailEnd/>
            </a:ln>
          </p:spPr>
          <p:txBody>
            <a:bodyPr wrap="square" lIns="92075" tIns="46038" rIns="92075" bIns="46038">
              <a:spAutoFit/>
            </a:bodyPr>
            <a:lstStyle/>
            <a:p>
              <a:pPr algn="ctr">
                <a:lnSpc>
                  <a:spcPct val="80000"/>
                </a:lnSpc>
                <a:spcBef>
                  <a:spcPct val="50000"/>
                </a:spcBef>
              </a:pPr>
              <a:r>
                <a:rPr lang="en-US" sz="36900" b="1" i="1" dirty="0" smtClean="0">
                  <a:solidFill>
                    <a:srgbClr val="292929"/>
                  </a:solidFill>
                  <a:latin typeface="Times" pitchFamily="18" charset="0"/>
                </a:rPr>
                <a:t>Q</a:t>
              </a:r>
              <a:endParaRPr lang="en-US" sz="36900" b="1" i="1" dirty="0">
                <a:solidFill>
                  <a:srgbClr val="292929"/>
                </a:solidFill>
                <a:latin typeface="Times" pitchFamily="18" charset="0"/>
              </a:endParaRPr>
            </a:p>
          </p:txBody>
        </p:sp>
        <p:sp>
          <p:nvSpPr>
            <p:cNvPr id="10245" name="Rectangle 1029"/>
            <p:cNvSpPr>
              <a:spLocks noChangeArrowheads="1"/>
            </p:cNvSpPr>
            <p:nvPr/>
          </p:nvSpPr>
          <p:spPr bwMode="invGray">
            <a:xfrm>
              <a:off x="2088" y="1152"/>
              <a:ext cx="1836" cy="2920"/>
            </a:xfrm>
            <a:prstGeom prst="rect">
              <a:avLst/>
            </a:prstGeom>
            <a:noFill/>
            <a:ln w="9525">
              <a:noFill/>
              <a:miter lim="800000"/>
              <a:headEnd/>
              <a:tailEnd/>
            </a:ln>
          </p:spPr>
          <p:txBody>
            <a:bodyPr wrap="square" lIns="92075" tIns="46038" rIns="92075" bIns="46038">
              <a:spAutoFit/>
            </a:bodyPr>
            <a:lstStyle/>
            <a:p>
              <a:pPr algn="ctr">
                <a:lnSpc>
                  <a:spcPct val="80000"/>
                </a:lnSpc>
                <a:spcBef>
                  <a:spcPct val="50000"/>
                </a:spcBef>
              </a:pPr>
              <a:r>
                <a:rPr lang="en-US" sz="36900" b="1" i="1" dirty="0">
                  <a:solidFill>
                    <a:schemeClr val="accent1"/>
                  </a:solidFill>
                  <a:latin typeface="Times" pitchFamily="18" charset="0"/>
                </a:rPr>
                <a:t>&amp;</a:t>
              </a:r>
            </a:p>
          </p:txBody>
        </p:sp>
      </p:grpSp>
    </p:spTree>
  </p:cSld>
  <p:clrMapOvr>
    <a:masterClrMapping/>
  </p:clrMapOvr>
  <p:transition>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1355056264"/>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Lst>
</file>

<file path=ppt/theme/theme1.xml><?xml version="1.0" encoding="utf-8"?>
<a:theme xmlns:a="http://schemas.openxmlformats.org/drawingml/2006/main" name="blank">
  <a:themeElements>
    <a:clrScheme name="Oracle">
      <a:dk1>
        <a:srgbClr val="5F5F5F"/>
      </a:dk1>
      <a:lt1>
        <a:srgbClr val="FFFFFF"/>
      </a:lt1>
      <a:dk2>
        <a:srgbClr val="7F7F7F"/>
      </a:dk2>
      <a:lt2>
        <a:srgbClr val="DCE3E4"/>
      </a:lt2>
      <a:accent1>
        <a:srgbClr val="FF0000"/>
      </a:accent1>
      <a:accent2>
        <a:srgbClr val="8A133B"/>
      </a:accent2>
      <a:accent3>
        <a:srgbClr val="FF7700"/>
      </a:accent3>
      <a:accent4>
        <a:srgbClr val="46575E"/>
      </a:accent4>
      <a:accent5>
        <a:srgbClr val="8DA6B1"/>
      </a:accent5>
      <a:accent6>
        <a:srgbClr val="B0C3C8"/>
      </a:accent6>
      <a:hlink>
        <a:srgbClr val="8DA6B1"/>
      </a:hlink>
      <a:folHlink>
        <a:srgbClr val="BFBFB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5"/>
        </a:solidFill>
        <a:ln w="19050">
          <a:noFill/>
          <a:miter lim="800000"/>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lnSpc>
            <a:spcPct val="90000"/>
          </a:lnSpc>
          <a:defRPr/>
        </a:defPPr>
      </a:lstStyle>
      <a:style>
        <a:lnRef idx="2">
          <a:schemeClr val="accent1">
            <a:shade val="50000"/>
          </a:schemeClr>
        </a:lnRef>
        <a:fillRef idx="1">
          <a:schemeClr val="accent1"/>
        </a:fillRef>
        <a:effectRef idx="0">
          <a:schemeClr val="accent1"/>
        </a:effectRef>
        <a:fontRef idx="minor">
          <a:schemeClr val="lt1"/>
        </a:fontRef>
      </a:style>
    </a:spDef>
    <a:lnDef>
      <a:spPr>
        <a:ln w="19050">
          <a:solidFill>
            <a:schemeClr val="accent5"/>
          </a:solidFill>
          <a:miter lim="800000"/>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nSpc>
            <a:spcPct val="90000"/>
          </a:lnSpc>
          <a:defRPr/>
        </a:defPPr>
      </a:lstStyle>
    </a:txDef>
  </a:objectDefaults>
  <a:extraClrSchemeLst/>
  <a:extLst>
    <a:ext uri="{05A4C25C-085E-4340-85A3-A5531E510DB2}">
      <thm15:themeFamily xmlns="" xmlns:thm15="http://schemas.microsoft.com/office/thememl/2012/main" name="Oracle_16x9_2014_521" id="{11138A86-4CFD-4AAE-84ED-85FDB159739F}" vid="{ADD436DE-0EC9-4932-BD4C-5E9FA04FA01B}"/>
    </a:ext>
  </a:extLst>
</a:theme>
</file>

<file path=ppt/theme/theme2.xml><?xml version="1.0" encoding="utf-8"?>
<a:theme xmlns:a="http://schemas.openxmlformats.org/drawingml/2006/main" name="Office Theme">
  <a:themeElements>
    <a:clrScheme name="Oracle">
      <a:dk1>
        <a:srgbClr val="5F5F5F"/>
      </a:dk1>
      <a:lt1>
        <a:srgbClr val="FFFFFF"/>
      </a:lt1>
      <a:dk2>
        <a:srgbClr val="7F7F7F"/>
      </a:dk2>
      <a:lt2>
        <a:srgbClr val="DCE3E4"/>
      </a:lt2>
      <a:accent1>
        <a:srgbClr val="FF0000"/>
      </a:accent1>
      <a:accent2>
        <a:srgbClr val="8A133B"/>
      </a:accent2>
      <a:accent3>
        <a:srgbClr val="FF7700"/>
      </a:accent3>
      <a:accent4>
        <a:srgbClr val="46575E"/>
      </a:accent4>
      <a:accent5>
        <a:srgbClr val="8DA6B1"/>
      </a:accent5>
      <a:accent6>
        <a:srgbClr val="B0C3C8"/>
      </a:accent6>
      <a:hlink>
        <a:srgbClr val="8DA6B1"/>
      </a:hlink>
      <a:folHlink>
        <a:srgbClr val="BFBFB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racle">
      <a:dk1>
        <a:srgbClr val="5F5F5F"/>
      </a:dk1>
      <a:lt1>
        <a:srgbClr val="FFFFFF"/>
      </a:lt1>
      <a:dk2>
        <a:srgbClr val="7F7F7F"/>
      </a:dk2>
      <a:lt2>
        <a:srgbClr val="DCE3E4"/>
      </a:lt2>
      <a:accent1>
        <a:srgbClr val="FF0000"/>
      </a:accent1>
      <a:accent2>
        <a:srgbClr val="8A133B"/>
      </a:accent2>
      <a:accent3>
        <a:srgbClr val="FF7700"/>
      </a:accent3>
      <a:accent4>
        <a:srgbClr val="46575E"/>
      </a:accent4>
      <a:accent5>
        <a:srgbClr val="8DA6B1"/>
      </a:accent5>
      <a:accent6>
        <a:srgbClr val="B0C3C8"/>
      </a:accent6>
      <a:hlink>
        <a:srgbClr val="8DA6B1"/>
      </a:hlink>
      <a:folHlink>
        <a:srgbClr val="BFBFB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blank</Template>
  <TotalTime>37</TotalTime>
  <Words>178</Words>
  <Application>Microsoft Office PowerPoint</Application>
  <PresentationFormat>Custom</PresentationFormat>
  <Paragraphs>34</Paragraphs>
  <Slides>11</Slides>
  <Notes>4</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blank</vt:lpstr>
      <vt:lpstr>Slide 1</vt:lpstr>
      <vt:lpstr>Quality Management Process Team Orientation</vt:lpstr>
      <vt:lpstr>Agenda</vt:lpstr>
      <vt:lpstr>Introduction</vt:lpstr>
      <vt:lpstr>Quality on this Project</vt:lpstr>
      <vt:lpstr>Quality Milestones</vt:lpstr>
      <vt:lpstr>Key Aspects of the Quality Management Plan</vt:lpstr>
      <vt:lpstr>Quality Roles and Responsibilities</vt:lpstr>
      <vt:lpstr>Next Steps</vt:lpstr>
      <vt:lpstr>Slide 10</vt:lpstr>
      <vt:lpstr>Slide 11</vt:lpstr>
    </vt:vector>
  </TitlesOfParts>
  <Company>Oracle Corporation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QM.030 Quality Management Process Team Orientation</dc:title>
  <dc:creator>Oracle Global Methods</dc:creator>
  <cp:keywords>OUM</cp:keywords>
  <dc:description>Copyright © 2014 Oracle and/or its affiliates.  All rights reserved.</dc:description>
  <cp:lastModifiedBy>masander</cp:lastModifiedBy>
  <cp:revision>14</cp:revision>
  <dcterms:created xsi:type="dcterms:W3CDTF">2014-06-17T20:14:48Z</dcterms:created>
  <dcterms:modified xsi:type="dcterms:W3CDTF">2014-08-15T17:12:25Z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2343037</vt:lpwstr>
  </property>
  <property fmtid="{D5CDD505-2E9C-101B-9397-08002B2CF9AE}" pid="3" name="NXPowerLiteSettings">
    <vt:lpwstr>F98007B004F000</vt:lpwstr>
  </property>
  <property fmtid="{D5CDD505-2E9C-101B-9397-08002B2CF9AE}" pid="4" name="NXPowerLiteVersion">
    <vt:lpwstr>D5.0.2</vt:lpwstr>
  </property>
</Properties>
</file>