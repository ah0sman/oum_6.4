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8.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Default Extension="jpeg" ContentType="image/jpeg"/>
  <Override PartName="/ppt/presentation.xml" ContentType="application/vnd.openxmlformats-officedocument.presentationml.presentation.main+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docProps/app.xml" ContentType="application/vnd.openxmlformats-officedocument.extended-properties+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handoutMasterIdLst>
    <p:handoutMasterId r:id="rId13"/>
  </p:handoutMasterIdLst>
  <p:sldIdLst>
    <p:sldId id="354" r:id="rId2"/>
    <p:sldId id="258" r:id="rId3"/>
    <p:sldId id="370" r:id="rId4"/>
    <p:sldId id="371" r:id="rId5"/>
    <p:sldId id="379" r:id="rId6"/>
    <p:sldId id="380" r:id="rId7"/>
    <p:sldId id="374" r:id="rId8"/>
    <p:sldId id="381" r:id="rId9"/>
    <p:sldId id="382" r:id="rId10"/>
    <p:sldId id="378" r:id="rId11"/>
  </p:sldIdLst>
  <p:sldSz cx="12188825" cy="6858000"/>
  <p:notesSz cx="6858000" cy="9144000"/>
  <p:custDataLst>
    <p:tags r:id="rId1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7" pos="335">
          <p15:clr>
            <a:srgbClr val="A4A3A4"/>
          </p15:clr>
        </p15:guide>
      </p15:sldGuideLst>
    </p:ext>
    <p:ext uri="{2D200454-40CA-4A62-9FC3-DE9A4176ACB9}">
      <p15:notesGuideLst xmlns=""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7F7F7F"/>
    <a:srgbClr val="000000"/>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FD0F851-EC5A-4D38-B0AD-8093EC10F33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1454" autoAdjust="0"/>
  </p:normalViewPr>
  <p:slideViewPr>
    <p:cSldViewPr>
      <p:cViewPr varScale="1">
        <p:scale>
          <a:sx n="63" d="100"/>
          <a:sy n="63" d="100"/>
        </p:scale>
        <p:origin x="-1614" y="-96"/>
      </p:cViewPr>
      <p:guideLst>
        <p:guide orient="horz" pos="2160"/>
        <p:guide pos="335"/>
      </p:guideLst>
    </p:cSldViewPr>
  </p:slideViewPr>
  <p:outlineViewPr>
    <p:cViewPr>
      <p:scale>
        <a:sx n="33" d="100"/>
        <a:sy n="33" d="100"/>
      </p:scale>
      <p:origin x="0" y="-10368"/>
    </p:cViewPr>
  </p:outlineViewPr>
  <p:notesTextViewPr>
    <p:cViewPr>
      <p:scale>
        <a:sx n="1" d="1"/>
        <a:sy n="1" d="1"/>
      </p:scale>
      <p:origin x="0" y="0"/>
    </p:cViewPr>
  </p:notesTextViewPr>
  <p:sorterViewPr>
    <p:cViewPr>
      <p:scale>
        <a:sx n="31" d="100"/>
        <a:sy n="31" d="100"/>
      </p:scale>
      <p:origin x="0" y="0"/>
    </p:cViewPr>
  </p:sorterViewPr>
  <p:notesViewPr>
    <p:cSldViewPr>
      <p:cViewPr varScale="1">
        <p:scale>
          <a:sx n="83" d="100"/>
          <a:sy n="83" d="100"/>
        </p:scale>
        <p:origin x="-3156" y="-78"/>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E821AA6-70BE-4FDE-A8DC-DB381A688FD8}" type="datetimeFigureOut">
              <a:rPr lang="en-US"/>
              <a:pPr/>
              <a:t>1/13/2016</a:t>
            </a:fld>
            <a:endParaRPr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97E47EA-D299-42CE-88BF-4E1035596DA5}" type="slidenum">
              <a:rPr/>
              <a:pPr/>
              <a:t>‹#›</a:t>
            </a:fld>
            <a:endParaRPr dirty="0"/>
          </a:p>
        </p:txBody>
      </p:sp>
    </p:spTree>
    <p:extLst>
      <p:ext uri="{BB962C8B-B14F-4D97-AF65-F5344CB8AC3E}">
        <p14:creationId xmlns="" xmlns:p14="http://schemas.microsoft.com/office/powerpoint/2010/main" val="19668118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2588" y="381000"/>
            <a:ext cx="4572000" cy="257309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381000" y="3124200"/>
            <a:ext cx="6096000" cy="5334000"/>
          </a:xfrm>
          <a:prstGeom prst="rect">
            <a:avLst/>
          </a:prstGeom>
        </p:spPr>
        <p:txBody>
          <a:bodyPr vert="horz" lIns="0" tIns="0" rIns="0" bIns="91440" rtlCol="0">
            <a:normAutofit/>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381000" y="8610600"/>
            <a:ext cx="4648200" cy="2270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715000" y="8610600"/>
            <a:ext cx="762000" cy="227013"/>
          </a:xfrm>
          <a:prstGeom prst="rect">
            <a:avLst/>
          </a:prstGeom>
        </p:spPr>
        <p:txBody>
          <a:bodyPr vert="horz" lIns="91440" tIns="45720" rIns="91440" bIns="45720" rtlCol="0" anchor="b"/>
          <a:lstStyle>
            <a:lvl1pPr algn="r">
              <a:defRPr sz="1200"/>
            </a:lvl1pPr>
          </a:lstStyle>
          <a:p>
            <a:fld id="{8C72D9AE-7182-4680-8F79-479C4181FF08}" type="slidenum">
              <a:rPr/>
              <a:pPr/>
              <a:t>‹#›</a:t>
            </a:fld>
            <a:endParaRPr dirty="0"/>
          </a:p>
        </p:txBody>
      </p:sp>
    </p:spTree>
    <p:extLst>
      <p:ext uri="{BB962C8B-B14F-4D97-AF65-F5344CB8AC3E}">
        <p14:creationId xmlns="" xmlns:p14="http://schemas.microsoft.com/office/powerpoint/2010/main" val="973114905"/>
      </p:ext>
    </p:extLst>
  </p:cSld>
  <p:clrMap bg1="lt1" tx1="dk1" bg2="lt2" tx2="dk2" accent1="accent1" accent2="accent2" accent3="accent3" accent4="accent4" accent5="accent5" accent6="accent6" hlink="hlink" folHlink="folHlink"/>
  <p:notesStyle>
    <a:lvl1pPr marL="0" algn="l" defTabSz="914400" rtl="0" eaLnBrk="1" latinLnBrk="0" hangingPunct="1">
      <a:spcBef>
        <a:spcPts val="600"/>
      </a:spcBef>
      <a:defRPr sz="1100" kern="1200">
        <a:solidFill>
          <a:schemeClr val="tx1"/>
        </a:solidFill>
        <a:latin typeface="+mn-lt"/>
        <a:ea typeface="+mn-ea"/>
        <a:cs typeface="+mn-cs"/>
      </a:defRPr>
    </a:lvl1pPr>
    <a:lvl2pPr marL="228600" indent="-114300" algn="l" defTabSz="914400" rtl="0" eaLnBrk="1" latinLnBrk="0" hangingPunct="1">
      <a:spcBef>
        <a:spcPts val="600"/>
      </a:spcBef>
      <a:buFont typeface="Arial" panose="020B0604020202020204" pitchFamily="34" charset="0"/>
      <a:buChar char="•"/>
      <a:defRPr sz="1050" kern="1200">
        <a:solidFill>
          <a:schemeClr val="tx1"/>
        </a:solidFill>
        <a:latin typeface="+mn-lt"/>
        <a:ea typeface="+mn-ea"/>
        <a:cs typeface="+mn-cs"/>
      </a:defRPr>
    </a:lvl2pPr>
    <a:lvl3pPr marL="40005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3pPr>
    <a:lvl4pPr marL="57150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4pPr>
    <a:lvl5pPr marL="742950" indent="-114300" algn="l" defTabSz="914400" rtl="0" eaLnBrk="1" latinLnBrk="0" hangingPunct="1">
      <a:spcBef>
        <a:spcPts val="600"/>
      </a:spcBef>
      <a:buFont typeface="Arial" panose="020B0604020202020204" pitchFamily="34" charset="0"/>
      <a:buChar char="–"/>
      <a:defRPr sz="8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1</a:t>
            </a:fld>
            <a:endParaRPr lang="en-US" dirty="0"/>
          </a:p>
        </p:txBody>
      </p:sp>
    </p:spTree>
    <p:extLst>
      <p:ext uri="{BB962C8B-B14F-4D97-AF65-F5344CB8AC3E}">
        <p14:creationId xmlns="" xmlns:p14="http://schemas.microsoft.com/office/powerpoint/2010/main" val="12427561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r>
              <a:rPr lang="en-US" dirty="0" smtClean="0"/>
              <a:t>This is a </a:t>
            </a:r>
            <a:r>
              <a:rPr lang="en-US" b="1" dirty="0" smtClean="0"/>
              <a:t>Title Slide with Picture </a:t>
            </a:r>
            <a:r>
              <a:rPr lang="en-US" b="0" dirty="0" smtClean="0"/>
              <a:t>slide</a:t>
            </a:r>
            <a:r>
              <a:rPr lang="en-US" b="1" dirty="0" smtClean="0"/>
              <a:t> </a:t>
            </a:r>
            <a:r>
              <a:rPr lang="en-US" baseline="0" dirty="0" smtClean="0"/>
              <a:t>ideal for including a picture with a brief title, subtitle and presenter information.</a:t>
            </a:r>
          </a:p>
          <a:p>
            <a:endParaRPr lang="en-US" baseline="0" dirty="0" smtClean="0"/>
          </a:p>
          <a:p>
            <a:r>
              <a:rPr lang="en-US" baseline="0" dirty="0" smtClean="0"/>
              <a:t>To customize this slide with your own picture:</a:t>
            </a:r>
          </a:p>
          <a:p>
            <a:endParaRPr lang="en-US" baseline="0" dirty="0" smtClean="0"/>
          </a:p>
          <a:p>
            <a:pPr marL="0" indent="0">
              <a:buNone/>
            </a:pPr>
            <a:r>
              <a:rPr lang="en-US" b="1" baseline="0" dirty="0" smtClean="0"/>
              <a:t>Right-click</a:t>
            </a:r>
            <a:r>
              <a:rPr lang="en-US" baseline="0" dirty="0" smtClean="0"/>
              <a:t> the slide area and choose </a:t>
            </a:r>
            <a:r>
              <a:rPr lang="en-US" b="1" baseline="0" dirty="0" smtClean="0"/>
              <a:t>Format Background </a:t>
            </a:r>
            <a:r>
              <a:rPr lang="en-US" baseline="0" dirty="0" smtClean="0"/>
              <a:t>from the pop-up menu. From the </a:t>
            </a:r>
            <a:r>
              <a:rPr lang="en-US" b="1" baseline="0" dirty="0" smtClean="0"/>
              <a:t>Fill</a:t>
            </a:r>
            <a:r>
              <a:rPr lang="en-US" baseline="0" dirty="0" smtClean="0"/>
              <a:t> menu, click </a:t>
            </a:r>
            <a:r>
              <a:rPr lang="en-US" b="1" baseline="0" dirty="0" smtClean="0"/>
              <a:t>Picture</a:t>
            </a:r>
            <a:r>
              <a:rPr lang="en-US" baseline="0" dirty="0" smtClean="0"/>
              <a:t> </a:t>
            </a:r>
            <a:r>
              <a:rPr lang="en-US" b="1" baseline="0" dirty="0" smtClean="0"/>
              <a:t>and texture fill</a:t>
            </a:r>
            <a:r>
              <a:rPr lang="en-US" baseline="0" dirty="0" smtClean="0"/>
              <a:t>. Under </a:t>
            </a:r>
            <a:r>
              <a:rPr lang="en-US" b="1" baseline="0" dirty="0" smtClean="0"/>
              <a:t>Insert from: </a:t>
            </a:r>
            <a:r>
              <a:rPr lang="en-US" baseline="0" dirty="0" smtClean="0"/>
              <a:t>click </a:t>
            </a:r>
            <a:r>
              <a:rPr lang="en-US" b="1" baseline="0" dirty="0" smtClean="0"/>
              <a:t>File</a:t>
            </a:r>
            <a:r>
              <a:rPr lang="en-US" baseline="0" dirty="0" smtClean="0"/>
              <a:t>. Locate your new picture and click </a:t>
            </a:r>
            <a:r>
              <a:rPr lang="en-US" b="1" baseline="0" dirty="0" smtClean="0"/>
              <a:t>Insert</a:t>
            </a:r>
            <a:r>
              <a:rPr lang="en-US" baseline="0" dirty="0" smtClean="0"/>
              <a:t>.</a:t>
            </a:r>
          </a:p>
        </p:txBody>
      </p:sp>
      <p:sp>
        <p:nvSpPr>
          <p:cNvPr id="4" name="Slide Number Placeholder 3"/>
          <p:cNvSpPr>
            <a:spLocks noGrp="1"/>
          </p:cNvSpPr>
          <p:nvPr>
            <p:ph type="sldNum" sz="quarter" idx="10"/>
          </p:nvPr>
        </p:nvSpPr>
        <p:spPr/>
        <p:txBody>
          <a:bodyPr/>
          <a:lstStyle/>
          <a:p>
            <a:fld id="{8C72D9AE-7182-4680-8F79-479C4181FF08}" type="slidenum">
              <a:rPr lang="en-US" smtClean="0"/>
              <a:pPr/>
              <a:t>2</a:t>
            </a:fld>
            <a:endParaRPr lang="en-US" dirty="0"/>
          </a:p>
        </p:txBody>
      </p:sp>
    </p:spTree>
    <p:extLst>
      <p:ext uri="{BB962C8B-B14F-4D97-AF65-F5344CB8AC3E}">
        <p14:creationId xmlns="" xmlns:p14="http://schemas.microsoft.com/office/powerpoint/2010/main" val="22384677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pPr>
              <a:defRPr/>
            </a:pPr>
            <a:fld id="{C87FD523-6A9D-431F-9006-8F984D4E0CCC}" type="slidenum">
              <a:rPr lang="en-US" smtClean="0"/>
              <a:pPr>
                <a:defRPr/>
              </a:pPr>
              <a:t>4</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pPr>
              <a:defRPr/>
            </a:pPr>
            <a:fld id="{C87FD523-6A9D-431F-9006-8F984D4E0CCC}" type="slidenum">
              <a:rPr lang="en-US" smtClean="0"/>
              <a:pPr>
                <a:defRPr/>
              </a:pPr>
              <a:t>5</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pPr>
              <a:defRPr/>
            </a:pPr>
            <a:fld id="{C87FD523-6A9D-431F-9006-8F984D4E0CCC}" type="slidenum">
              <a:rPr lang="en-US" smtClean="0"/>
              <a:pPr>
                <a:defRPr/>
              </a:pPr>
              <a:t>7</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pPr>
              <a:defRPr/>
            </a:pPr>
            <a:fld id="{C87FD523-6A9D-431F-9006-8F984D4E0CCC}" type="slidenum">
              <a:rPr lang="en-US" smtClean="0"/>
              <a:pPr>
                <a:defRPr/>
              </a:pPr>
              <a:t>8</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pPr>
              <a:defRPr/>
            </a:pPr>
            <a:fld id="{C87FD523-6A9D-431F-9006-8F984D4E0CCC}" type="slidenum">
              <a:rPr lang="en-US" smtClean="0"/>
              <a:pPr>
                <a:defRPr/>
              </a:pPr>
              <a:t>9</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10</a:t>
            </a:fld>
            <a:endParaRPr lang="en-US" dirty="0"/>
          </a:p>
        </p:txBody>
      </p:sp>
    </p:spTree>
    <p:extLst>
      <p:ext uri="{BB962C8B-B14F-4D97-AF65-F5344CB8AC3E}">
        <p14:creationId xmlns="" xmlns:p14="http://schemas.microsoft.com/office/powerpoint/2010/main" val="12427561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without Pictur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3" y="3429451"/>
            <a:ext cx="11125199"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5B718EDA-03FA-48AB-920D-7933B9F49E21}" type="datetime1">
              <a:rPr lang="en-US" smtClean="0"/>
              <a:pPr/>
              <a:t>1/13/2016</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a:xfrm>
            <a:off x="11276011" y="6934200"/>
            <a:ext cx="381661" cy="182880"/>
          </a:xfrm>
        </p:spPr>
        <p:txBody>
          <a:bodyPr/>
          <a:lstStyle/>
          <a:p>
            <a:fld id="{C51EAA63-D034-42AE-91FA-B13B9518C7BE}" type="slidenum">
              <a:rPr/>
              <a:pPr/>
              <a:t>‹#›</a:t>
            </a:fld>
            <a:endParaRPr dirty="0"/>
          </a:p>
        </p:txBody>
      </p:sp>
      <p:pic>
        <p:nvPicPr>
          <p:cNvPr id="14" name="Oracle red badge logo" descr="Oracle logo in white on red staging background"/>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399320028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 xmlns:p15="http://schemas.microsoft.com/office/powerpoint/2012/main">
        <p15:guide id="1" pos="383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p:txBody>
          <a:bodyPr/>
          <a:lstStyle/>
          <a:p>
            <a:fld id="{EC7B1103-610B-434D-B60D-A6000664E4C3}" type="datetime1">
              <a:rPr lang="en-US" smtClean="0"/>
              <a:pPr/>
              <a:t>1/13/2016</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a:xfrm>
            <a:off x="11276011" y="6934200"/>
            <a:ext cx="381661" cy="182880"/>
          </a:xfrm>
        </p:spPr>
        <p:txBody>
          <a:bodyPr/>
          <a:lstStyle/>
          <a:p>
            <a:fld id="{C51EAA63-D034-42AE-91FA-B13B9518C7BE}" type="slidenum">
              <a:rPr/>
              <a:pPr/>
              <a:t>‹#›</a:t>
            </a:fld>
            <a:endParaRPr dirty="0"/>
          </a:p>
        </p:txBody>
      </p:sp>
      <p:pic>
        <p:nvPicPr>
          <p:cNvPr id="9" name="Oracle red badge logo" descr="Oracle logo in white on red staging background"/>
          <p:cNvPicPr>
            <a:picLocks noChangeAspect="1"/>
          </p:cNvPicPr>
          <p:nvPr userDrawn="1"/>
        </p:nvPicPr>
        <p:blipFill>
          <a:blip r:embed="rId2"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240415743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10" name="Rectangle 9" descr="Full slide 4-color photo can be inserted here"/>
          <p:cNvSpPr/>
          <p:nvPr userDrawn="1"/>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EB57CADF-F4C7-45EC-8675-1B1240AACE67}" type="datetime1">
              <a:rPr lang="en-US" smtClean="0"/>
              <a:pPr/>
              <a:t>1/13/2016</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DC1C5"/>
                </a:solidFill>
              </a:defRPr>
            </a:lvl1pPr>
          </a:lstStyle>
          <a:p>
            <a:fld id="{C51EAA63-D034-42AE-91FA-B13B9518C7BE}" type="slidenum">
              <a:rPr/>
              <a:pPr/>
              <a:t>‹#›</a:t>
            </a:fld>
            <a:endParaRPr dirty="0"/>
          </a:p>
        </p:txBody>
      </p:sp>
      <p:pic>
        <p:nvPicPr>
          <p:cNvPr id="12"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26878214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and Logo">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AFE3C2E1-55D1-4925-B170-F45F4D1313F2}" type="datetime1">
              <a:rPr lang="en-US" smtClean="0"/>
              <a:pPr/>
              <a:t>1/13/2016</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CC0C4"/>
                </a:solidFill>
              </a:defRPr>
            </a:lvl1pPr>
          </a:lstStyle>
          <a:p>
            <a:fld id="{C51EAA63-D034-42AE-91FA-B13B9518C7BE}" type="slidenum">
              <a:rPr/>
              <a:pPr/>
              <a:t>‹#›</a:t>
            </a:fld>
            <a:endParaRPr dirty="0"/>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pic>
        <p:nvPicPr>
          <p:cNvPr id="14"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3063780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and 2 Logos">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9C5D32D0-D208-4DC6-B7EA-FBFBAE2CFADD}" type="datetime1">
              <a:rPr lang="en-US" smtClean="0"/>
              <a:pPr/>
              <a:t>1/13/2016</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CC0C4"/>
                </a:solidFill>
              </a:defRPr>
            </a:lvl1pPr>
          </a:lstStyle>
          <a:p>
            <a:fld id="{C51EAA63-D034-42AE-91FA-B13B9518C7BE}" type="slidenum">
              <a:rPr/>
              <a:pPr/>
              <a:t>‹#›</a:t>
            </a:fld>
            <a:endParaRPr dirty="0"/>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pic>
        <p:nvPicPr>
          <p:cNvPr id="14"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
        <p:nvSpPr>
          <p:cNvPr id="15" name="Rectangle 14"/>
          <p:cNvSpPr/>
          <p:nvPr userDrawn="1"/>
        </p:nvSpPr>
        <p:spPr>
          <a:xfrm>
            <a:off x="9823443" y="5409983"/>
            <a:ext cx="1828800" cy="850392"/>
          </a:xfrm>
          <a:prstGeom prst="rect">
            <a:avLst/>
          </a:prstGeom>
          <a:solidFill>
            <a:schemeClr val="tx1"/>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a:p>
        </p:txBody>
      </p:sp>
    </p:spTree>
    <p:extLst>
      <p:ext uri="{BB962C8B-B14F-4D97-AF65-F5344CB8AC3E}">
        <p14:creationId xmlns="" xmlns:p14="http://schemas.microsoft.com/office/powerpoint/2010/main" val="14166782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3" name="Content Placeholder 2"/>
          <p:cNvSpPr>
            <a:spLocks noGrp="1"/>
          </p:cNvSpPr>
          <p:nvPr>
            <p:ph idx="1"/>
          </p:nvPr>
        </p:nvSpPr>
        <p:spPr>
          <a:xfrm>
            <a:off x="531151" y="1524001"/>
            <a:ext cx="11126522" cy="4419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D6BF2800-930D-4F78-8132-87DC967E0A01}" type="datetime1">
              <a:rPr lang="en-US" smtClean="0"/>
              <a:pPr/>
              <a:t>1/13/2016</a:t>
            </a:fld>
            <a:endParaRPr dirty="0"/>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0752384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7" name="Text Placeholder 12"/>
          <p:cNvSpPr>
            <a:spLocks noGrp="1"/>
          </p:cNvSpPr>
          <p:nvPr>
            <p:ph type="body" sz="quarter" idx="13" hasCustomPrompt="1"/>
          </p:nvPr>
        </p:nvSpPr>
        <p:spPr>
          <a:xfrm>
            <a:off x="531813" y="1373741"/>
            <a:ext cx="11125199"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3" name="Content Placeholder 2"/>
          <p:cNvSpPr>
            <a:spLocks noGrp="1"/>
          </p:cNvSpPr>
          <p:nvPr>
            <p:ph idx="1"/>
          </p:nvPr>
        </p:nvSpPr>
        <p:spPr>
          <a:xfrm>
            <a:off x="531151" y="1981200"/>
            <a:ext cx="11126522" cy="3962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F0811F5D-163C-429D-9AB1-46A6E97896BF}" type="datetime1">
              <a:rPr lang="en-US" smtClean="0"/>
              <a:pPr/>
              <a:t>1/13/2016</a:t>
            </a:fld>
            <a:endParaRPr dirty="0"/>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37176835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Program Agenda">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dirty="0"/>
          </a:p>
        </p:txBody>
      </p:sp>
      <p:sp>
        <p:nvSpPr>
          <p:cNvPr id="8" name="Text Placeholder 7"/>
          <p:cNvSpPr>
            <a:spLocks noGrp="1"/>
          </p:cNvSpPr>
          <p:nvPr>
            <p:ph type="body" sz="quarter" idx="13"/>
          </p:nvPr>
        </p:nvSpPr>
        <p:spPr>
          <a:xfrm>
            <a:off x="2795931" y="1981199"/>
            <a:ext cx="8861082" cy="3962401"/>
          </a:xfrm>
        </p:spPr>
        <p:txBody>
          <a:bodyPr>
            <a:noAutofit/>
          </a:bodyPr>
          <a:lstStyle>
            <a:lvl1pPr marL="1588" indent="0">
              <a:spcBef>
                <a:spcPts val="2400"/>
              </a:spcBef>
              <a:buNone/>
              <a:defRPr sz="2800"/>
            </a:lvl1pPr>
            <a:lvl2pPr marL="1588" indent="0">
              <a:spcBef>
                <a:spcPts val="2400"/>
              </a:spcBef>
              <a:buNone/>
              <a:defRPr sz="2800"/>
            </a:lvl2pPr>
            <a:lvl3pPr marL="1588" indent="0">
              <a:spcBef>
                <a:spcPts val="2400"/>
              </a:spcBef>
              <a:buNone/>
              <a:defRPr sz="2800"/>
            </a:lvl3pPr>
            <a:lvl4pPr marL="1588" indent="0">
              <a:spcBef>
                <a:spcPts val="2400"/>
              </a:spcBef>
              <a:buNone/>
              <a:defRPr sz="2800"/>
            </a:lvl4pPr>
            <a:lvl5pPr marL="1588" indent="0">
              <a:spcBef>
                <a:spcPts val="2400"/>
              </a:spcBef>
              <a:buNone/>
              <a:defRPr sz="2800"/>
            </a:lvl5pPr>
            <a:lvl6pPr marL="1588" indent="0">
              <a:spcBef>
                <a:spcPts val="2400"/>
              </a:spcBef>
              <a:buNone/>
              <a:defRPr sz="2800"/>
            </a:lvl6pPr>
            <a:lvl7pPr marL="1588" indent="0">
              <a:spcBef>
                <a:spcPts val="2400"/>
              </a:spcBef>
              <a:buNone/>
              <a:defRPr sz="2800"/>
            </a:lvl7pPr>
            <a:lvl8pPr marL="1588" indent="0">
              <a:spcBef>
                <a:spcPts val="2400"/>
              </a:spcBef>
              <a:buNone/>
              <a:defRPr sz="2800"/>
            </a:lvl8pPr>
            <a:lvl9pPr marL="1588" indent="0">
              <a:spcBef>
                <a:spcPts val="2400"/>
              </a:spcBef>
              <a:buNone/>
              <a:defRPr sz="2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10"/>
          </p:nvPr>
        </p:nvSpPr>
        <p:spPr/>
        <p:txBody>
          <a:bodyPr>
            <a:noAutofit/>
          </a:bodyPr>
          <a:lstStyle/>
          <a:p>
            <a:fld id="{A579B943-AFA1-40BD-AC9F-6D2BBCFED74C}" type="datetime1">
              <a:rPr lang="en-US" smtClean="0"/>
              <a:pPr/>
              <a:t>1/13/2016</a:t>
            </a:fld>
            <a:endParaRPr dirty="0"/>
          </a:p>
        </p:txBody>
      </p:sp>
      <p:sp>
        <p:nvSpPr>
          <p:cNvPr id="5" name="Footer Placeholder 4"/>
          <p:cNvSpPr>
            <a:spLocks noGrp="1"/>
          </p:cNvSpPr>
          <p:nvPr>
            <p:ph type="ftr" sz="quarter" idx="11"/>
          </p:nvPr>
        </p:nvSpPr>
        <p:spPr/>
        <p:txBody>
          <a:bodyPr>
            <a:noAutofit/>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 xmlns:p14="http://schemas.microsoft.com/office/powerpoint/2010/main" val="68122964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without Picture">
    <p:spTree>
      <p:nvGrpSpPr>
        <p:cNvPr id="1" name=""/>
        <p:cNvGrpSpPr/>
        <p:nvPr/>
      </p:nvGrpSpPr>
      <p:grpSpPr>
        <a:xfrm>
          <a:off x="0" y="0"/>
          <a:ext cx="0" cy="0"/>
          <a:chOff x="0" y="0"/>
          <a:chExt cx="0" cy="0"/>
        </a:xfrm>
      </p:grpSpPr>
      <p:sp>
        <p:nvSpPr>
          <p:cNvPr id="2" name="Title 1"/>
          <p:cNvSpPr>
            <a:spLocks noGrp="1"/>
          </p:cNvSpPr>
          <p:nvPr>
            <p:ph type="title"/>
          </p:nvPr>
        </p:nvSpPr>
        <p:spPr>
          <a:xfrm>
            <a:off x="531813" y="2600324"/>
            <a:ext cx="11125200" cy="1371600"/>
          </a:xfrm>
        </p:spPr>
        <p:txBody>
          <a:bodyPr anchor="b"/>
          <a:lstStyle>
            <a:lvl1pPr algn="l">
              <a:lnSpc>
                <a:spcPct val="80000"/>
              </a:lnSpc>
              <a:defRPr sz="4800" b="0" cap="none" baseline="0"/>
            </a:lvl1pPr>
          </a:lstStyle>
          <a:p>
            <a:r>
              <a:rPr lang="en-US" smtClean="0"/>
              <a:t>Click to edit Master title style</a:t>
            </a:r>
            <a:endParaRPr/>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6AE09CC-35FF-4FAE-84BA-51028FA8C71A}" type="datetime1">
              <a:rPr lang="en-US" smtClean="0"/>
              <a:pPr/>
              <a:t>1/13/2016</a:t>
            </a:fld>
            <a:endParaRPr dirty="0"/>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151385333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with Picture">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18" name="Rectangle 17" descr="Full bleed 4-color photo can be insert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7" name="Group 6"/>
          <p:cNvGrpSpPr/>
          <p:nvPr/>
        </p:nvGrpSpPr>
        <p:grpSpPr bwMode="gray">
          <a:xfrm>
            <a:off x="-287" y="0"/>
            <a:ext cx="12189399" cy="6858000"/>
            <a:chOff x="-287" y="0"/>
            <a:chExt cx="12189399" cy="6858000"/>
          </a:xfrm>
        </p:grpSpPr>
        <p:sp>
          <p:nvSpPr>
            <p:cNvPr id="9" name="Rectangle 8"/>
            <p:cNvSpPr/>
            <p:nvPr/>
          </p:nvSpPr>
          <p:spPr bwMode="gray">
            <a:xfrm>
              <a:off x="-287" y="0"/>
              <a:ext cx="193962"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11995151" y="5854"/>
              <a:ext cx="193960"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6400800"/>
              <a:ext cx="12189396"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0"/>
              <a:ext cx="12189398" cy="19202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2" name="Title 1"/>
          <p:cNvSpPr>
            <a:spLocks noGrp="1"/>
          </p:cNvSpPr>
          <p:nvPr>
            <p:ph type="title"/>
          </p:nvPr>
        </p:nvSpPr>
        <p:spPr>
          <a:xfrm>
            <a:off x="531813" y="2600324"/>
            <a:ext cx="11125200" cy="1371600"/>
          </a:xfrm>
        </p:spPr>
        <p:txBody>
          <a:bodyPr anchor="b">
            <a:noAutofit/>
          </a:bodyPr>
          <a:lstStyle>
            <a:lvl1pPr algn="l">
              <a:lnSpc>
                <a:spcPct val="80000"/>
              </a:lnSpc>
              <a:defRPr sz="4800" b="0" cap="none" baseline="0"/>
            </a:lvl1pPr>
          </a:lstStyle>
          <a:p>
            <a:r>
              <a:rPr lang="en-US" smtClean="0"/>
              <a:t>Click to edit Master title style</a:t>
            </a:r>
            <a:endParaRPr dirty="0"/>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noAutofit/>
          </a:bodyPr>
          <a:lstStyle>
            <a:lvl1pPr>
              <a:defRPr>
                <a:solidFill>
                  <a:schemeClr val="bg1">
                    <a:lumMod val="60000"/>
                    <a:lumOff val="40000"/>
                  </a:schemeClr>
                </a:solidFill>
              </a:defRPr>
            </a:lvl1pPr>
          </a:lstStyle>
          <a:p>
            <a:fld id="{BB9EC22A-55D2-4020-B7C5-EADD2A384059}" type="datetime1">
              <a:rPr lang="en-US" smtClean="0"/>
              <a:pPr/>
              <a:t>1/13/2016</a:t>
            </a:fld>
            <a:endParaRPr dirty="0"/>
          </a:p>
        </p:txBody>
      </p:sp>
      <p:sp>
        <p:nvSpPr>
          <p:cNvPr id="14" name="TextBox 13"/>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bg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noAutofit/>
          </a:bodyPr>
          <a:lstStyle>
            <a:lvl1pPr>
              <a:defRPr>
                <a:solidFill>
                  <a:schemeClr val="bg1">
                    <a:lumMod val="60000"/>
                    <a:lumOff val="40000"/>
                  </a:schemeClr>
                </a:solidFill>
              </a:defRPr>
            </a:lvl1p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p:txBody>
          <a:bodyPr>
            <a:noAutofit/>
          </a:bodyPr>
          <a:lstStyle>
            <a:lvl1pPr>
              <a:defRPr>
                <a:solidFill>
                  <a:schemeClr val="bg1">
                    <a:lumMod val="60000"/>
                    <a:lumOff val="40000"/>
                  </a:schemeClr>
                </a:solidFill>
              </a:defRPr>
            </a:lvl1pPr>
          </a:lstStyle>
          <a:p>
            <a:fld id="{C51EAA63-D034-42AE-91FA-B13B9518C7BE}" type="slidenum">
              <a:rPr/>
              <a:pPr/>
              <a:t>‹#›</a:t>
            </a:fld>
            <a:endParaRPr dirty="0"/>
          </a:p>
        </p:txBody>
      </p:sp>
      <p:pic>
        <p:nvPicPr>
          <p:cNvPr id="15"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11176673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nnouncement">
    <p:spTree>
      <p:nvGrpSpPr>
        <p:cNvPr id="1" name=""/>
        <p:cNvGrpSpPr/>
        <p:nvPr/>
      </p:nvGrpSpPr>
      <p:grpSpPr>
        <a:xfrm>
          <a:off x="0" y="0"/>
          <a:ext cx="0" cy="0"/>
          <a:chOff x="0" y="0"/>
          <a:chExt cx="0" cy="0"/>
        </a:xfrm>
      </p:grpSpPr>
      <p:sp>
        <p:nvSpPr>
          <p:cNvPr id="2" name="Title 1"/>
          <p:cNvSpPr>
            <a:spLocks noGrp="1"/>
          </p:cNvSpPr>
          <p:nvPr>
            <p:ph type="title"/>
          </p:nvPr>
        </p:nvSpPr>
        <p:spPr>
          <a:xfrm>
            <a:off x="531812" y="1905000"/>
            <a:ext cx="4800600" cy="1645920"/>
          </a:xfrm>
        </p:spPr>
        <p:txBody>
          <a:bodyPr anchor="b"/>
          <a:lstStyle>
            <a:lvl1pPr algn="l">
              <a:lnSpc>
                <a:spcPct val="80000"/>
              </a:lnSpc>
              <a:defRPr sz="4800" b="0"/>
            </a:lvl1pPr>
          </a:lstStyle>
          <a:p>
            <a:r>
              <a:rPr lang="en-US" smtClean="0"/>
              <a:t>Click to edit Master title style</a:t>
            </a:r>
            <a:endParaRPr dirty="0"/>
          </a:p>
        </p:txBody>
      </p:sp>
      <p:sp>
        <p:nvSpPr>
          <p:cNvPr id="4" name="Text Placeholder 3"/>
          <p:cNvSpPr>
            <a:spLocks noGrp="1"/>
          </p:cNvSpPr>
          <p:nvPr>
            <p:ph type="body" sz="half" idx="2"/>
          </p:nvPr>
        </p:nvSpPr>
        <p:spPr>
          <a:xfrm>
            <a:off x="531812" y="3657600"/>
            <a:ext cx="4800599" cy="1645920"/>
          </a:xfrm>
        </p:spPr>
        <p:txBody>
          <a:bodyPr>
            <a:noAutofit/>
          </a:bodyPr>
          <a:lstStyle>
            <a:lvl1pPr marL="0" indent="0">
              <a:spcBef>
                <a:spcPts val="0"/>
              </a:spcBef>
              <a:buNone/>
              <a:defRPr sz="2400" b="1"/>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Picture Placeholder 2" descr="A photo of your product can be included here"/>
          <p:cNvSpPr>
            <a:spLocks noGrp="1"/>
          </p:cNvSpPr>
          <p:nvPr>
            <p:ph type="pic" idx="1"/>
          </p:nvPr>
        </p:nvSpPr>
        <p:spPr>
          <a:xfrm>
            <a:off x="5588456" y="533400"/>
            <a:ext cx="6068558" cy="5410200"/>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A478242B-124C-463E-A0A4-FC9259A97C44}" type="datetime1">
              <a:rPr lang="en-US" smtClean="0"/>
              <a:pPr/>
              <a:t>1/13/2016</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67037058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mote Speaker Picture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9CA900C-8353-43D6-B94D-598532F4915D}" type="datetime1">
              <a:rPr lang="en-US" smtClean="0"/>
              <a:pPr/>
              <a:t>1/13/2016</a:t>
            </a:fld>
            <a:endParaRPr lang="en-US" dirty="0"/>
          </a:p>
        </p:txBody>
      </p:sp>
      <p:sp>
        <p:nvSpPr>
          <p:cNvPr id="4" name="Footer Placeholder 3"/>
          <p:cNvSpPr>
            <a:spLocks noGrp="1"/>
          </p:cNvSpPr>
          <p:nvPr>
            <p:ph type="ftr" sz="quarter" idx="11"/>
          </p:nvPr>
        </p:nvSpPr>
        <p:spPr/>
        <p:txBody>
          <a:bodyPr/>
          <a:lstStyle/>
          <a:p>
            <a:r>
              <a:rPr lang="en-US" smtClean="0"/>
              <a:t>Use Insert &gt; Header and Footer to Update Confidentiality Requirements</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a:t>
            </a:fld>
            <a:endParaRPr lang="en-US" dirty="0"/>
          </a:p>
        </p:txBody>
      </p:sp>
      <p:sp>
        <p:nvSpPr>
          <p:cNvPr id="6" name="Picture Placeholder 2" descr="If presenting remotely, you can insert your photo here"/>
          <p:cNvSpPr>
            <a:spLocks noGrp="1" noChangeAspect="1"/>
          </p:cNvSpPr>
          <p:nvPr>
            <p:ph type="pic" idx="1"/>
          </p:nvPr>
        </p:nvSpPr>
        <p:spPr>
          <a:xfrm>
            <a:off x="2285999" y="1828800"/>
            <a:ext cx="3474720" cy="3841445"/>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1" name="Text Placeholder 10"/>
          <p:cNvSpPr>
            <a:spLocks noGrp="1"/>
          </p:cNvSpPr>
          <p:nvPr>
            <p:ph type="body" sz="quarter" idx="14"/>
          </p:nvPr>
        </p:nvSpPr>
        <p:spPr>
          <a:xfrm>
            <a:off x="6035040" y="1828799"/>
            <a:ext cx="5102352" cy="3840480"/>
          </a:xfrm>
        </p:spPr>
        <p:txBody>
          <a:bodyPr anchor="ctr" anchorCtr="0"/>
          <a:lstStyle>
            <a:lvl1pPr>
              <a:spcBef>
                <a:spcPts val="0"/>
              </a:spcBef>
              <a:spcAft>
                <a:spcPts val="800"/>
              </a:spcAft>
              <a:buClr>
                <a:schemeClr val="bg1"/>
              </a:buClr>
              <a:defRPr b="1"/>
            </a:lvl1pPr>
            <a:lvl2pPr marL="228600">
              <a:spcBef>
                <a:spcPts val="0"/>
              </a:spcBef>
              <a:buClr>
                <a:schemeClr val="bg1"/>
              </a:buClr>
              <a:defRPr/>
            </a:lvl2pPr>
          </a:lstStyle>
          <a:p>
            <a:pPr lvl="0"/>
            <a:r>
              <a:rPr lang="en-US" smtClean="0"/>
              <a:t>Click to edit Master text styles</a:t>
            </a:r>
          </a:p>
          <a:p>
            <a:pPr lvl="1"/>
            <a:r>
              <a:rPr lang="en-US" smtClean="0"/>
              <a:t>Second level</a:t>
            </a:r>
          </a:p>
        </p:txBody>
      </p:sp>
    </p:spTree>
    <p:extLst>
      <p:ext uri="{BB962C8B-B14F-4D97-AF65-F5344CB8AC3E}">
        <p14:creationId xmlns="" xmlns:p14="http://schemas.microsoft.com/office/powerpoint/2010/main" val="159625631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with Log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4C7F30E4-792E-4FAB-A69A-AA0DDC9B505F}" type="datetime1">
              <a:rPr lang="en-US" smtClean="0"/>
              <a:pPr/>
              <a:t>1/13/2016</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94509846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with Picture">
    <p:spTree>
      <p:nvGrpSpPr>
        <p:cNvPr id="1" name=""/>
        <p:cNvGrpSpPr/>
        <p:nvPr/>
      </p:nvGrpSpPr>
      <p:grpSpPr>
        <a:xfrm>
          <a:off x="0" y="0"/>
          <a:ext cx="0" cy="0"/>
          <a:chOff x="0" y="0"/>
          <a:chExt cx="0" cy="0"/>
        </a:xfrm>
      </p:grpSpPr>
      <p:sp>
        <p:nvSpPr>
          <p:cNvPr id="8" name="Picture Placeholder 15" descr="Customer photo can be included here"/>
          <p:cNvSpPr>
            <a:spLocks noGrp="1" noChangeAspect="1"/>
          </p:cNvSpPr>
          <p:nvPr>
            <p:ph type="pic" sz="quarter" idx="14" hasCustomPrompt="1"/>
          </p:nvPr>
        </p:nvSpPr>
        <p:spPr>
          <a:xfrm>
            <a:off x="531812" y="1905000"/>
            <a:ext cx="2194560" cy="3072384"/>
          </a:xfrm>
          <a:noFill/>
        </p:spPr>
        <p:txBody>
          <a:bodyPr tIns="91440">
            <a:noAutofit/>
          </a:bodyPr>
          <a:lstStyle>
            <a:lvl1pPr marL="0" indent="0" algn="ctr">
              <a:spcBef>
                <a:spcPts val="0"/>
              </a:spcBef>
              <a:buNone/>
              <a:defRPr sz="1800" baseline="0">
                <a:solidFill>
                  <a:schemeClr val="tx1"/>
                </a:solidFill>
              </a:defRPr>
            </a:lvl1pPr>
          </a:lstStyle>
          <a:p>
            <a:r>
              <a:rPr dirty="0"/>
              <a:t>Click icon to insert picture</a:t>
            </a:r>
          </a:p>
        </p:txBody>
      </p:sp>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2E37C48D-E1E7-4537-9191-ADC6AC2F1815}" type="datetime1">
              <a:rPr lang="en-US" smtClean="0"/>
              <a:pPr/>
              <a:t>1/13/2016</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102776685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Content Placeholder 2"/>
          <p:cNvSpPr>
            <a:spLocks noGrp="1"/>
          </p:cNvSpPr>
          <p:nvPr>
            <p:ph sz="half" idx="1"/>
          </p:nvPr>
        </p:nvSpPr>
        <p:spPr>
          <a:xfrm>
            <a:off x="531813" y="1524001"/>
            <a:ext cx="5410199"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9" name="Straight Connector 8"/>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half" idx="2"/>
          </p:nvPr>
        </p:nvSpPr>
        <p:spPr>
          <a:xfrm>
            <a:off x="6246814" y="1524001"/>
            <a:ext cx="5410198"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91A79971-62D6-4992-97BF-5D246D3569EB}" type="datetime1">
              <a:rPr lang="en-US" smtClean="0"/>
              <a:pPr/>
              <a:t>1/13/2016</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52016615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Content Placeholder 2"/>
          <p:cNvSpPr>
            <a:spLocks noGrp="1"/>
          </p:cNvSpPr>
          <p:nvPr>
            <p:ph sz="half" idx="1"/>
          </p:nvPr>
        </p:nvSpPr>
        <p:spPr>
          <a:xfrm>
            <a:off x="531814"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9" name="Straight Connector 8"/>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half" idx="2"/>
          </p:nvPr>
        </p:nvSpPr>
        <p:spPr>
          <a:xfrm>
            <a:off x="435705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8" name="Content Placeholder 3"/>
          <p:cNvSpPr>
            <a:spLocks noGrp="1"/>
          </p:cNvSpPr>
          <p:nvPr>
            <p:ph sz="half" idx="13"/>
          </p:nvPr>
        </p:nvSpPr>
        <p:spPr>
          <a:xfrm>
            <a:off x="818229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A2AFB543-FA83-460A-83FB-4118BFD0877B}" type="datetime1">
              <a:rPr lang="en-US" smtClean="0"/>
              <a:pPr/>
              <a:t>1/13/2016</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5337141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1813" y="1524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Content Placeholder 3"/>
          <p:cNvSpPr>
            <a:spLocks noGrp="1"/>
          </p:cNvSpPr>
          <p:nvPr>
            <p:ph sz="half" idx="2"/>
          </p:nvPr>
        </p:nvSpPr>
        <p:spPr>
          <a:xfrm>
            <a:off x="6246814" y="1524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B04E160C-F8F6-4C55-A458-43044F70E58C}" type="datetime1">
              <a:rPr lang="en-US" smtClean="0"/>
              <a:pPr/>
              <a:t>1/13/2016</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Content Placeholder 2"/>
          <p:cNvSpPr>
            <a:spLocks noGrp="1"/>
          </p:cNvSpPr>
          <p:nvPr>
            <p:ph sz="half" idx="13"/>
          </p:nvPr>
        </p:nvSpPr>
        <p:spPr>
          <a:xfrm>
            <a:off x="531813" y="3810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9" name="Content Placeholder 3"/>
          <p:cNvSpPr>
            <a:spLocks noGrp="1"/>
          </p:cNvSpPr>
          <p:nvPr>
            <p:ph sz="half" idx="14"/>
          </p:nvPr>
        </p:nvSpPr>
        <p:spPr>
          <a:xfrm>
            <a:off x="6246814" y="3810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1" name="Title 10"/>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 xmlns:p14="http://schemas.microsoft.com/office/powerpoint/2010/main" val="122633453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Quadrant for Infographic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Click to edit Master title style</a:t>
            </a:r>
            <a:endParaRPr dirty="0"/>
          </a:p>
        </p:txBody>
      </p:sp>
      <p:sp>
        <p:nvSpPr>
          <p:cNvPr id="12" name="Text Placeholder 11"/>
          <p:cNvSpPr>
            <a:spLocks noGrp="1"/>
          </p:cNvSpPr>
          <p:nvPr>
            <p:ph type="body" sz="quarter" idx="15"/>
          </p:nvPr>
        </p:nvSpPr>
        <p:spPr>
          <a:xfrm>
            <a:off x="2436811"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6" name="Text Placeholder 11"/>
          <p:cNvSpPr>
            <a:spLocks noGrp="1"/>
          </p:cNvSpPr>
          <p:nvPr>
            <p:ph type="body" sz="quarter" idx="16"/>
          </p:nvPr>
        </p:nvSpPr>
        <p:spPr>
          <a:xfrm>
            <a:off x="8151812"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3" name="Straight Connector 12"/>
          <p:cNvCxnSpPr/>
          <p:nvPr/>
        </p:nvCxnSpPr>
        <p:spPr bwMode="ltGray">
          <a:xfrm flipH="1">
            <a:off x="531813" y="3733800"/>
            <a:ext cx="11125201" cy="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7" name="Text Placeholder 11"/>
          <p:cNvSpPr>
            <a:spLocks noGrp="1"/>
          </p:cNvSpPr>
          <p:nvPr>
            <p:ph type="body" sz="quarter" idx="17"/>
          </p:nvPr>
        </p:nvSpPr>
        <p:spPr>
          <a:xfrm>
            <a:off x="2436811"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18" name="Text Placeholder 11"/>
          <p:cNvSpPr>
            <a:spLocks noGrp="1"/>
          </p:cNvSpPr>
          <p:nvPr>
            <p:ph type="body" sz="quarter" idx="18"/>
          </p:nvPr>
        </p:nvSpPr>
        <p:spPr>
          <a:xfrm>
            <a:off x="8151812"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6FE949D-BC59-45C7-997A-14E28EE435C6}" type="datetime1">
              <a:rPr lang="en-US" smtClean="0"/>
              <a:pPr/>
              <a:t>1/13/2016</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42812501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Metric">
    <p:spTree>
      <p:nvGrpSpPr>
        <p:cNvPr id="1" name=""/>
        <p:cNvGrpSpPr/>
        <p:nvPr/>
      </p:nvGrpSpPr>
      <p:grpSpPr>
        <a:xfrm>
          <a:off x="0" y="0"/>
          <a:ext cx="0" cy="0"/>
          <a:chOff x="0" y="0"/>
          <a:chExt cx="0" cy="0"/>
        </a:xfrm>
      </p:grpSpPr>
      <p:sp>
        <p:nvSpPr>
          <p:cNvPr id="2" name="Title 1" descr="A large metric can be called out here in font size 166pt, Calibri"/>
          <p:cNvSpPr>
            <a:spLocks noGrp="1"/>
          </p:cNvSpPr>
          <p:nvPr>
            <p:ph type="title" hasCustomPrompt="1"/>
          </p:nvPr>
        </p:nvSpPr>
        <p:spPr>
          <a:xfrm>
            <a:off x="760412" y="1524000"/>
            <a:ext cx="4076700" cy="2743200"/>
          </a:xfrm>
        </p:spPr>
        <p:txBody>
          <a:bodyPr anchor="ctr"/>
          <a:lstStyle>
            <a:lvl1pPr algn="r">
              <a:defRPr sz="16600" b="1">
                <a:solidFill>
                  <a:schemeClr val="accent5"/>
                </a:solidFill>
              </a:defRPr>
            </a:lvl1pPr>
          </a:lstStyle>
          <a:p>
            <a:r>
              <a:rPr lang="en-US" dirty="0" smtClean="0"/>
              <a:t>XX</a:t>
            </a:r>
            <a:endParaRPr lang="en-US" dirty="0"/>
          </a:p>
        </p:txBody>
      </p:sp>
      <p:sp>
        <p:nvSpPr>
          <p:cNvPr id="12" name="Text Placeholder 11"/>
          <p:cNvSpPr>
            <a:spLocks noGrp="1"/>
          </p:cNvSpPr>
          <p:nvPr>
            <p:ph type="body" sz="quarter" idx="15"/>
          </p:nvPr>
        </p:nvSpPr>
        <p:spPr>
          <a:xfrm>
            <a:off x="5256213" y="1524000"/>
            <a:ext cx="5029200" cy="2743200"/>
          </a:xfrm>
        </p:spPr>
        <p:txBody>
          <a:bodyPr anchor="ctr">
            <a:noAutofit/>
          </a:bodyPr>
          <a:lstStyle>
            <a:lvl1pPr marL="0" indent="0">
              <a:spcBef>
                <a:spcPts val="1200"/>
              </a:spcBef>
              <a:buFont typeface="Arial" panose="020B0604020202020204" pitchFamily="34" charset="0"/>
              <a:buNone/>
              <a:defRPr sz="28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B7E71B6-75D8-4D35-9845-ED6EDFAB5B65}" type="datetime1">
              <a:rPr lang="en-US" smtClean="0"/>
              <a:pPr/>
              <a:t>1/13/2016</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739386509"/>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Text Placeholder 2"/>
          <p:cNvSpPr>
            <a:spLocks noGrp="1"/>
          </p:cNvSpPr>
          <p:nvPr>
            <p:ph type="body" idx="1"/>
          </p:nvPr>
        </p:nvSpPr>
        <p:spPr>
          <a:xfrm>
            <a:off x="531812"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31812"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5" name="Text Placeholder 4"/>
          <p:cNvSpPr>
            <a:spLocks noGrp="1"/>
          </p:cNvSpPr>
          <p:nvPr>
            <p:ph type="body" sz="quarter" idx="3"/>
          </p:nvPr>
        </p:nvSpPr>
        <p:spPr>
          <a:xfrm>
            <a:off x="6243764"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43764"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7" name="Date Placeholder 6"/>
          <p:cNvSpPr>
            <a:spLocks noGrp="1"/>
          </p:cNvSpPr>
          <p:nvPr>
            <p:ph type="dt" sz="half" idx="10"/>
          </p:nvPr>
        </p:nvSpPr>
        <p:spPr/>
        <p:txBody>
          <a:bodyPr>
            <a:noAutofit/>
          </a:bodyPr>
          <a:lstStyle/>
          <a:p>
            <a:fld id="{7FCCB0DF-E397-45DA-B3CD-4E39C3ABEEDE}" type="datetime1">
              <a:rPr lang="en-US" smtClean="0"/>
              <a:pPr/>
              <a:t>1/13/2016</a:t>
            </a:fld>
            <a:endParaRPr dirty="0"/>
          </a:p>
        </p:txBody>
      </p:sp>
      <p:sp>
        <p:nvSpPr>
          <p:cNvPr id="8" name="Footer Placeholder 7"/>
          <p:cNvSpPr>
            <a:spLocks noGrp="1"/>
          </p:cNvSpPr>
          <p:nvPr>
            <p:ph type="ftr" sz="quarter" idx="11"/>
          </p:nvPr>
        </p:nvSpPr>
        <p:spPr/>
        <p:txBody>
          <a:bodyPr>
            <a:noAutofit/>
          </a:bodyPr>
          <a:lstStyle/>
          <a:p>
            <a:r>
              <a:rPr lang="en-US" smtClean="0"/>
              <a:t>Use Insert &gt; Header and Footer to Update Confidentiality Requirements</a:t>
            </a:r>
            <a:endParaRPr dirty="0"/>
          </a:p>
        </p:txBody>
      </p:sp>
      <p:sp>
        <p:nvSpPr>
          <p:cNvPr id="9" name="Slide Number Placeholder 8"/>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 xmlns:p14="http://schemas.microsoft.com/office/powerpoint/2010/main" val="378700187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F6C2332A-6035-4535-BAC4-FD72BBD35BD5}" type="datetime1">
              <a:rPr lang="en-US" smtClean="0"/>
              <a:pPr/>
              <a:t>1/13/2016</a:t>
            </a:fld>
            <a:endParaRPr dirty="0"/>
          </a:p>
        </p:txBody>
      </p:sp>
      <p:sp>
        <p:nvSpPr>
          <p:cNvPr id="4" name="Footer Placeholder 3"/>
          <p:cNvSpPr>
            <a:spLocks noGrp="1"/>
          </p:cNvSpPr>
          <p:nvPr>
            <p:ph type="ftr" sz="quarter" idx="11"/>
          </p:nvPr>
        </p:nvSpPr>
        <p:spPr/>
        <p:txBody>
          <a:bodyPr/>
          <a:lstStyle/>
          <a:p>
            <a:r>
              <a:rPr lang="en-US" smtClean="0"/>
              <a:t>Use Insert &gt; Header and Footer to Update Confidentiality Requirements</a:t>
            </a:r>
            <a:endParaRPr dirty="0"/>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33769938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mtClean="0"/>
              <a:t>Click to edit Master title style</a:t>
            </a:r>
            <a:endParaRPr dirty="0"/>
          </a:p>
        </p:txBody>
      </p:sp>
      <p:sp>
        <p:nvSpPr>
          <p:cNvPr id="6" name="Text Placeholder 12"/>
          <p:cNvSpPr>
            <a:spLocks noGrp="1"/>
          </p:cNvSpPr>
          <p:nvPr>
            <p:ph type="body" sz="quarter" idx="13" hasCustomPrompt="1"/>
          </p:nvPr>
        </p:nvSpPr>
        <p:spPr>
          <a:xfrm>
            <a:off x="531814" y="1373741"/>
            <a:ext cx="11125198"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3" name="Date Placeholder 2"/>
          <p:cNvSpPr>
            <a:spLocks noGrp="1"/>
          </p:cNvSpPr>
          <p:nvPr>
            <p:ph type="dt" sz="half" idx="10"/>
          </p:nvPr>
        </p:nvSpPr>
        <p:spPr/>
        <p:txBody>
          <a:bodyPr/>
          <a:lstStyle/>
          <a:p>
            <a:fld id="{F0C5D9DE-6A12-48B4-8157-AA087FBA8015}" type="datetime1">
              <a:rPr lang="en-US" smtClean="0"/>
              <a:pPr/>
              <a:t>1/13/2016</a:t>
            </a:fld>
            <a:endParaRPr dirty="0"/>
          </a:p>
        </p:txBody>
      </p:sp>
      <p:sp>
        <p:nvSpPr>
          <p:cNvPr id="4" name="Footer Placeholder 3"/>
          <p:cNvSpPr>
            <a:spLocks noGrp="1"/>
          </p:cNvSpPr>
          <p:nvPr>
            <p:ph type="ftr" sz="quarter" idx="11"/>
          </p:nvPr>
        </p:nvSpPr>
        <p:spPr/>
        <p:txBody>
          <a:bodyPr/>
          <a:lstStyle/>
          <a:p>
            <a:r>
              <a:rPr lang="en-US" smtClean="0"/>
              <a:t>Use Insert &gt; Header and Footer to Update Confidentiality Requirements</a:t>
            </a:r>
            <a:endParaRPr dirty="0"/>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416362038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1A3DE7-7836-4A48-A04A-66B40194FF41}" type="datetime1">
              <a:rPr lang="en-US" smtClean="0"/>
              <a:pPr/>
              <a:t>1/13/2016</a:t>
            </a:fld>
            <a:endParaRPr dirty="0"/>
          </a:p>
        </p:txBody>
      </p:sp>
      <p:sp>
        <p:nvSpPr>
          <p:cNvPr id="3" name="Footer Placeholder 2"/>
          <p:cNvSpPr>
            <a:spLocks noGrp="1"/>
          </p:cNvSpPr>
          <p:nvPr>
            <p:ph type="ftr" sz="quarter" idx="11"/>
          </p:nvPr>
        </p:nvSpPr>
        <p:spPr/>
        <p:txBody>
          <a:bodyPr/>
          <a:lstStyle/>
          <a:p>
            <a:r>
              <a:rPr lang="en-US" smtClean="0"/>
              <a:t>Use Insert &gt; Header and Footer to Update Confidentiality Requirements</a:t>
            </a:r>
            <a:endParaRPr dirty="0"/>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608229342"/>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Content Placeholder 2" descr="Chart using colors from the approved palette included here"/>
          <p:cNvSpPr>
            <a:spLocks noGrp="1"/>
          </p:cNvSpPr>
          <p:nvPr>
            <p:ph idx="1"/>
          </p:nvPr>
        </p:nvSpPr>
        <p:spPr>
          <a:xfrm>
            <a:off x="531662" y="1524000"/>
            <a:ext cx="7589520"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Text Placeholder 3"/>
          <p:cNvSpPr>
            <a:spLocks noGrp="1"/>
          </p:cNvSpPr>
          <p:nvPr>
            <p:ph type="body" sz="half" idx="2"/>
          </p:nvPr>
        </p:nvSpPr>
        <p:spPr>
          <a:xfrm>
            <a:off x="8777288" y="1524001"/>
            <a:ext cx="2879725"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739EF9E-A7C6-4808-8AFB-AC6B52F83A3B}" type="datetime1">
              <a:rPr lang="en-US" smtClean="0"/>
              <a:pPr/>
              <a:t>1/13/2016</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45785070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Picture Placeholder 2" descr="4-color photo can be included here"/>
          <p:cNvSpPr>
            <a:spLocks noGrp="1"/>
          </p:cNvSpPr>
          <p:nvPr>
            <p:ph type="pic" idx="1"/>
          </p:nvPr>
        </p:nvSpPr>
        <p:spPr bwMode="gray">
          <a:xfrm>
            <a:off x="531813" y="1524000"/>
            <a:ext cx="6095999" cy="4416725"/>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7008812" y="1524000"/>
            <a:ext cx="4648201"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17F0131-B903-456D-8D69-D853BB286F3F}" type="datetime1">
              <a:rPr lang="en-US" smtClean="0"/>
              <a:pPr/>
              <a:t>1/13/2016</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05827476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wo Pictures with Captions">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Picture Placeholder 2" descr="Two 4-color photos can be included here"/>
          <p:cNvSpPr>
            <a:spLocks noGrp="1"/>
          </p:cNvSpPr>
          <p:nvPr>
            <p:ph type="pic" idx="1"/>
          </p:nvPr>
        </p:nvSpPr>
        <p:spPr bwMode="gray">
          <a:xfrm>
            <a:off x="531813"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8" name="Straight Connector 7"/>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9" name="Picture Placeholder 2"/>
          <p:cNvSpPr>
            <a:spLocks noGrp="1"/>
          </p:cNvSpPr>
          <p:nvPr>
            <p:ph type="pic" idx="13"/>
          </p:nvPr>
        </p:nvSpPr>
        <p:spPr bwMode="gray">
          <a:xfrm>
            <a:off x="6246812"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0" name="Text Placeholder 3"/>
          <p:cNvSpPr>
            <a:spLocks noGrp="1"/>
          </p:cNvSpPr>
          <p:nvPr>
            <p:ph type="body" sz="half" idx="14"/>
          </p:nvPr>
        </p:nvSpPr>
        <p:spPr>
          <a:xfrm>
            <a:off x="6246811"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0375F48-3897-4458-A949-18AAEA8A929B}" type="datetime1">
              <a:rPr lang="en-US" smtClean="0"/>
              <a:pPr/>
              <a:t>1/13/2016</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90898225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hree Pictures with Captions">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Picture Placeholder 2" descr="Three 4-color photos can be included here"/>
          <p:cNvSpPr>
            <a:spLocks noGrp="1"/>
          </p:cNvSpPr>
          <p:nvPr>
            <p:ph type="pic" idx="1"/>
          </p:nvPr>
        </p:nvSpPr>
        <p:spPr bwMode="gray">
          <a:xfrm>
            <a:off x="531813"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1" name="Straight Connector 10"/>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9" name="Picture Placeholder 2"/>
          <p:cNvSpPr>
            <a:spLocks noGrp="1"/>
          </p:cNvSpPr>
          <p:nvPr>
            <p:ph type="pic" idx="13"/>
          </p:nvPr>
        </p:nvSpPr>
        <p:spPr bwMode="gray">
          <a:xfrm>
            <a:off x="435705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0" name="Text Placeholder 3"/>
          <p:cNvSpPr>
            <a:spLocks noGrp="1"/>
          </p:cNvSpPr>
          <p:nvPr>
            <p:ph type="body" sz="half" idx="14"/>
          </p:nvPr>
        </p:nvSpPr>
        <p:spPr>
          <a:xfrm>
            <a:off x="435705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2" name="Straight Connector 11"/>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3" name="Picture Placeholder 2"/>
          <p:cNvSpPr>
            <a:spLocks noGrp="1"/>
          </p:cNvSpPr>
          <p:nvPr>
            <p:ph type="pic" idx="15"/>
          </p:nvPr>
        </p:nvSpPr>
        <p:spPr bwMode="gray">
          <a:xfrm>
            <a:off x="818229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4" name="Text Placeholder 3"/>
          <p:cNvSpPr>
            <a:spLocks noGrp="1"/>
          </p:cNvSpPr>
          <p:nvPr>
            <p:ph type="body" sz="half" idx="16"/>
          </p:nvPr>
        </p:nvSpPr>
        <p:spPr>
          <a:xfrm>
            <a:off x="818229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D60BBB1-229F-44BC-9C8A-436B703181DD}" type="datetime1">
              <a:rPr lang="en-US" smtClean="0"/>
              <a:pPr/>
              <a:t>1/13/2016</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79085471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martphone and Tablet: Horizontal">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Click to edit Master title style</a:t>
            </a:r>
            <a:endParaRPr dirty="0"/>
          </a:p>
        </p:txBody>
      </p:sp>
      <p:pic>
        <p:nvPicPr>
          <p:cNvPr id="2" name="Picture 1" descr="Photos, screen captures, graphics can be inserted in a white mobile phone and tablet"/>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3916717" y="1522826"/>
            <a:ext cx="6495366" cy="4567423"/>
          </a:xfrm>
          <a:prstGeom prst="rect">
            <a:avLst/>
          </a:prstGeom>
        </p:spPr>
      </p:pic>
      <p:sp>
        <p:nvSpPr>
          <p:cNvPr id="9" name="Picture Placeholder 2"/>
          <p:cNvSpPr>
            <a:spLocks noGrp="1"/>
          </p:cNvSpPr>
          <p:nvPr>
            <p:ph type="pic" idx="13"/>
          </p:nvPr>
        </p:nvSpPr>
        <p:spPr bwMode="gray">
          <a:xfrm>
            <a:off x="4532312" y="1850231"/>
            <a:ext cx="5246688" cy="3969544"/>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7E2A05B1-59AC-45DE-AC8F-3468E7D0EDC5}" type="datetime1">
              <a:rPr lang="en-US" smtClean="0"/>
              <a:pPr/>
              <a:t>1/13/2016</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2" name="Picture 11" descr="Photos, screen captures, graphics can be inserted in a white mobile phone and tablet"/>
          <p:cNvPicPr>
            <a:picLocks noChangeAspect="1"/>
          </p:cNvPicPr>
          <p:nvPr userDrawn="1"/>
        </p:nvPicPr>
        <p:blipFill rotWithShape="1">
          <a:blip r:embed="rId3" cstate="print">
            <a:extLst>
              <a:ext uri="{28A0092B-C50C-407E-A947-70E740481C1C}">
                <a14:useLocalDpi xmlns="" xmlns:a14="http://schemas.microsoft.com/office/drawing/2010/main" val="0"/>
              </a:ext>
            </a:extLst>
          </a:blip>
          <a:srcRect/>
          <a:stretch/>
        </p:blipFill>
        <p:spPr>
          <a:xfrm>
            <a:off x="1770062" y="1828800"/>
            <a:ext cx="1840875" cy="3887139"/>
          </a:xfrm>
          <a:prstGeom prst="rect">
            <a:avLst/>
          </a:prstGeom>
        </p:spPr>
      </p:pic>
      <p:sp>
        <p:nvSpPr>
          <p:cNvPr id="13" name="Picture Placeholder 2"/>
          <p:cNvSpPr>
            <a:spLocks noGrp="1"/>
          </p:cNvSpPr>
          <p:nvPr>
            <p:ph type="pic" idx="1"/>
          </p:nvPr>
        </p:nvSpPr>
        <p:spPr bwMode="gray">
          <a:xfrm>
            <a:off x="1888693" y="2372664"/>
            <a:ext cx="1618488" cy="2834640"/>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 xmlns:p14="http://schemas.microsoft.com/office/powerpoint/2010/main" val="74544451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martphone and Tablet: Vertical">
    <p:spTree>
      <p:nvGrpSpPr>
        <p:cNvPr id="1" name=""/>
        <p:cNvGrpSpPr/>
        <p:nvPr/>
      </p:nvGrpSpPr>
      <p:grpSpPr>
        <a:xfrm>
          <a:off x="0" y="0"/>
          <a:ext cx="0" cy="0"/>
          <a:chOff x="0" y="0"/>
          <a:chExt cx="0" cy="0"/>
        </a:xfrm>
      </p:grpSpPr>
      <p:sp>
        <p:nvSpPr>
          <p:cNvPr id="2" name="Title 1"/>
          <p:cNvSpPr>
            <a:spLocks noGrp="1"/>
          </p:cNvSpPr>
          <p:nvPr>
            <p:ph type="title"/>
          </p:nvPr>
        </p:nvSpPr>
        <p:spPr>
          <a:xfrm>
            <a:off x="531812" y="406400"/>
            <a:ext cx="5852160" cy="889000"/>
          </a:xfrm>
        </p:spPr>
        <p:txBody>
          <a:bodyPr anchor="b">
            <a:noAutofit/>
          </a:bodyPr>
          <a:lstStyle>
            <a:lvl1pPr algn="l">
              <a:defRPr sz="3600" b="0"/>
            </a:lvl1pPr>
          </a:lstStyle>
          <a:p>
            <a:r>
              <a:rPr lang="en-US" smtClean="0"/>
              <a:t>Click to edit Master title style</a:t>
            </a:r>
            <a:endParaRPr dirty="0"/>
          </a:p>
        </p:txBody>
      </p:sp>
      <p:pic>
        <p:nvPicPr>
          <p:cNvPr id="13" name="Picture 12" descr="Photos, screen captures, graphics can be inserted in a white mobile phone and tablet"/>
          <p:cNvPicPr>
            <a:picLocks noChangeAspect="1"/>
          </p:cNvPicPr>
          <p:nvPr/>
        </p:nvPicPr>
        <p:blipFill rotWithShape="1">
          <a:blip r:embed="rId2" cstate="print">
            <a:extLst>
              <a:ext uri="{28A0092B-C50C-407E-A947-70E740481C1C}">
                <a14:useLocalDpi xmlns="" xmlns:a14="http://schemas.microsoft.com/office/drawing/2010/main" val="0"/>
              </a:ext>
            </a:extLst>
          </a:blip>
          <a:srcRect/>
          <a:stretch/>
        </p:blipFill>
        <p:spPr>
          <a:xfrm>
            <a:off x="3960812" y="1905000"/>
            <a:ext cx="1840875" cy="3887139"/>
          </a:xfrm>
          <a:prstGeom prst="rect">
            <a:avLst/>
          </a:prstGeom>
        </p:spPr>
      </p:pic>
      <p:sp>
        <p:nvSpPr>
          <p:cNvPr id="14" name="Picture Placeholder 2"/>
          <p:cNvSpPr>
            <a:spLocks noGrp="1"/>
          </p:cNvSpPr>
          <p:nvPr>
            <p:ph type="pic" idx="1"/>
          </p:nvPr>
        </p:nvSpPr>
        <p:spPr bwMode="gray">
          <a:xfrm>
            <a:off x="4079443" y="2448864"/>
            <a:ext cx="1618488" cy="2834640"/>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10" name="Picture 9" descr="Photos, screen captures, graphics can be inserted in a white mobile phone and tablet"/>
          <p:cNvPicPr>
            <a:picLocks noChangeAspect="1"/>
          </p:cNvPicPr>
          <p:nvPr/>
        </p:nvPicPr>
        <p:blipFill rotWithShape="1">
          <a:blip r:embed="rId3" cstate="print">
            <a:extLst>
              <a:ext uri="{28A0092B-C50C-407E-A947-70E740481C1C}">
                <a14:useLocalDpi xmlns="" xmlns:a14="http://schemas.microsoft.com/office/drawing/2010/main" val="0"/>
              </a:ext>
            </a:extLst>
          </a:blip>
          <a:srcRect r="7518"/>
          <a:stretch/>
        </p:blipFill>
        <p:spPr>
          <a:xfrm rot="5400000">
            <a:off x="5748377" y="1113567"/>
            <a:ext cx="6007047" cy="4567423"/>
          </a:xfrm>
          <a:prstGeom prst="rect">
            <a:avLst/>
          </a:prstGeom>
        </p:spPr>
      </p:pic>
      <p:sp>
        <p:nvSpPr>
          <p:cNvPr id="9" name="Picture Placeholder 2"/>
          <p:cNvSpPr>
            <a:spLocks noGrp="1"/>
          </p:cNvSpPr>
          <p:nvPr>
            <p:ph type="pic" idx="13"/>
          </p:nvPr>
        </p:nvSpPr>
        <p:spPr bwMode="gray">
          <a:xfrm>
            <a:off x="6747673" y="1013144"/>
            <a:ext cx="3962137" cy="5252348"/>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FD3BE420-3884-4C99-8592-9DC1A7A21589}" type="datetime1">
              <a:rPr lang="en-US" smtClean="0"/>
              <a:pPr/>
              <a:t>1/13/2016</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72063404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ndroid Smartphone and Tablet: Horizontal">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48F663F1-F097-4709-A50E-5EC80F99F9C1}" type="datetime1">
              <a:rPr lang="en-US" smtClean="0"/>
              <a:pPr/>
              <a:t>1/13/2016</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4" name="Picture 13"/>
          <p:cNvPicPr>
            <a:picLocks noChangeAspect="1"/>
          </p:cNvPicPr>
          <p:nvPr userDrawn="1"/>
        </p:nvPicPr>
        <p:blipFill>
          <a:blip r:embed="rId2" cstate="screen">
            <a:extLst>
              <a:ext uri="{28A0092B-C50C-407E-A947-70E740481C1C}">
                <a14:useLocalDpi xmlns="" xmlns:a14="http://schemas.microsoft.com/office/drawing/2010/main" val="0"/>
              </a:ext>
            </a:extLst>
          </a:blip>
          <a:stretch>
            <a:fillRect/>
          </a:stretch>
        </p:blipFill>
        <p:spPr>
          <a:xfrm>
            <a:off x="4257675" y="1584167"/>
            <a:ext cx="5829300" cy="4109594"/>
          </a:xfrm>
          <a:prstGeom prst="rect">
            <a:avLst/>
          </a:prstGeom>
        </p:spPr>
      </p:pic>
      <p:sp>
        <p:nvSpPr>
          <p:cNvPr id="16" name="Picture Placeholder 2"/>
          <p:cNvSpPr>
            <a:spLocks noGrp="1"/>
          </p:cNvSpPr>
          <p:nvPr>
            <p:ph type="pic" idx="13"/>
          </p:nvPr>
        </p:nvSpPr>
        <p:spPr bwMode="gray">
          <a:xfrm>
            <a:off x="4532312" y="1971675"/>
            <a:ext cx="5246688" cy="3324225"/>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8" name="Picture 7"/>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a:xfrm>
            <a:off x="1761299" y="1981200"/>
            <a:ext cx="1877251" cy="3634952"/>
          </a:xfrm>
          <a:prstGeom prst="rect">
            <a:avLst/>
          </a:prstGeom>
        </p:spPr>
      </p:pic>
      <p:sp>
        <p:nvSpPr>
          <p:cNvPr id="18" name="Picture Placeholder 2"/>
          <p:cNvSpPr>
            <a:spLocks noGrp="1"/>
          </p:cNvSpPr>
          <p:nvPr>
            <p:ph type="pic" idx="1"/>
          </p:nvPr>
        </p:nvSpPr>
        <p:spPr bwMode="gray">
          <a:xfrm>
            <a:off x="1885137" y="2363138"/>
            <a:ext cx="1631569" cy="2894661"/>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 xmlns:p14="http://schemas.microsoft.com/office/powerpoint/2010/main" val="86081927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ndroid Smartphone and Tablet: Vertical">
    <p:spTree>
      <p:nvGrpSpPr>
        <p:cNvPr id="1" name=""/>
        <p:cNvGrpSpPr/>
        <p:nvPr/>
      </p:nvGrpSpPr>
      <p:grpSpPr>
        <a:xfrm>
          <a:off x="0" y="0"/>
          <a:ext cx="0" cy="0"/>
          <a:chOff x="0" y="0"/>
          <a:chExt cx="0" cy="0"/>
        </a:xfrm>
      </p:grpSpPr>
      <p:sp>
        <p:nvSpPr>
          <p:cNvPr id="2" name="Title 1"/>
          <p:cNvSpPr>
            <a:spLocks noGrp="1"/>
          </p:cNvSpPr>
          <p:nvPr>
            <p:ph type="title"/>
          </p:nvPr>
        </p:nvSpPr>
        <p:spPr>
          <a:xfrm>
            <a:off x="531811" y="406400"/>
            <a:ext cx="5852160" cy="889000"/>
          </a:xfrm>
        </p:spPr>
        <p:txBody>
          <a:bodyPr anchor="b">
            <a:noAutofit/>
          </a:bodyPr>
          <a:lstStyle>
            <a:lvl1pPr algn="l">
              <a:defRPr sz="3600" b="0"/>
            </a:lvl1p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2EB3EB7A-2423-492A-A0B8-6890746ED067}" type="datetime1">
              <a:rPr lang="en-US" smtClean="0"/>
              <a:pPr/>
              <a:t>1/13/2016</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3" name="Picture 12"/>
          <p:cNvPicPr>
            <a:picLocks noChangeAspect="1"/>
          </p:cNvPicPr>
          <p:nvPr userDrawn="1"/>
        </p:nvPicPr>
        <p:blipFill rotWithShape="1">
          <a:blip r:embed="rId2" cstate="screen">
            <a:extLst>
              <a:ext uri="{28A0092B-C50C-407E-A947-70E740481C1C}">
                <a14:useLocalDpi xmlns="" xmlns:a14="http://schemas.microsoft.com/office/drawing/2010/main" val="0"/>
              </a:ext>
            </a:extLst>
          </a:blip>
          <a:srcRect r="3674"/>
          <a:stretch/>
        </p:blipFill>
        <p:spPr>
          <a:xfrm rot="5400000">
            <a:off x="5794266" y="1258781"/>
            <a:ext cx="5935471" cy="4345394"/>
          </a:xfrm>
          <a:prstGeom prst="rect">
            <a:avLst/>
          </a:prstGeom>
        </p:spPr>
      </p:pic>
      <p:sp>
        <p:nvSpPr>
          <p:cNvPr id="11" name="Picture Placeholder 2"/>
          <p:cNvSpPr>
            <a:spLocks noGrp="1"/>
          </p:cNvSpPr>
          <p:nvPr>
            <p:ph type="pic" idx="13"/>
          </p:nvPr>
        </p:nvSpPr>
        <p:spPr bwMode="gray">
          <a:xfrm>
            <a:off x="7019925" y="771524"/>
            <a:ext cx="3486149" cy="5534025"/>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17" name="Picture 16"/>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a:xfrm>
            <a:off x="3961574" y="2019300"/>
            <a:ext cx="1877251" cy="3634952"/>
          </a:xfrm>
          <a:prstGeom prst="rect">
            <a:avLst/>
          </a:prstGeom>
        </p:spPr>
      </p:pic>
      <p:sp>
        <p:nvSpPr>
          <p:cNvPr id="18" name="Picture Placeholder 2"/>
          <p:cNvSpPr>
            <a:spLocks noGrp="1"/>
          </p:cNvSpPr>
          <p:nvPr>
            <p:ph type="pic" idx="14"/>
          </p:nvPr>
        </p:nvSpPr>
        <p:spPr bwMode="gray">
          <a:xfrm>
            <a:off x="4088968" y="2401238"/>
            <a:ext cx="1618488" cy="2894661"/>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 xmlns:p14="http://schemas.microsoft.com/office/powerpoint/2010/main" val="187660172"/>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 xmlns:p15="http://schemas.microsoft.com/office/powerpoint/2012/main">
        <p15:guide id="1" orient="horz" pos="2160">
          <p15:clr>
            <a:srgbClr val="FBAE40"/>
          </p15:clr>
        </p15:guide>
        <p15:guide id="2" pos="3839">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Metric with Picture">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8" name="Rectangle 7" descr="A large metric, brief statement, and 4-color photo can be includ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2" name="Group 1"/>
          <p:cNvGrpSpPr/>
          <p:nvPr/>
        </p:nvGrpSpPr>
        <p:grpSpPr>
          <a:xfrm>
            <a:off x="-287" y="0"/>
            <a:ext cx="12189399" cy="6858000"/>
            <a:chOff x="-287" y="0"/>
            <a:chExt cx="12189399" cy="6858000"/>
          </a:xfrm>
        </p:grpSpPr>
        <p:sp>
          <p:nvSpPr>
            <p:cNvPr id="10" name="Rectangle 9"/>
            <p:cNvSpPr/>
            <p:nvPr/>
          </p:nvSpPr>
          <p:spPr bwMode="gray">
            <a:xfrm>
              <a:off x="-287" y="0"/>
              <a:ext cx="193962"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11995151" y="5854"/>
              <a:ext cx="193960"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6400800"/>
              <a:ext cx="12189396" cy="457200"/>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Rectangle 12"/>
            <p:cNvSpPr/>
            <p:nvPr/>
          </p:nvSpPr>
          <p:spPr bwMode="gray">
            <a:xfrm>
              <a:off x="-286" y="0"/>
              <a:ext cx="12189398" cy="192024"/>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3" name="Title 2"/>
          <p:cNvSpPr>
            <a:spLocks noGrp="1"/>
          </p:cNvSpPr>
          <p:nvPr>
            <p:ph type="title" hasCustomPrompt="1"/>
          </p:nvPr>
        </p:nvSpPr>
        <p:spPr>
          <a:xfrm>
            <a:off x="760412" y="609600"/>
            <a:ext cx="4572000" cy="2044700"/>
          </a:xfrm>
        </p:spPr>
        <p:txBody>
          <a:bodyPr/>
          <a:lstStyle>
            <a:lvl1pPr>
              <a:defRPr sz="13800" b="1"/>
            </a:lvl1pPr>
          </a:lstStyle>
          <a:p>
            <a:r>
              <a:rPr lang="en-US" dirty="0" smtClean="0"/>
              <a:t>XX</a:t>
            </a:r>
            <a:endParaRPr lang="en-US" dirty="0"/>
          </a:p>
        </p:txBody>
      </p:sp>
      <p:sp>
        <p:nvSpPr>
          <p:cNvPr id="22" name="Text Placeholder 12"/>
          <p:cNvSpPr>
            <a:spLocks noGrp="1"/>
          </p:cNvSpPr>
          <p:nvPr>
            <p:ph type="body" sz="quarter" idx="13" hasCustomPrompt="1"/>
          </p:nvPr>
        </p:nvSpPr>
        <p:spPr>
          <a:xfrm>
            <a:off x="760412" y="2666999"/>
            <a:ext cx="4572000" cy="1960881"/>
          </a:xfrm>
        </p:spPr>
        <p:txBody>
          <a:bodyPr>
            <a:noAutofit/>
          </a:bodyPr>
          <a:lstStyle>
            <a:lvl1pPr marL="1588" indent="0">
              <a:spcBef>
                <a:spcPts val="0"/>
              </a:spcBef>
              <a:buFontTx/>
              <a:buNone/>
              <a:defRPr sz="28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sp>
        <p:nvSpPr>
          <p:cNvPr id="5" name="Date Placeholder 4"/>
          <p:cNvSpPr>
            <a:spLocks noGrp="1"/>
          </p:cNvSpPr>
          <p:nvPr>
            <p:ph type="dt" sz="half" idx="10"/>
          </p:nvPr>
        </p:nvSpPr>
        <p:spPr/>
        <p:txBody>
          <a:bodyPr/>
          <a:lstStyle>
            <a:lvl1pPr>
              <a:defRPr>
                <a:solidFill>
                  <a:schemeClr val="bg1">
                    <a:lumMod val="60000"/>
                    <a:lumOff val="40000"/>
                  </a:schemeClr>
                </a:solidFill>
              </a:defRPr>
            </a:lvl1pPr>
          </a:lstStyle>
          <a:p>
            <a:fld id="{A28CC2B3-15E3-410C-BB77-725CEC6A5D75}" type="datetime1">
              <a:rPr lang="en-US" smtClean="0"/>
              <a:pPr/>
              <a:t>1/13/2016</a:t>
            </a:fld>
            <a:endParaRPr dirty="0"/>
          </a:p>
        </p:txBody>
      </p:sp>
      <p:sp>
        <p:nvSpPr>
          <p:cNvPr id="14" name="TextBox 13"/>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bg1">
                    <a:lumMod val="60000"/>
                    <a:lumOff val="40000"/>
                  </a:schemeClr>
                </a:solidFill>
              </a:rPr>
              <a:t>Copyright © 2014 Oracle and/or its affiliates. All rights reserved.  |</a:t>
            </a:r>
          </a:p>
        </p:txBody>
      </p:sp>
      <p:sp>
        <p:nvSpPr>
          <p:cNvPr id="6" name="Footer Placeholder 5"/>
          <p:cNvSpPr>
            <a:spLocks noGrp="1"/>
          </p:cNvSpPr>
          <p:nvPr>
            <p:ph type="ftr" sz="quarter" idx="11"/>
          </p:nvPr>
        </p:nvSpPr>
        <p:spPr/>
        <p:txBody>
          <a:bodyPr/>
          <a:lstStyle>
            <a:lvl1pPr>
              <a:defRPr>
                <a:solidFill>
                  <a:schemeClr val="bg1">
                    <a:lumMod val="60000"/>
                    <a:lumOff val="40000"/>
                  </a:schemeClr>
                </a:solidFill>
              </a:defRPr>
            </a:lvl1p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lvl1pPr>
              <a:defRPr>
                <a:solidFill>
                  <a:schemeClr val="bg1">
                    <a:lumMod val="60000"/>
                    <a:lumOff val="40000"/>
                  </a:schemeClr>
                </a:solidFill>
              </a:defRPr>
            </a:lvl1pPr>
          </a:lstStyle>
          <a:p>
            <a:fld id="{C51EAA63-D034-42AE-91FA-B13B9518C7BE}" type="slidenum">
              <a:rPr/>
              <a:pPr/>
              <a:t>‹#›</a:t>
            </a:fld>
            <a:endParaRPr dirty="0"/>
          </a:p>
        </p:txBody>
      </p:sp>
      <p:pic>
        <p:nvPicPr>
          <p:cNvPr id="15"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13818175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Safe Harbor Front">
    <p:spTree>
      <p:nvGrpSpPr>
        <p:cNvPr id="1" name=""/>
        <p:cNvGrpSpPr/>
        <p:nvPr/>
      </p:nvGrpSpPr>
      <p:grpSpPr>
        <a:xfrm>
          <a:off x="0" y="0"/>
          <a:ext cx="0" cy="0"/>
          <a:chOff x="0" y="0"/>
          <a:chExt cx="0" cy="0"/>
        </a:xfrm>
      </p:grpSpPr>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
        <p:nvSpPr>
          <p:cNvPr id="2" name="Date Placeholder 1"/>
          <p:cNvSpPr>
            <a:spLocks noGrp="1"/>
          </p:cNvSpPr>
          <p:nvPr>
            <p:ph type="dt" sz="half" idx="10"/>
          </p:nvPr>
        </p:nvSpPr>
        <p:spPr/>
        <p:txBody>
          <a:bodyPr>
            <a:noAutofit/>
          </a:bodyPr>
          <a:lstStyle/>
          <a:p>
            <a:fld id="{3336C99F-F8B6-42FB-858B-E7EDEE8AB826}" type="datetime1">
              <a:rPr lang="en-US" smtClean="0"/>
              <a:pPr/>
              <a:t>1/13/2016</a:t>
            </a:fld>
            <a:endParaRPr dirty="0"/>
          </a:p>
        </p:txBody>
      </p:sp>
      <p:sp>
        <p:nvSpPr>
          <p:cNvPr id="3" name="Footer Placeholder 2"/>
          <p:cNvSpPr>
            <a:spLocks noGrp="1"/>
          </p:cNvSpPr>
          <p:nvPr>
            <p:ph type="ftr" sz="quarter" idx="11"/>
          </p:nvPr>
        </p:nvSpPr>
        <p:spPr/>
        <p:txBody>
          <a:bodyPr>
            <a:noAutofit/>
          </a:bodyPr>
          <a:lstStyle/>
          <a:p>
            <a:r>
              <a:rPr lang="en-US" smtClean="0"/>
              <a:t>Use Insert &gt; Header and Footer to Update Confidentiality Requirements</a:t>
            </a:r>
            <a:endParaRPr dirty="0"/>
          </a:p>
        </p:txBody>
      </p:sp>
      <p:sp>
        <p:nvSpPr>
          <p:cNvPr id="4" name="Slide Number Placeholder 3"/>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 xmlns:p14="http://schemas.microsoft.com/office/powerpoint/2010/main" val="259788944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Safe Harbor Back">
    <p:spTree>
      <p:nvGrpSpPr>
        <p:cNvPr id="1" name=""/>
        <p:cNvGrpSpPr/>
        <p:nvPr/>
      </p:nvGrpSpPr>
      <p:grpSpPr>
        <a:xfrm>
          <a:off x="0" y="0"/>
          <a:ext cx="0" cy="0"/>
          <a:chOff x="0" y="0"/>
          <a:chExt cx="0" cy="0"/>
        </a:xfrm>
      </p:grpSpPr>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preceding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
        <p:nvSpPr>
          <p:cNvPr id="2" name="Date Placeholder 1"/>
          <p:cNvSpPr>
            <a:spLocks noGrp="1"/>
          </p:cNvSpPr>
          <p:nvPr>
            <p:ph type="dt" sz="half" idx="10"/>
          </p:nvPr>
        </p:nvSpPr>
        <p:spPr/>
        <p:txBody>
          <a:bodyPr>
            <a:noAutofit/>
          </a:bodyPr>
          <a:lstStyle/>
          <a:p>
            <a:fld id="{466AED94-84AC-401A-B6E9-114160A7903A}" type="datetime1">
              <a:rPr lang="en-US" smtClean="0"/>
              <a:pPr/>
              <a:t>1/13/2016</a:t>
            </a:fld>
            <a:endParaRPr dirty="0"/>
          </a:p>
        </p:txBody>
      </p:sp>
      <p:sp>
        <p:nvSpPr>
          <p:cNvPr id="3" name="Footer Placeholder 2"/>
          <p:cNvSpPr>
            <a:spLocks noGrp="1"/>
          </p:cNvSpPr>
          <p:nvPr>
            <p:ph type="ftr" sz="quarter" idx="11"/>
          </p:nvPr>
        </p:nvSpPr>
        <p:spPr/>
        <p:txBody>
          <a:bodyPr>
            <a:noAutofit/>
          </a:bodyPr>
          <a:lstStyle/>
          <a:p>
            <a:r>
              <a:rPr lang="en-US" smtClean="0"/>
              <a:t>Use Insert &gt; Header and Footer to Update Confidentiality Requirements</a:t>
            </a:r>
            <a:endParaRPr dirty="0"/>
          </a:p>
        </p:txBody>
      </p:sp>
      <p:sp>
        <p:nvSpPr>
          <p:cNvPr id="4" name="Slide Number Placeholder 3"/>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 xmlns:p14="http://schemas.microsoft.com/office/powerpoint/2010/main" val="235887190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Positioning Statemen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126811-2134-4838-96E1-190C5CCB35F0}" type="datetime1">
              <a:rPr lang="en-US" smtClean="0"/>
              <a:pPr/>
              <a:t>1/13/2016</a:t>
            </a:fld>
            <a:endParaRPr dirty="0"/>
          </a:p>
        </p:txBody>
      </p:sp>
      <p:sp>
        <p:nvSpPr>
          <p:cNvPr id="3" name="Footer Placeholder 2"/>
          <p:cNvSpPr>
            <a:spLocks noGrp="1"/>
          </p:cNvSpPr>
          <p:nvPr>
            <p:ph type="ftr" sz="quarter" idx="11"/>
          </p:nvPr>
        </p:nvSpPr>
        <p:spPr/>
        <p:txBody>
          <a:bodyPr/>
          <a:lstStyle/>
          <a:p>
            <a:r>
              <a:rPr lang="en-US" smtClean="0"/>
              <a:t>Use Insert &gt; Header and Footer to Update Confidentiality Requirements</a:t>
            </a:r>
            <a:endParaRPr dirty="0"/>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pic>
        <p:nvPicPr>
          <p:cNvPr id="8" name="Picture 7" descr="&quot;Hardware and Software Engineered to work together&quot; tagline in red and black"/>
          <p:cNvPicPr>
            <a:picLocks noChangeAspect="1"/>
          </p:cNvPicPr>
          <p:nvPr userDrawn="1"/>
        </p:nvPicPr>
        <p:blipFill>
          <a:blip r:embed="rId2" cstate="print">
            <a:extLst>
              <a:ext uri="{28A0092B-C50C-407E-A947-70E740481C1C}">
                <a14:useLocalDpi xmlns="" xmlns:a14="http://schemas.microsoft.com/office/drawing/2010/main" val="0"/>
              </a:ext>
            </a:extLst>
          </a:blip>
          <a:stretch>
            <a:fillRect/>
          </a:stretch>
        </p:blipFill>
        <p:spPr>
          <a:xfrm>
            <a:off x="2820860" y="2313432"/>
            <a:ext cx="6547104" cy="1832339"/>
          </a:xfrm>
          <a:prstGeom prst="rect">
            <a:avLst/>
          </a:prstGeom>
        </p:spPr>
      </p:pic>
    </p:spTree>
    <p:extLst>
      <p:ext uri="{BB962C8B-B14F-4D97-AF65-F5344CB8AC3E}">
        <p14:creationId xmlns="" xmlns:p14="http://schemas.microsoft.com/office/powerpoint/2010/main" val="370913749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blank" preserve="1">
  <p:cSld name="Oracle logo">
    <p:bg bwMode="ltGray">
      <p:bgRef idx="1001">
        <a:schemeClr val="bg1"/>
      </p:bgRef>
    </p:bg>
    <p:spTree>
      <p:nvGrpSpPr>
        <p:cNvPr id="1" name=""/>
        <p:cNvGrpSpPr/>
        <p:nvPr/>
      </p:nvGrpSpPr>
      <p:grpSpPr>
        <a:xfrm>
          <a:off x="0" y="0"/>
          <a:ext cx="0" cy="0"/>
          <a:chOff x="0" y="0"/>
          <a:chExt cx="0" cy="0"/>
        </a:xfrm>
      </p:grpSpPr>
      <p:pic>
        <p:nvPicPr>
          <p:cNvPr id="2" name="Picture 1" descr="Oracle logo in white on red staging background. Light blue frame around perimete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bwMode="hidden">
          <a:xfrm>
            <a:off x="138023" y="129398"/>
            <a:ext cx="11912778" cy="6547450"/>
          </a:xfrm>
          <a:prstGeom prst="rect">
            <a:avLst/>
          </a:prstGeom>
          <a:noFill/>
          <a:ln>
            <a:noFill/>
          </a:ln>
        </p:spPr>
      </p:pic>
      <p:grpSp>
        <p:nvGrpSpPr>
          <p:cNvPr id="3" name="Group 2"/>
          <p:cNvGrpSpPr/>
          <p:nvPr userDrawn="1"/>
        </p:nvGrpSpPr>
        <p:grpSpPr>
          <a:xfrm>
            <a:off x="-287" y="0"/>
            <a:ext cx="12189399" cy="6858000"/>
            <a:chOff x="-287" y="0"/>
            <a:chExt cx="12189399" cy="6858000"/>
          </a:xfrm>
        </p:grpSpPr>
        <p:sp>
          <p:nvSpPr>
            <p:cNvPr id="6" name="Rectangle 5"/>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Rectangle 6"/>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Rectangle 7"/>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pic>
        <p:nvPicPr>
          <p:cNvPr id="11" name="Picture 10"/>
          <p:cNvPicPr>
            <a:picLocks noChangeAspect="1"/>
          </p:cNvPicPr>
          <p:nvPr userDrawn="1"/>
        </p:nvPicPr>
        <p:blipFill>
          <a:blip r:embed="rId3" cstate="screen">
            <a:extLst>
              <a:ext uri="{28A0092B-C50C-407E-A947-70E740481C1C}">
                <a14:useLocalDpi xmlns="" xmlns:a14="http://schemas.microsoft.com/office/drawing/2010/main" val="0"/>
              </a:ext>
            </a:extLst>
          </a:blip>
          <a:stretch>
            <a:fillRect/>
          </a:stretch>
        </p:blipFill>
        <p:spPr bwMode="black">
          <a:xfrm>
            <a:off x="3822128" y="2843826"/>
            <a:ext cx="4544568" cy="569547"/>
          </a:xfrm>
          <a:prstGeom prst="rect">
            <a:avLst/>
          </a:prstGeom>
        </p:spPr>
      </p:pic>
    </p:spTree>
    <p:extLst>
      <p:ext uri="{BB962C8B-B14F-4D97-AF65-F5344CB8AC3E}">
        <p14:creationId xmlns="" xmlns:p14="http://schemas.microsoft.com/office/powerpoint/2010/main" val="106575552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31151" y="1524001"/>
            <a:ext cx="11126522" cy="4419600"/>
          </a:xfrm>
        </p:spPr>
        <p:txBody>
          <a:bodyPr vert="eaVert">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noAutofit/>
          </a:bodyPr>
          <a:lstStyle/>
          <a:p>
            <a:fld id="{15EFF38B-8A2B-4EA0-A1FD-820A0B9A9A5E}" type="datetime1">
              <a:rPr lang="en-US" smtClean="0"/>
              <a:pPr/>
              <a:t>1/13/2016</a:t>
            </a:fld>
            <a:endParaRPr lang="en-US"/>
          </a:p>
        </p:txBody>
      </p:sp>
      <p:sp>
        <p:nvSpPr>
          <p:cNvPr id="5" name="Footer Placeholder 4"/>
          <p:cNvSpPr>
            <a:spLocks noGrp="1"/>
          </p:cNvSpPr>
          <p:nvPr>
            <p:ph type="ftr" sz="quarter" idx="11"/>
          </p:nvPr>
        </p:nvSpPr>
        <p:spPr/>
        <p:txBody>
          <a:bodyPr>
            <a:noAutofit/>
          </a:bodyPr>
          <a:lstStyle/>
          <a:p>
            <a:r>
              <a:rPr lang="en-US" smtClean="0"/>
              <a:t>Use Insert &gt; Header and Footer to Update Confidentiality Requirements</a:t>
            </a:r>
            <a:endParaRPr lang="en-US"/>
          </a:p>
        </p:txBody>
      </p:sp>
      <p:sp>
        <p:nvSpPr>
          <p:cNvPr id="6" name="Slide Number Placeholder 5"/>
          <p:cNvSpPr>
            <a:spLocks noGrp="1"/>
          </p:cNvSpPr>
          <p:nvPr>
            <p:ph type="sldNum" sz="quarter" idx="12"/>
          </p:nvPr>
        </p:nvSpPr>
        <p:spPr/>
        <p:txBody>
          <a:bodyPr>
            <a:noAutofit/>
          </a:bodyPr>
          <a:lstStyle/>
          <a:p>
            <a:fld id="{D4EAF17A-378C-49D5-A479-C71FF9D7F1E7}" type="slidenum">
              <a:rPr lang="en-US" smtClean="0"/>
              <a:pPr/>
              <a:t>‹#›</a:t>
            </a:fld>
            <a:endParaRPr lang="en-US"/>
          </a:p>
        </p:txBody>
      </p:sp>
    </p:spTree>
    <p:extLst>
      <p:ext uri="{BB962C8B-B14F-4D97-AF65-F5344CB8AC3E}">
        <p14:creationId xmlns="" xmlns:p14="http://schemas.microsoft.com/office/powerpoint/2010/main" val="386218712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285413" y="533400"/>
            <a:ext cx="1371600" cy="5410200"/>
          </a:xfrm>
        </p:spPr>
        <p:txBody>
          <a:bodyPr vert="eaVert"/>
          <a:lstStyle>
            <a:lvl1pPr>
              <a:defRPr/>
            </a:lvl1pPr>
          </a:lstStyle>
          <a:p>
            <a:r>
              <a:rPr lang="en-US" smtClean="0"/>
              <a:t>Click to edit Master title style</a:t>
            </a:r>
            <a:endParaRPr dirty="0"/>
          </a:p>
        </p:txBody>
      </p:sp>
      <p:sp>
        <p:nvSpPr>
          <p:cNvPr id="3" name="Vertical Text Placeholder 2"/>
          <p:cNvSpPr>
            <a:spLocks noGrp="1"/>
          </p:cNvSpPr>
          <p:nvPr>
            <p:ph type="body" orient="vert" idx="1"/>
          </p:nvPr>
        </p:nvSpPr>
        <p:spPr>
          <a:xfrm>
            <a:off x="531813" y="533400"/>
            <a:ext cx="9524999"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2F659D8A-3C0B-4AD2-A865-94E1683E2A51}" type="datetime1">
              <a:rPr lang="en-US" smtClean="0"/>
              <a:pPr/>
              <a:t>1/13/2016</a:t>
            </a:fld>
            <a:endParaRPr dirty="0"/>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17345457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Border"/>
          <p:cNvGrpSpPr/>
          <p:nvPr/>
        </p:nvGrpSpPr>
        <p:grpSpPr>
          <a:xfrm>
            <a:off x="-287" y="0"/>
            <a:ext cx="12189399" cy="6858000"/>
            <a:chOff x="-287" y="0"/>
            <a:chExt cx="12189399" cy="6858000"/>
          </a:xfrm>
        </p:grpSpPr>
        <p:sp>
          <p:nvSpPr>
            <p:cNvPr id="8" name="Rectangle 7"/>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pic>
        <p:nvPicPr>
          <p:cNvPr id="19" name="Oracle red badge logo" descr="Oracle logo in white on red staging background"/>
          <p:cNvPicPr>
            <a:picLocks noChangeAspect="1"/>
          </p:cNvPicPr>
          <p:nvPr/>
        </p:nvPicPr>
        <p:blipFill>
          <a:blip r:embed="rId40"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
        <p:nvSpPr>
          <p:cNvPr id="2" name="Title Placeholder 1"/>
          <p:cNvSpPr>
            <a:spLocks noGrp="1"/>
          </p:cNvSpPr>
          <p:nvPr>
            <p:ph type="title"/>
          </p:nvPr>
        </p:nvSpPr>
        <p:spPr>
          <a:xfrm>
            <a:off x="531812" y="406400"/>
            <a:ext cx="11125200" cy="889000"/>
          </a:xfrm>
          <a:prstGeom prst="rect">
            <a:avLst/>
          </a:prstGeom>
        </p:spPr>
        <p:txBody>
          <a:bodyPr vert="horz" lIns="0" tIns="0" rIns="0" bIns="0" rtlCol="0" anchor="b">
            <a:noAutofit/>
          </a:bodyPr>
          <a:lstStyle/>
          <a:p>
            <a:r>
              <a:rPr lang="en-US" smtClean="0"/>
              <a:t>Click to edit Master title style</a:t>
            </a:r>
            <a:endParaRPr dirty="0"/>
          </a:p>
        </p:txBody>
      </p:sp>
      <p:sp>
        <p:nvSpPr>
          <p:cNvPr id="3" name="Text Placeholder 2"/>
          <p:cNvSpPr>
            <a:spLocks noGrp="1"/>
          </p:cNvSpPr>
          <p:nvPr>
            <p:ph type="body" idx="1"/>
          </p:nvPr>
        </p:nvSpPr>
        <p:spPr>
          <a:xfrm>
            <a:off x="531151" y="1524001"/>
            <a:ext cx="11126522" cy="4419600"/>
          </a:xfrm>
          <a:prstGeom prst="rect">
            <a:avLst/>
          </a:prstGeom>
        </p:spPr>
        <p:txBody>
          <a:bodyPr vert="horz"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4563214" y="6556248"/>
            <a:ext cx="1226398" cy="182880"/>
          </a:xfrm>
          <a:prstGeom prst="rect">
            <a:avLst/>
          </a:prstGeom>
        </p:spPr>
        <p:txBody>
          <a:bodyPr vert="horz" wrap="none" lIns="0" tIns="0" rIns="0" bIns="0" rtlCol="0" anchor="ctr"/>
          <a:lstStyle>
            <a:lvl1pPr algn="r">
              <a:defRPr sz="800">
                <a:solidFill>
                  <a:schemeClr val="tx1">
                    <a:lumMod val="60000"/>
                    <a:lumOff val="40000"/>
                  </a:schemeClr>
                </a:solidFill>
              </a:defRPr>
            </a:lvl1pPr>
          </a:lstStyle>
          <a:p>
            <a:fld id="{FCC121D4-B3C9-471B-8703-25FD84D839ED}" type="datetime1">
              <a:rPr lang="en-US" smtClean="0"/>
              <a:pPr/>
              <a:t>1/13/2016</a:t>
            </a:fld>
            <a:endParaRPr dirty="0"/>
          </a:p>
        </p:txBody>
      </p:sp>
      <p:sp>
        <p:nvSpPr>
          <p:cNvPr id="15" name="TextBox 14"/>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3"/>
          </p:nvPr>
        </p:nvSpPr>
        <p:spPr>
          <a:xfrm>
            <a:off x="8777289" y="6556248"/>
            <a:ext cx="2498723" cy="182880"/>
          </a:xfrm>
          <a:prstGeom prst="rect">
            <a:avLst/>
          </a:prstGeom>
        </p:spPr>
        <p:txBody>
          <a:bodyPr vert="horz" wrap="none" lIns="0" tIns="0" rIns="0" bIns="0" rtlCol="0" anchor="ctr"/>
          <a:lstStyle>
            <a:lvl1pPr algn="l">
              <a:defRPr sz="800">
                <a:solidFill>
                  <a:schemeClr val="tx1">
                    <a:lumMod val="60000"/>
                    <a:lumOff val="40000"/>
                  </a:schemeClr>
                </a:solidFill>
              </a:defRPr>
            </a:lvl1pPr>
          </a:lstStyle>
          <a:p>
            <a:r>
              <a:rPr lang="en-US" smtClean="0"/>
              <a:t>Use Insert &gt; Header and Footer to Update Confidentiality Requirements</a:t>
            </a:r>
            <a:endParaRPr dirty="0"/>
          </a:p>
        </p:txBody>
      </p:sp>
      <p:sp>
        <p:nvSpPr>
          <p:cNvPr id="6" name="Slide Number Placeholder 5"/>
          <p:cNvSpPr>
            <a:spLocks noGrp="1"/>
          </p:cNvSpPr>
          <p:nvPr>
            <p:ph type="sldNum" sz="quarter" idx="4"/>
          </p:nvPr>
        </p:nvSpPr>
        <p:spPr>
          <a:xfrm>
            <a:off x="11276011" y="6556248"/>
            <a:ext cx="381661" cy="182880"/>
          </a:xfrm>
          <a:prstGeom prst="rect">
            <a:avLst/>
          </a:prstGeom>
        </p:spPr>
        <p:txBody>
          <a:bodyPr vert="horz" wrap="none" lIns="0" tIns="0" rIns="0" bIns="0" rtlCol="0" anchor="ctr"/>
          <a:lstStyle>
            <a:lvl1pPr algn="r">
              <a:defRPr sz="800">
                <a:solidFill>
                  <a:schemeClr val="tx1">
                    <a:lumMod val="60000"/>
                    <a:lumOff val="40000"/>
                  </a:schemeClr>
                </a:solidFill>
              </a:defRPr>
            </a:lvl1pPr>
          </a:lstStyle>
          <a:p>
            <a:fld id="{C51EAA63-D034-42AE-91FA-B13B9518C7BE}" type="slidenum">
              <a:rPr/>
              <a:pPr/>
              <a:t>‹#›</a:t>
            </a:fld>
            <a:endParaRPr dirty="0"/>
          </a:p>
        </p:txBody>
      </p:sp>
    </p:spTree>
    <p:extLst>
      <p:ext uri="{BB962C8B-B14F-4D97-AF65-F5344CB8AC3E}">
        <p14:creationId xmlns="" xmlns:p14="http://schemas.microsoft.com/office/powerpoint/2010/main" val="3193062027"/>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62" r:id="rId3"/>
    <p:sldLayoutId id="2147483689" r:id="rId4"/>
    <p:sldLayoutId id="2147483693" r:id="rId5"/>
    <p:sldLayoutId id="2147483650" r:id="rId6"/>
    <p:sldLayoutId id="2147483663" r:id="rId7"/>
    <p:sldLayoutId id="2147483686" r:id="rId8"/>
    <p:sldLayoutId id="2147483651" r:id="rId9"/>
    <p:sldLayoutId id="2147483665" r:id="rId10"/>
    <p:sldLayoutId id="2147483669" r:id="rId11"/>
    <p:sldLayoutId id="2147483692" r:id="rId12"/>
    <p:sldLayoutId id="2147483683" r:id="rId13"/>
    <p:sldLayoutId id="2147483670" r:id="rId14"/>
    <p:sldLayoutId id="2147483652" r:id="rId15"/>
    <p:sldLayoutId id="2147483671" r:id="rId16"/>
    <p:sldLayoutId id="2147483672" r:id="rId17"/>
    <p:sldLayoutId id="2147483679" r:id="rId18"/>
    <p:sldLayoutId id="2147483685" r:id="rId19"/>
    <p:sldLayoutId id="2147483688" r:id="rId20"/>
    <p:sldLayoutId id="2147483654" r:id="rId21"/>
    <p:sldLayoutId id="2147483666" r:id="rId22"/>
    <p:sldLayoutId id="2147483655" r:id="rId23"/>
    <p:sldLayoutId id="2147483656" r:id="rId24"/>
    <p:sldLayoutId id="2147483657" r:id="rId25"/>
    <p:sldLayoutId id="2147483673" r:id="rId26"/>
    <p:sldLayoutId id="2147483674" r:id="rId27"/>
    <p:sldLayoutId id="2147483682" r:id="rId28"/>
    <p:sldLayoutId id="2147483684" r:id="rId29"/>
    <p:sldLayoutId id="2147483690" r:id="rId30"/>
    <p:sldLayoutId id="2147483691" r:id="rId31"/>
    <p:sldLayoutId id="2147483668" r:id="rId32"/>
    <p:sldLayoutId id="2147483675" r:id="rId33"/>
    <p:sldLayoutId id="2147483676" r:id="rId34"/>
    <p:sldLayoutId id="2147483667" r:id="rId35"/>
    <p:sldLayoutId id="2147483661" r:id="rId36"/>
    <p:sldLayoutId id="2147483687" r:id="rId37"/>
    <p:sldLayoutId id="2147483659" r:id="rId38"/>
  </p:sldLayoutIdLst>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hf sldNum="0" hdr="0" dt="0"/>
  <p:txStyles>
    <p:titleStyle>
      <a:lvl1pPr algn="l" defTabSz="914400" rtl="0" eaLnBrk="1" latinLnBrk="0" hangingPunct="1">
        <a:lnSpc>
          <a:spcPct val="8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200"/>
        </a:spcBef>
        <a:buClr>
          <a:schemeClr val="tx1">
            <a:lumMod val="60000"/>
            <a:lumOff val="40000"/>
          </a:schemeClr>
        </a:buClr>
        <a:buFont typeface="Arial" panose="020B0604020202020204" pitchFamily="34" charset="0"/>
        <a:buChar char="•"/>
        <a:defRPr sz="2800" kern="1200">
          <a:solidFill>
            <a:schemeClr val="tx1"/>
          </a:solidFill>
          <a:latin typeface="+mn-lt"/>
          <a:ea typeface="+mn-ea"/>
          <a:cs typeface="+mn-cs"/>
        </a:defRPr>
      </a:lvl1pPr>
      <a:lvl2pPr marL="502920" indent="-228600" algn="l" defTabSz="914400" rtl="0" eaLnBrk="1" latinLnBrk="0" hangingPunct="1">
        <a:lnSpc>
          <a:spcPct val="90000"/>
        </a:lnSpc>
        <a:spcBef>
          <a:spcPts val="800"/>
        </a:spcBef>
        <a:buClr>
          <a:schemeClr val="tx1">
            <a:lumMod val="60000"/>
            <a:lumOff val="40000"/>
          </a:schemeClr>
        </a:buClr>
        <a:buFont typeface="Arial" panose="020B0604020202020204" pitchFamily="34" charset="0"/>
        <a:buChar char="–"/>
        <a:defRPr sz="2400" kern="1200">
          <a:solidFill>
            <a:schemeClr val="tx1"/>
          </a:solidFill>
          <a:latin typeface="+mn-lt"/>
          <a:ea typeface="+mn-ea"/>
          <a:cs typeface="+mn-cs"/>
        </a:defRPr>
      </a:lvl2pPr>
      <a:lvl3pPr marL="731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2000" kern="1200">
          <a:solidFill>
            <a:schemeClr val="tx1"/>
          </a:solidFill>
          <a:latin typeface="+mn-lt"/>
          <a:ea typeface="+mn-ea"/>
          <a:cs typeface="+mn-cs"/>
        </a:defRPr>
      </a:lvl3pPr>
      <a:lvl4pPr marL="960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800" kern="1200">
          <a:solidFill>
            <a:schemeClr val="tx1"/>
          </a:solidFill>
          <a:latin typeface="+mn-lt"/>
          <a:ea typeface="+mn-ea"/>
          <a:cs typeface="+mn-cs"/>
        </a:defRPr>
      </a:lvl4pPr>
      <a:lvl5pPr marL="11887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 xmlns:p15="http://schemas.microsoft.com/office/powerpoint/2012/main">
        <p15:guide id="1" orient="horz" pos="2160" userDrawn="1">
          <p15:clr>
            <a:srgbClr val="F26B43"/>
          </p15:clr>
        </p15:guide>
        <p15:guide id="2" pos="3839" userDrawn="1">
          <p15:clr>
            <a:srgbClr val="F26B43"/>
          </p15:clr>
        </p15:guide>
        <p15:guide id="4" orient="horz" pos="412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6.xml"/></Relationships>
</file>

<file path=ppt/slides/_rels/slide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35505626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t="-25000" b="-25000"/>
          </a:stretch>
        </a:blipFill>
        <a:effectLst/>
      </p:bgPr>
    </p:bg>
    <p:spTree>
      <p:nvGrpSpPr>
        <p:cNvPr id="1" name=""/>
        <p:cNvGrpSpPr/>
        <p:nvPr/>
      </p:nvGrpSpPr>
      <p:grpSpPr>
        <a:xfrm>
          <a:off x="0" y="0"/>
          <a:ext cx="0" cy="0"/>
          <a:chOff x="0" y="0"/>
          <a:chExt cx="0" cy="0"/>
        </a:xfrm>
      </p:grpSpPr>
      <p:sp>
        <p:nvSpPr>
          <p:cNvPr id="2" name="Title 1" descr="Full slide 4-color photo can be inserted here"/>
          <p:cNvSpPr>
            <a:spLocks noGrp="1"/>
          </p:cNvSpPr>
          <p:nvPr>
            <p:ph type="ctrTitle"/>
          </p:nvPr>
        </p:nvSpPr>
        <p:spPr/>
        <p:txBody>
          <a:bodyPr/>
          <a:lstStyle/>
          <a:p>
            <a:r>
              <a:rPr lang="en-US" dirty="0" smtClean="0"/>
              <a:t>Project </a:t>
            </a:r>
            <a:r>
              <a:rPr lang="en-US" smtClean="0"/>
              <a:t>Management Plan</a:t>
            </a:r>
            <a:endParaRPr lang="en-US" dirty="0"/>
          </a:p>
        </p:txBody>
      </p:sp>
      <p:sp>
        <p:nvSpPr>
          <p:cNvPr id="3" name="Subtitle 2"/>
          <p:cNvSpPr>
            <a:spLocks noGrp="1"/>
          </p:cNvSpPr>
          <p:nvPr>
            <p:ph type="subTitle" idx="1"/>
          </p:nvPr>
        </p:nvSpPr>
        <p:spPr/>
        <p:txBody>
          <a:bodyPr/>
          <a:lstStyle/>
          <a:p>
            <a:r>
              <a:rPr lang="en-US" dirty="0" smtClean="0"/>
              <a:t>&lt;Company Name&gt;</a:t>
            </a:r>
          </a:p>
          <a:p>
            <a:r>
              <a:rPr lang="en-US" smtClean="0"/>
              <a:t>&lt;Project Name&gt;</a:t>
            </a:r>
            <a:endParaRPr lang="en-US" dirty="0"/>
          </a:p>
        </p:txBody>
      </p:sp>
      <p:sp>
        <p:nvSpPr>
          <p:cNvPr id="6" name="Text Placeholder 5"/>
          <p:cNvSpPr>
            <a:spLocks noGrp="1"/>
          </p:cNvSpPr>
          <p:nvPr>
            <p:ph type="body" sz="quarter" idx="13"/>
          </p:nvPr>
        </p:nvSpPr>
        <p:spPr/>
        <p:txBody>
          <a:bodyPr/>
          <a:lstStyle/>
          <a:p>
            <a:r>
              <a:rPr lang="en-US" smtClean="0"/>
              <a:t>Presenter’s Name</a:t>
            </a:r>
          </a:p>
          <a:p>
            <a:r>
              <a:rPr lang="en-US" smtClean="0"/>
              <a:t>Presenter’s Title</a:t>
            </a:r>
          </a:p>
          <a:p>
            <a:r>
              <a:rPr lang="en-US" smtClean="0"/>
              <a:t>Organization, Division or Business Unit</a:t>
            </a:r>
          </a:p>
          <a:p>
            <a:r>
              <a:rPr lang="en-US" smtClean="0"/>
              <a:t>Month 00, 2014</a:t>
            </a:r>
            <a:endParaRPr lang="en-US" dirty="0"/>
          </a:p>
        </p:txBody>
      </p:sp>
      <p:sp>
        <p:nvSpPr>
          <p:cNvPr id="8" name="Footer Placeholder 7"/>
          <p:cNvSpPr>
            <a:spLocks noGrp="1"/>
          </p:cNvSpPr>
          <p:nvPr>
            <p:ph type="ftr" sz="quarter" idx="11"/>
          </p:nvPr>
        </p:nvSpPr>
        <p:spPr/>
        <p:txBody>
          <a:bodyPr/>
          <a:lstStyle/>
          <a:p>
            <a:r>
              <a:rPr lang="en-US" smtClean="0"/>
              <a:t>Use Insert &gt; Header and Footer to Update Confidentiality Requirements</a:t>
            </a:r>
            <a:endParaRPr lang="en-US" dirty="0"/>
          </a:p>
        </p:txBody>
      </p:sp>
      <p:sp>
        <p:nvSpPr>
          <p:cNvPr id="7" name="TextBox 6"/>
          <p:cNvSpPr txBox="1"/>
          <p:nvPr/>
        </p:nvSpPr>
        <p:spPr>
          <a:xfrm>
            <a:off x="8761413" y="5524500"/>
            <a:ext cx="3200400" cy="838200"/>
          </a:xfrm>
          <a:prstGeom prst="rect">
            <a:avLst/>
          </a:prstGeom>
          <a:solidFill>
            <a:srgbClr val="EAEEEF"/>
          </a:solidFill>
          <a:ln w="12700">
            <a:solidFill>
              <a:srgbClr val="D9541E"/>
            </a:solidFill>
            <a:prstDash val="sysDash"/>
          </a:ln>
        </p:spPr>
        <p:txBody>
          <a:bodyPr wrap="square" lIns="91440" tIns="91440" rIns="91440" bIns="91440" rtlCol="0" anchor="b" anchorCtr="0">
            <a:noAutofit/>
          </a:bodyPr>
          <a:lstStyle/>
          <a:p>
            <a:pPr>
              <a:lnSpc>
                <a:spcPct val="90000"/>
              </a:lnSpc>
              <a:spcBef>
                <a:spcPts val="600"/>
              </a:spcBef>
            </a:pPr>
            <a:r>
              <a:rPr lang="en-US" sz="1050" b="1" dirty="0">
                <a:solidFill>
                  <a:srgbClr val="5F5F5F"/>
                </a:solidFill>
              </a:rPr>
              <a:t>Note: </a:t>
            </a:r>
            <a:r>
              <a:rPr lang="en-US" sz="1050" dirty="0">
                <a:solidFill>
                  <a:srgbClr val="5F5F5F"/>
                </a:solidFill>
              </a:rPr>
              <a:t>The speaker notes for this slide include detailed instructions on how to customize this Title Slide with your own picture.</a:t>
            </a:r>
          </a:p>
          <a:p>
            <a:pPr>
              <a:lnSpc>
                <a:spcPct val="90000"/>
              </a:lnSpc>
              <a:spcBef>
                <a:spcPts val="600"/>
              </a:spcBef>
            </a:pPr>
            <a:r>
              <a:rPr lang="en-US" sz="1050" b="1" dirty="0">
                <a:solidFill>
                  <a:srgbClr val="5F5F5F"/>
                </a:solidFill>
              </a:rPr>
              <a:t>Tip! </a:t>
            </a:r>
            <a:r>
              <a:rPr lang="en-US" sz="1050" dirty="0">
                <a:solidFill>
                  <a:srgbClr val="5F5F5F"/>
                </a:solidFill>
              </a:rPr>
              <a:t>Remember to remove this text box.</a:t>
            </a:r>
          </a:p>
        </p:txBody>
      </p:sp>
    </p:spTree>
    <p:extLst>
      <p:ext uri="{BB962C8B-B14F-4D97-AF65-F5344CB8AC3E}">
        <p14:creationId xmlns="" xmlns:p14="http://schemas.microsoft.com/office/powerpoint/2010/main" val="336776055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97"/>
          <p:cNvSpPr>
            <a:spLocks noChangeArrowheads="1"/>
          </p:cNvSpPr>
          <p:nvPr/>
        </p:nvSpPr>
        <p:spPr bwMode="auto">
          <a:xfrm>
            <a:off x="455612" y="1447800"/>
            <a:ext cx="10855672" cy="4343400"/>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lvl="0"/>
            <a:r>
              <a:rPr lang="en-US" sz="1600" b="1" u="sng" dirty="0" smtClean="0">
                <a:solidFill>
                  <a:srgbClr val="FF0000"/>
                </a:solidFill>
              </a:rPr>
              <a:t>DELETE THIS SLIDE (PAGE) AFTER USE:</a:t>
            </a:r>
          </a:p>
          <a:p>
            <a:pPr lvl="0"/>
            <a:endParaRPr lang="en-US" sz="1200" b="1" dirty="0" smtClean="0">
              <a:solidFill>
                <a:srgbClr val="FF0000"/>
              </a:solidFill>
            </a:endParaRPr>
          </a:p>
          <a:p>
            <a:pPr lvl="0"/>
            <a:r>
              <a:rPr lang="en-US" sz="1200" b="1" dirty="0" smtClean="0"/>
              <a:t>HOW TO USE THIS ABBREVIATED PMP TEMPLATE, SUITABLE FOR SMALLER (&lt;500 DAY PROJECTS) AND/OR AGILE PROJECTS.</a:t>
            </a:r>
          </a:p>
          <a:p>
            <a:pPr lvl="0"/>
            <a:endParaRPr lang="en-US" sz="1200" b="1" dirty="0" smtClean="0"/>
          </a:p>
          <a:p>
            <a:pPr lvl="0"/>
            <a:r>
              <a:rPr lang="en-US" sz="1200" b="1" dirty="0" smtClean="0"/>
              <a:t>THIS PMP IS A TEMPLATE AND SHOULD BE REVISED TO FIT THE NEEDS OF YOUR PROJECT.  ONCE COMPLETED, THE PRESENTATION MAY BE USED DURINGTHE PROJECT KICK-OFF FOR CUSTOMER/PROJECT TEAM ORIENTATION AND WITH THE USE OF VERSIONING, IT PROVIDES A PROJECT OVERVIEW FOR CHANGES FOLLOWING STAFFING AND/OR CONTRACT REVISIONS, ETC.  </a:t>
            </a:r>
          </a:p>
          <a:p>
            <a:pPr lvl="0"/>
            <a:endParaRPr lang="en-US" sz="1200" dirty="0" smtClean="0"/>
          </a:p>
          <a:p>
            <a:pPr lvl="0"/>
            <a:r>
              <a:rPr lang="en-US" sz="1200" b="1" dirty="0" smtClean="0"/>
              <a:t>PAGE ONE – PROJECT OVERVIEW:  </a:t>
            </a:r>
            <a:r>
              <a:rPr lang="en-US" sz="1200" dirty="0" smtClean="0"/>
              <a:t>Add detail as directed in italics, and remove any text that exists that is not applicable for your project.</a:t>
            </a:r>
          </a:p>
          <a:p>
            <a:pPr lvl="0"/>
            <a:r>
              <a:rPr lang="en-US" sz="1200" b="1" dirty="0" smtClean="0"/>
              <a:t>PAGE TWO – PROJECT MANAGEMENT &amp; CONTROL:  </a:t>
            </a:r>
            <a:r>
              <a:rPr lang="en-US" sz="1200" dirty="0" smtClean="0"/>
              <a:t>Add detail as directed in italics, and remove any text that exists that is not applicable for your project.</a:t>
            </a:r>
          </a:p>
          <a:p>
            <a:pPr lvl="0"/>
            <a:r>
              <a:rPr lang="en-US" sz="1200" b="1" dirty="0" smtClean="0"/>
              <a:t>PAGE THREE – PEOPLE MANAGEMENT:  </a:t>
            </a:r>
            <a:r>
              <a:rPr lang="en-US" sz="1200" dirty="0" smtClean="0"/>
              <a:t>Add detail as directed – for the org chart, move cells around to fit the design of your project.</a:t>
            </a:r>
            <a:endParaRPr lang="en-GB" sz="1200" dirty="0" smtClean="0"/>
          </a:p>
          <a:p>
            <a:pPr lvl="0"/>
            <a:r>
              <a:rPr lang="en-GB" sz="1200" b="1" dirty="0" smtClean="0"/>
              <a:t>PAGE FOUR – PROJECT SUCCESS FACTORS, ASSUMPTIONS, OBLIGATIONS AND ACCEPTANCE:  </a:t>
            </a:r>
          </a:p>
          <a:p>
            <a:pPr lvl="0"/>
            <a:r>
              <a:rPr lang="en-GB" sz="1200" b="1" dirty="0" smtClean="0"/>
              <a:t>PAGE FIVE – DOCUMENT CONTROL, GENERAL ADMINISTRATION, PROJECT ESCALATION/PROJECT SURVEYS</a:t>
            </a:r>
            <a:endParaRPr lang="en-GB" sz="1200" dirty="0" smtClean="0"/>
          </a:p>
          <a:p>
            <a:pPr lvl="0"/>
            <a:r>
              <a:rPr lang="en-GB" sz="1200" b="1" dirty="0" smtClean="0"/>
              <a:t>PAGE SIX – PROJECT BASELINE, APPENDICES : </a:t>
            </a:r>
            <a:r>
              <a:rPr lang="en-GB" sz="1200" dirty="0" smtClean="0"/>
              <a:t>The baseline project plan is needed  </a:t>
            </a:r>
            <a:r>
              <a:rPr lang="en-GB" sz="1200" i="1" dirty="0" smtClean="0"/>
              <a:t>(print screen) </a:t>
            </a:r>
            <a:r>
              <a:rPr lang="en-GB" sz="1200" dirty="0" smtClean="0"/>
              <a:t>to provide detail of timelines and deliverables.  This is to confirm project expectations for the team early on in the project, prior to the detailed Project Plan (Workplan) being available.</a:t>
            </a:r>
          </a:p>
          <a:p>
            <a:pPr lvl="0" algn="ctr"/>
            <a:endParaRPr lang="en-GB" sz="1200" b="1" dirty="0" smtClean="0">
              <a:solidFill>
                <a:srgbClr val="0070C0"/>
              </a:solidFill>
            </a:endParaRPr>
          </a:p>
          <a:p>
            <a:pPr lvl="0" algn="ctr"/>
            <a:r>
              <a:rPr lang="en-GB" sz="1200" b="1" dirty="0" smtClean="0">
                <a:solidFill>
                  <a:srgbClr val="0070C0"/>
                </a:solidFill>
              </a:rPr>
              <a:t>ADD MORE SLIDES IF THERE IS FURTHER INFORMATION NEEDED AND/OR IF ADDITIONAL DETAIL IS REQUIRED ON ANY OF THE PAGES THAT ARE CURRENTLY IN PLACE (e.g. </a:t>
            </a:r>
            <a:r>
              <a:rPr lang="en-GB" sz="1200" b="1" smtClean="0">
                <a:solidFill>
                  <a:srgbClr val="0070C0"/>
                </a:solidFill>
              </a:rPr>
              <a:t>, if </a:t>
            </a:r>
            <a:r>
              <a:rPr lang="en-GB" sz="1200" b="1" dirty="0" smtClean="0">
                <a:solidFill>
                  <a:srgbClr val="0070C0"/>
                </a:solidFill>
              </a:rPr>
              <a:t>any section is not big enough,  within the section, refer to an Appendix and add a new slide at the end of PMP)</a:t>
            </a:r>
            <a:endParaRPr lang="en-GB" sz="1200" b="1" dirty="0" smtClean="0">
              <a:solidFill>
                <a:srgbClr val="FF0000"/>
              </a:solidFill>
            </a:endParaRPr>
          </a:p>
          <a:p>
            <a:pPr lvl="0" algn="ctr"/>
            <a:r>
              <a:rPr lang="en-GB" sz="1200" b="1" dirty="0" smtClean="0">
                <a:solidFill>
                  <a:srgbClr val="FF0000"/>
                </a:solidFill>
              </a:rPr>
              <a:t>SAVE THE DOCUMENT AS V1.0 DRAFT / ISSUE &amp; UPDATE THE FOOTERS ON PAGES 1-6 AND REPLACE &lt;CUSTOMER&gt;</a:t>
            </a:r>
          </a:p>
          <a:p>
            <a:pPr lvl="0" algn="ctr"/>
            <a:endParaRPr lang="en-GB" sz="1200" b="1" dirty="0" smtClean="0">
              <a:solidFill>
                <a:srgbClr val="FF0000"/>
              </a:solidFill>
            </a:endParaRPr>
          </a:p>
          <a:p>
            <a:pPr lvl="0" algn="ctr"/>
            <a:r>
              <a:rPr lang="en-GB" sz="1200" b="1" dirty="0" smtClean="0">
                <a:solidFill>
                  <a:srgbClr val="FF0000"/>
                </a:solidFill>
              </a:rPr>
              <a:t>IMPORTANT:  This is a living document that will be shared with the customer as well as the Project Team.  Any project process changes in the future need to be documented in the PMP and the Change Log / Reviewers Details need to be updated on Page 5 for Version Control Purposes</a:t>
            </a:r>
            <a:endParaRPr lang="en-US" sz="1200" b="1" dirty="0" smtClean="0">
              <a:solidFill>
                <a:srgbClr val="FF0000"/>
              </a:solidFill>
            </a:endParaRPr>
          </a:p>
          <a:p>
            <a:pPr lvl="0"/>
            <a:endParaRPr lang="en-US" sz="1200" dirty="0" smtClean="0">
              <a:solidFill>
                <a:srgbClr val="FF0000"/>
              </a:solidFill>
            </a:endParaRPr>
          </a:p>
          <a:p>
            <a:pPr lvl="0"/>
            <a:endParaRPr lang="en-US" sz="1200" dirty="0" smtClean="0"/>
          </a:p>
          <a:p>
            <a:pPr lvl="0"/>
            <a:endParaRPr lang="en-US" sz="1200" dirty="0" smtClean="0"/>
          </a:p>
        </p:txBody>
      </p:sp>
      <p:sp>
        <p:nvSpPr>
          <p:cNvPr id="4" name="Title 3"/>
          <p:cNvSpPr>
            <a:spLocks noGrp="1"/>
          </p:cNvSpPr>
          <p:nvPr>
            <p:ph type="title"/>
          </p:nvPr>
        </p:nvSpPr>
        <p:spPr/>
        <p:txBody>
          <a:bodyPr/>
          <a:lstStyle/>
          <a:p>
            <a:r>
              <a:rPr lang="en-US" dirty="0" smtClean="0"/>
              <a:t>Instructions</a:t>
            </a:r>
            <a:endParaRPr lang="en-US" dirty="0"/>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lang="en-US" dirty="0"/>
          </a:p>
        </p:txBody>
      </p:sp>
    </p:spTree>
  </p:cSld>
  <p:clrMapOvr>
    <a:masterClrMapping/>
  </p:clrMapOvr>
  <p:transition spd="med">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1090"/>
          <p:cNvSpPr txBox="1">
            <a:spLocks noChangeArrowheads="1"/>
          </p:cNvSpPr>
          <p:nvPr/>
        </p:nvSpPr>
        <p:spPr bwMode="auto">
          <a:xfrm>
            <a:off x="188774" y="841166"/>
            <a:ext cx="4174099"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l"/>
            <a:r>
              <a:rPr lang="en-US" sz="1600" b="1" dirty="0" smtClean="0">
                <a:solidFill>
                  <a:schemeClr val="tx1">
                    <a:lumMod val="95000"/>
                    <a:lumOff val="5000"/>
                  </a:schemeClr>
                </a:solidFill>
              </a:rPr>
              <a:t>Project Background</a:t>
            </a:r>
            <a:endParaRPr lang="en-US" sz="1600" b="1" dirty="0">
              <a:solidFill>
                <a:schemeClr val="tx1">
                  <a:lumMod val="95000"/>
                  <a:lumOff val="5000"/>
                </a:schemeClr>
              </a:solidFill>
            </a:endParaRPr>
          </a:p>
        </p:txBody>
      </p:sp>
      <p:sp>
        <p:nvSpPr>
          <p:cNvPr id="11" name="Text Box 1091"/>
          <p:cNvSpPr txBox="1">
            <a:spLocks noChangeArrowheads="1"/>
          </p:cNvSpPr>
          <p:nvPr/>
        </p:nvSpPr>
        <p:spPr bwMode="auto">
          <a:xfrm>
            <a:off x="210502" y="4178301"/>
            <a:ext cx="7267850"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l"/>
            <a:r>
              <a:rPr lang="en-US" sz="1600" b="1" dirty="0" smtClean="0">
                <a:solidFill>
                  <a:schemeClr val="tx1">
                    <a:lumMod val="95000"/>
                    <a:lumOff val="5000"/>
                  </a:schemeClr>
                </a:solidFill>
              </a:rPr>
              <a:t>Project Scope</a:t>
            </a:r>
            <a:endParaRPr lang="en-US" sz="1600" b="1" dirty="0">
              <a:solidFill>
                <a:schemeClr val="tx1">
                  <a:lumMod val="95000"/>
                  <a:lumOff val="5000"/>
                </a:schemeClr>
              </a:solidFill>
            </a:endParaRPr>
          </a:p>
        </p:txBody>
      </p:sp>
      <p:sp>
        <p:nvSpPr>
          <p:cNvPr id="12" name="Text Box 1092"/>
          <p:cNvSpPr txBox="1">
            <a:spLocks noChangeArrowheads="1"/>
          </p:cNvSpPr>
          <p:nvPr/>
        </p:nvSpPr>
        <p:spPr bwMode="auto">
          <a:xfrm>
            <a:off x="171286" y="2500845"/>
            <a:ext cx="2518177"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l"/>
            <a:r>
              <a:rPr lang="en-US" sz="1600" b="1" dirty="0">
                <a:solidFill>
                  <a:schemeClr val="tx1">
                    <a:lumMod val="95000"/>
                    <a:lumOff val="5000"/>
                  </a:schemeClr>
                </a:solidFill>
              </a:rPr>
              <a:t>Project Objective/Goal</a:t>
            </a:r>
          </a:p>
        </p:txBody>
      </p:sp>
      <p:sp>
        <p:nvSpPr>
          <p:cNvPr id="14" name="Rectangle 1096"/>
          <p:cNvSpPr>
            <a:spLocks noChangeArrowheads="1"/>
          </p:cNvSpPr>
          <p:nvPr/>
        </p:nvSpPr>
        <p:spPr bwMode="auto">
          <a:xfrm>
            <a:off x="172482" y="1181101"/>
            <a:ext cx="7305869" cy="1346199"/>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a:buFont typeface="Arial" pitchFamily="34" charset="0"/>
              <a:buChar char="•"/>
              <a:defRPr/>
            </a:pPr>
            <a:r>
              <a:rPr lang="en-US" sz="1200" i="1" dirty="0" smtClean="0"/>
              <a:t>This is from pre-sales artifacts or as agreed with customer</a:t>
            </a:r>
          </a:p>
        </p:txBody>
      </p:sp>
      <p:sp>
        <p:nvSpPr>
          <p:cNvPr id="15" name="Rectangle 1097"/>
          <p:cNvSpPr>
            <a:spLocks noChangeArrowheads="1"/>
          </p:cNvSpPr>
          <p:nvPr/>
        </p:nvSpPr>
        <p:spPr bwMode="auto">
          <a:xfrm>
            <a:off x="206652" y="4546601"/>
            <a:ext cx="7309791" cy="1485899"/>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a:buFont typeface="Arial" pitchFamily="34" charset="0"/>
              <a:buChar char="•"/>
              <a:defRPr/>
            </a:pPr>
            <a:r>
              <a:rPr lang="en-US" sz="1300" dirty="0" smtClean="0"/>
              <a:t> </a:t>
            </a:r>
            <a:r>
              <a:rPr lang="en-US" sz="1300" i="1" dirty="0" smtClean="0"/>
              <a:t>This is from the contract.</a:t>
            </a:r>
          </a:p>
        </p:txBody>
      </p:sp>
      <p:sp>
        <p:nvSpPr>
          <p:cNvPr id="17" name="Rectangle 1099"/>
          <p:cNvSpPr>
            <a:spLocks noChangeArrowheads="1"/>
          </p:cNvSpPr>
          <p:nvPr/>
        </p:nvSpPr>
        <p:spPr bwMode="auto">
          <a:xfrm>
            <a:off x="175357" y="2895601"/>
            <a:ext cx="7328388" cy="1308100"/>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a:buFont typeface="Arial" pitchFamily="34" charset="0"/>
              <a:buChar char="•"/>
              <a:defRPr/>
            </a:pPr>
            <a:r>
              <a:rPr lang="en-US" sz="1300" i="1" dirty="0" smtClean="0"/>
              <a:t>This is from pre-sales artifacts or as agreed with customer</a:t>
            </a:r>
          </a:p>
        </p:txBody>
      </p:sp>
      <p:sp>
        <p:nvSpPr>
          <p:cNvPr id="32" name="Text Box 1091"/>
          <p:cNvSpPr txBox="1">
            <a:spLocks noChangeArrowheads="1"/>
          </p:cNvSpPr>
          <p:nvPr/>
        </p:nvSpPr>
        <p:spPr bwMode="auto">
          <a:xfrm>
            <a:off x="7865117" y="3059668"/>
            <a:ext cx="3181006"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r>
              <a:rPr lang="en-US" sz="1600" b="1" dirty="0" smtClean="0">
                <a:solidFill>
                  <a:schemeClr val="tx1">
                    <a:lumMod val="95000"/>
                    <a:lumOff val="5000"/>
                  </a:schemeClr>
                </a:solidFill>
              </a:rPr>
              <a:t>Associated Documents</a:t>
            </a:r>
            <a:endParaRPr lang="en-US" sz="1600" b="1" dirty="0"/>
          </a:p>
        </p:txBody>
      </p:sp>
      <p:sp>
        <p:nvSpPr>
          <p:cNvPr id="37" name="Rectangle 1097"/>
          <p:cNvSpPr>
            <a:spLocks noChangeArrowheads="1"/>
          </p:cNvSpPr>
          <p:nvPr/>
        </p:nvSpPr>
        <p:spPr bwMode="auto">
          <a:xfrm>
            <a:off x="7846555" y="3467100"/>
            <a:ext cx="3974066" cy="1257300"/>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a:defRPr/>
            </a:pPr>
            <a:r>
              <a:rPr lang="en-US" sz="1100" b="1" dirty="0" smtClean="0"/>
              <a:t>OD Reference: </a:t>
            </a:r>
            <a:r>
              <a:rPr lang="en-US" sz="1100" b="1" i="1" dirty="0" smtClean="0">
                <a:solidFill>
                  <a:srgbClr val="FF0000"/>
                </a:solidFill>
              </a:rPr>
              <a:t>Add date and reference and location in Project Workspace</a:t>
            </a:r>
          </a:p>
          <a:p>
            <a:pPr>
              <a:defRPr/>
            </a:pPr>
            <a:endParaRPr lang="en-GB" sz="1100" b="1" dirty="0" smtClean="0"/>
          </a:p>
          <a:p>
            <a:pPr marL="304747" indent="-304747">
              <a:buAutoNum type="arabicPeriod"/>
              <a:defRPr/>
            </a:pPr>
            <a:r>
              <a:rPr lang="en-GB" sz="1100" b="1" dirty="0" smtClean="0"/>
              <a:t>Add any other documents not referenced in this PMP that will be used and their location in the Project Workspace</a:t>
            </a:r>
          </a:p>
          <a:p>
            <a:pPr marL="304747" indent="-304747">
              <a:buAutoNum type="arabicPeriod"/>
              <a:defRPr/>
            </a:pPr>
            <a:r>
              <a:rPr lang="en-GB" sz="1100" b="1" dirty="0" smtClean="0"/>
              <a:t>Any other document</a:t>
            </a:r>
          </a:p>
        </p:txBody>
      </p:sp>
      <p:sp>
        <p:nvSpPr>
          <p:cNvPr id="35" name="Rectangle 1097"/>
          <p:cNvSpPr>
            <a:spLocks noChangeArrowheads="1"/>
          </p:cNvSpPr>
          <p:nvPr/>
        </p:nvSpPr>
        <p:spPr bwMode="auto">
          <a:xfrm>
            <a:off x="7815558" y="5366836"/>
            <a:ext cx="3986762" cy="221163"/>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lvl="0"/>
            <a:r>
              <a:rPr lang="en-US" sz="1200" dirty="0" smtClean="0"/>
              <a:t>Planned  End Date: </a:t>
            </a:r>
            <a:r>
              <a:rPr lang="en-US" sz="1200" i="1" dirty="0" smtClean="0">
                <a:solidFill>
                  <a:srgbClr val="FF0000"/>
                </a:solidFill>
              </a:rPr>
              <a:t>date from contract</a:t>
            </a:r>
            <a:endParaRPr lang="en-US" sz="1200" dirty="0" smtClean="0">
              <a:solidFill>
                <a:srgbClr val="FF0000"/>
              </a:solidFill>
            </a:endParaRPr>
          </a:p>
        </p:txBody>
      </p:sp>
      <p:sp>
        <p:nvSpPr>
          <p:cNvPr id="38" name="Rectangle 1097"/>
          <p:cNvSpPr>
            <a:spLocks noChangeArrowheads="1"/>
          </p:cNvSpPr>
          <p:nvPr/>
        </p:nvSpPr>
        <p:spPr bwMode="auto">
          <a:xfrm>
            <a:off x="7809210" y="5734536"/>
            <a:ext cx="3999458" cy="285264"/>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lvl="0"/>
            <a:r>
              <a:rPr lang="en-US" sz="1200" dirty="0" smtClean="0"/>
              <a:t>Fixed Price  / Time &amp; Materials / Staff Augmentation</a:t>
            </a:r>
          </a:p>
        </p:txBody>
      </p:sp>
      <p:sp>
        <p:nvSpPr>
          <p:cNvPr id="40" name="Rectangle 1097"/>
          <p:cNvSpPr>
            <a:spLocks noChangeArrowheads="1"/>
          </p:cNvSpPr>
          <p:nvPr/>
        </p:nvSpPr>
        <p:spPr bwMode="auto">
          <a:xfrm>
            <a:off x="7821907" y="4999136"/>
            <a:ext cx="3974065" cy="245963"/>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lvl="0"/>
            <a:r>
              <a:rPr lang="en-US" sz="1200" dirty="0" smtClean="0"/>
              <a:t>Project Start Date: </a:t>
            </a:r>
            <a:r>
              <a:rPr lang="en-US" sz="1200" i="1" dirty="0" smtClean="0">
                <a:solidFill>
                  <a:srgbClr val="FF0000"/>
                </a:solidFill>
              </a:rPr>
              <a:t>date from contract</a:t>
            </a:r>
            <a:endParaRPr lang="en-US" sz="1200" dirty="0" smtClean="0">
              <a:solidFill>
                <a:srgbClr val="FF0000"/>
              </a:solidFill>
            </a:endParaRPr>
          </a:p>
        </p:txBody>
      </p:sp>
      <p:sp>
        <p:nvSpPr>
          <p:cNvPr id="30" name="Footer Placeholder 4"/>
          <p:cNvSpPr txBox="1">
            <a:spLocks/>
          </p:cNvSpPr>
          <p:nvPr/>
        </p:nvSpPr>
        <p:spPr>
          <a:xfrm>
            <a:off x="2158417" y="6415617"/>
            <a:ext cx="3859795" cy="366183"/>
          </a:xfrm>
          <a:prstGeom prst="rect">
            <a:avLst/>
          </a:prstGeom>
        </p:spPr>
        <p:txBody>
          <a:bodyPr lIns="121899" tIns="60949" rIns="121899" bIns="60949"/>
          <a:lstStyle>
            <a:lvl1pPr>
              <a:defRPr/>
            </a:lvl1pPr>
          </a:lstStyle>
          <a:p>
            <a:pPr lvl="0">
              <a:defRPr/>
            </a:pPr>
            <a:r>
              <a:rPr lang="en-US" sz="800" dirty="0" smtClean="0"/>
              <a:t>&lt;CUST&gt;</a:t>
            </a:r>
            <a:r>
              <a:rPr lang="en-US" sz="800" dirty="0" smtClean="0">
                <a:latin typeface="Arial" pitchFamily="34" charset="0"/>
                <a:ea typeface="ＭＳ Ｐゴシック" pitchFamily="34" charset="-128"/>
                <a:cs typeface="Arial" pitchFamily="34" charset="0"/>
              </a:rPr>
              <a:t>-ORCL-PMP-005 </a:t>
            </a:r>
            <a:r>
              <a:rPr lang="en-US" sz="800" b="1" dirty="0" smtClean="0"/>
              <a:t>3003XXXXX</a:t>
            </a:r>
            <a:endParaRPr lang="en-US" sz="800" dirty="0" smtClean="0">
              <a:latin typeface="Arial" pitchFamily="34" charset="0"/>
              <a:ea typeface="ＭＳ Ｐゴシック" pitchFamily="34" charset="-128"/>
              <a:cs typeface="Arial" pitchFamily="34" charset="0"/>
            </a:endParaRPr>
          </a:p>
          <a:p>
            <a:pPr lvl="0">
              <a:defRPr/>
            </a:pPr>
            <a:r>
              <a:rPr lang="en-US" sz="800" b="1" dirty="0" smtClean="0"/>
              <a:t>Version:               Date:  	</a:t>
            </a:r>
            <a:r>
              <a:rPr lang="en-US" sz="800" dirty="0" smtClean="0">
                <a:latin typeface="Arial" pitchFamily="34" charset="0"/>
                <a:ea typeface="ＭＳ Ｐゴシック" pitchFamily="34" charset="-128"/>
                <a:cs typeface="Arial" pitchFamily="34" charset="0"/>
              </a:rPr>
              <a:t>Page 1 of 6</a:t>
            </a:r>
            <a:endParaRPr lang="en-US" sz="800" dirty="0">
              <a:latin typeface="Arial" pitchFamily="34" charset="0"/>
              <a:ea typeface="ＭＳ Ｐゴシック" pitchFamily="34" charset="-128"/>
              <a:cs typeface="Arial" pitchFamily="34" charset="0"/>
            </a:endParaRPr>
          </a:p>
        </p:txBody>
      </p:sp>
      <p:sp>
        <p:nvSpPr>
          <p:cNvPr id="31" name="Text Box 1091"/>
          <p:cNvSpPr txBox="1">
            <a:spLocks noChangeArrowheads="1"/>
          </p:cNvSpPr>
          <p:nvPr/>
        </p:nvSpPr>
        <p:spPr bwMode="auto">
          <a:xfrm>
            <a:off x="7763543" y="892591"/>
            <a:ext cx="4018988"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r>
              <a:rPr lang="en-US" sz="1600" b="1" dirty="0" smtClean="0">
                <a:solidFill>
                  <a:schemeClr val="tx1">
                    <a:lumMod val="95000"/>
                    <a:lumOff val="5000"/>
                  </a:schemeClr>
                </a:solidFill>
              </a:rPr>
              <a:t>Milestones / Payment Milestones</a:t>
            </a:r>
            <a:endParaRPr lang="en-US" sz="1600" b="1" dirty="0"/>
          </a:p>
        </p:txBody>
      </p:sp>
      <p:sp>
        <p:nvSpPr>
          <p:cNvPr id="33" name="Rectangle 1097"/>
          <p:cNvSpPr>
            <a:spLocks noChangeArrowheads="1"/>
          </p:cNvSpPr>
          <p:nvPr/>
        </p:nvSpPr>
        <p:spPr bwMode="auto">
          <a:xfrm>
            <a:off x="7808465" y="1206501"/>
            <a:ext cx="3974066" cy="1079499"/>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marL="304747" indent="-304747">
              <a:buAutoNum type="arabicPeriod"/>
              <a:defRPr/>
            </a:pPr>
            <a:r>
              <a:rPr lang="en-US" sz="1100" i="1" dirty="0" smtClean="0"/>
              <a:t>Add details</a:t>
            </a:r>
          </a:p>
          <a:p>
            <a:pPr marL="304747" indent="-304747">
              <a:buAutoNum type="arabicPeriod"/>
              <a:defRPr/>
            </a:pPr>
            <a:r>
              <a:rPr lang="en-US" sz="1100" i="1" dirty="0" smtClean="0"/>
              <a:t>Add details</a:t>
            </a:r>
          </a:p>
          <a:p>
            <a:pPr marL="304747" indent="-304747">
              <a:buAutoNum type="arabicPeriod"/>
              <a:defRPr/>
            </a:pPr>
            <a:r>
              <a:rPr lang="en-GB" sz="1100" i="1" dirty="0" smtClean="0"/>
              <a:t>Add Details</a:t>
            </a:r>
          </a:p>
          <a:p>
            <a:pPr marL="304747" indent="-304747">
              <a:buAutoNum type="arabicPeriod"/>
              <a:defRPr/>
            </a:pPr>
            <a:endParaRPr lang="en-GB" sz="1100" i="1" dirty="0" smtClean="0"/>
          </a:p>
          <a:p>
            <a:pPr marL="304747" indent="-304747">
              <a:defRPr/>
            </a:pPr>
            <a:r>
              <a:rPr lang="en-GB" sz="1100" i="1" dirty="0" smtClean="0">
                <a:solidFill>
                  <a:srgbClr val="FF0000"/>
                </a:solidFill>
              </a:rPr>
              <a:t>	If this is a T&amp;M Project, refer to the Financial Management Plan also</a:t>
            </a:r>
            <a:endParaRPr lang="en-US" sz="1100" i="1" dirty="0" smtClean="0">
              <a:solidFill>
                <a:srgbClr val="FF0000"/>
              </a:solidFill>
            </a:endParaRPr>
          </a:p>
          <a:p>
            <a:pPr lvl="0"/>
            <a:endParaRPr lang="en-US" sz="1100" dirty="0"/>
          </a:p>
        </p:txBody>
      </p:sp>
      <p:sp>
        <p:nvSpPr>
          <p:cNvPr id="21" name="Rectangle 1097"/>
          <p:cNvSpPr>
            <a:spLocks noChangeArrowheads="1"/>
          </p:cNvSpPr>
          <p:nvPr/>
        </p:nvSpPr>
        <p:spPr bwMode="auto">
          <a:xfrm>
            <a:off x="8938473" y="2400301"/>
            <a:ext cx="2831362" cy="558799"/>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algn="l">
              <a:defRPr/>
            </a:pPr>
            <a:r>
              <a:rPr lang="en-US" sz="1200" i="1" dirty="0" smtClean="0">
                <a:solidFill>
                  <a:srgbClr val="FF0000"/>
                </a:solidFill>
              </a:rPr>
              <a:t>Add Health Check Date if Applicable</a:t>
            </a:r>
          </a:p>
          <a:p>
            <a:pPr algn="l">
              <a:defRPr/>
            </a:pPr>
            <a:r>
              <a:rPr lang="en-GB" sz="1200" i="1" dirty="0" smtClean="0">
                <a:solidFill>
                  <a:srgbClr val="FF0000"/>
                </a:solidFill>
              </a:rPr>
              <a:t>Add Audit Date if Applicable</a:t>
            </a:r>
            <a:endParaRPr lang="en-US" sz="1200" i="1" dirty="0">
              <a:solidFill>
                <a:srgbClr val="FF0000"/>
              </a:solidFill>
            </a:endParaRPr>
          </a:p>
        </p:txBody>
      </p:sp>
      <p:sp>
        <p:nvSpPr>
          <p:cNvPr id="22" name="Text Box 1067"/>
          <p:cNvSpPr txBox="1">
            <a:spLocks noChangeArrowheads="1"/>
          </p:cNvSpPr>
          <p:nvPr/>
        </p:nvSpPr>
        <p:spPr bwMode="auto">
          <a:xfrm>
            <a:off x="7592623" y="2349500"/>
            <a:ext cx="1409333" cy="65528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21899" tIns="60949" rIns="121899" bIns="60949">
            <a:spAutoFit/>
          </a:bodyPr>
          <a:lstStyle>
            <a:lvl1pPr eaLnBrk="0" hangingPunct="0">
              <a:tabLst>
                <a:tab pos="1428750" algn="l"/>
              </a:tabLst>
              <a:defRPr sz="2400">
                <a:solidFill>
                  <a:schemeClr val="tx1"/>
                </a:solidFill>
                <a:latin typeface="Arial" pitchFamily="34" charset="0"/>
              </a:defRPr>
            </a:lvl1pPr>
            <a:lvl2pPr marL="742950" indent="-285750" eaLnBrk="0" hangingPunct="0">
              <a:tabLst>
                <a:tab pos="1428750" algn="l"/>
              </a:tabLst>
              <a:defRPr sz="2400">
                <a:solidFill>
                  <a:schemeClr val="tx1"/>
                </a:solidFill>
                <a:latin typeface="Arial" pitchFamily="34" charset="0"/>
              </a:defRPr>
            </a:lvl2pPr>
            <a:lvl3pPr marL="1143000" indent="-228600" eaLnBrk="0" hangingPunct="0">
              <a:tabLst>
                <a:tab pos="1428750" algn="l"/>
              </a:tabLst>
              <a:defRPr sz="2400">
                <a:solidFill>
                  <a:schemeClr val="tx1"/>
                </a:solidFill>
                <a:latin typeface="Arial" pitchFamily="34" charset="0"/>
              </a:defRPr>
            </a:lvl3pPr>
            <a:lvl4pPr marL="1600200" indent="-228600" eaLnBrk="0" hangingPunct="0">
              <a:tabLst>
                <a:tab pos="1428750" algn="l"/>
              </a:tabLst>
              <a:defRPr sz="2400">
                <a:solidFill>
                  <a:schemeClr val="tx1"/>
                </a:solidFill>
                <a:latin typeface="Arial" pitchFamily="34" charset="0"/>
              </a:defRPr>
            </a:lvl4pPr>
            <a:lvl5pPr marL="2057400" indent="-228600" eaLnBrk="0" hangingPunct="0">
              <a:tabLst>
                <a:tab pos="1428750" algn="l"/>
              </a:tabLst>
              <a:defRPr sz="2400">
                <a:solidFill>
                  <a:schemeClr val="tx1"/>
                </a:solidFill>
                <a:latin typeface="Arial" pitchFamily="34" charset="0"/>
              </a:defRPr>
            </a:lvl5pPr>
            <a:lvl6pPr marL="2514600" indent="-228600" eaLnBrk="0" fontAlgn="base" hangingPunct="0">
              <a:spcBef>
                <a:spcPct val="0"/>
              </a:spcBef>
              <a:spcAft>
                <a:spcPct val="0"/>
              </a:spcAft>
              <a:tabLst>
                <a:tab pos="1428750" algn="l"/>
              </a:tabLst>
              <a:defRPr sz="2400">
                <a:solidFill>
                  <a:schemeClr val="tx1"/>
                </a:solidFill>
                <a:latin typeface="Arial" pitchFamily="34" charset="0"/>
              </a:defRPr>
            </a:lvl6pPr>
            <a:lvl7pPr marL="2971800" indent="-228600" eaLnBrk="0" fontAlgn="base" hangingPunct="0">
              <a:spcBef>
                <a:spcPct val="0"/>
              </a:spcBef>
              <a:spcAft>
                <a:spcPct val="0"/>
              </a:spcAft>
              <a:tabLst>
                <a:tab pos="1428750" algn="l"/>
              </a:tabLst>
              <a:defRPr sz="2400">
                <a:solidFill>
                  <a:schemeClr val="tx1"/>
                </a:solidFill>
                <a:latin typeface="Arial" pitchFamily="34" charset="0"/>
              </a:defRPr>
            </a:lvl7pPr>
            <a:lvl8pPr marL="3429000" indent="-228600" eaLnBrk="0" fontAlgn="base" hangingPunct="0">
              <a:spcBef>
                <a:spcPct val="0"/>
              </a:spcBef>
              <a:spcAft>
                <a:spcPct val="0"/>
              </a:spcAft>
              <a:tabLst>
                <a:tab pos="1428750" algn="l"/>
              </a:tabLst>
              <a:defRPr sz="2400">
                <a:solidFill>
                  <a:schemeClr val="tx1"/>
                </a:solidFill>
                <a:latin typeface="Arial" pitchFamily="34" charset="0"/>
              </a:defRPr>
            </a:lvl8pPr>
            <a:lvl9pPr marL="3886200" indent="-228600" eaLnBrk="0" fontAlgn="base" hangingPunct="0">
              <a:spcBef>
                <a:spcPct val="0"/>
              </a:spcBef>
              <a:spcAft>
                <a:spcPct val="0"/>
              </a:spcAft>
              <a:tabLst>
                <a:tab pos="1428750" algn="l"/>
              </a:tabLst>
              <a:defRPr sz="2400">
                <a:solidFill>
                  <a:schemeClr val="tx1"/>
                </a:solidFill>
                <a:latin typeface="Arial" pitchFamily="34" charset="0"/>
              </a:defRPr>
            </a:lvl9pPr>
          </a:lstStyle>
          <a:p>
            <a:pPr>
              <a:lnSpc>
                <a:spcPct val="133000"/>
              </a:lnSpc>
              <a:spcBef>
                <a:spcPts val="533"/>
              </a:spcBef>
            </a:pPr>
            <a:r>
              <a:rPr lang="en-US" sz="1300" dirty="0" smtClean="0">
                <a:solidFill>
                  <a:schemeClr val="tx1">
                    <a:lumMod val="95000"/>
                    <a:lumOff val="5000"/>
                  </a:schemeClr>
                </a:solidFill>
              </a:rPr>
              <a:t>Health Checks:</a:t>
            </a:r>
            <a:br>
              <a:rPr lang="en-US" sz="1300" dirty="0" smtClean="0">
                <a:solidFill>
                  <a:schemeClr val="tx1">
                    <a:lumMod val="95000"/>
                    <a:lumOff val="5000"/>
                  </a:schemeClr>
                </a:solidFill>
              </a:rPr>
            </a:br>
            <a:r>
              <a:rPr lang="en-US" sz="1300" dirty="0" smtClean="0">
                <a:solidFill>
                  <a:schemeClr val="tx1">
                    <a:lumMod val="95000"/>
                    <a:lumOff val="5000"/>
                  </a:schemeClr>
                </a:solidFill>
              </a:rPr>
              <a:t>Audits:</a:t>
            </a:r>
            <a:endParaRPr lang="en-US" sz="1100" dirty="0">
              <a:solidFill>
                <a:schemeClr val="tx1">
                  <a:lumMod val="95000"/>
                  <a:lumOff val="5000"/>
                </a:schemeClr>
              </a:solidFill>
            </a:endParaRPr>
          </a:p>
        </p:txBody>
      </p:sp>
      <p:sp>
        <p:nvSpPr>
          <p:cNvPr id="23" name="Title 22"/>
          <p:cNvSpPr>
            <a:spLocks noGrp="1"/>
          </p:cNvSpPr>
          <p:nvPr>
            <p:ph type="title"/>
          </p:nvPr>
        </p:nvSpPr>
        <p:spPr>
          <a:xfrm>
            <a:off x="531812" y="0"/>
            <a:ext cx="11125200" cy="889000"/>
          </a:xfrm>
        </p:spPr>
        <p:txBody>
          <a:bodyPr/>
          <a:lstStyle/>
          <a:p>
            <a:r>
              <a:rPr lang="en-US" dirty="0" smtClean="0"/>
              <a:t>&lt;Customer&gt; &lt;Project Name&gt;</a:t>
            </a:r>
            <a:endParaRPr lang="en-US" dirty="0"/>
          </a:p>
        </p:txBody>
      </p:sp>
      <p:sp>
        <p:nvSpPr>
          <p:cNvPr id="19" name="Footer Placeholder 18"/>
          <p:cNvSpPr>
            <a:spLocks noGrp="1"/>
          </p:cNvSpPr>
          <p:nvPr>
            <p:ph type="ftr" sz="quarter" idx="11"/>
          </p:nvPr>
        </p:nvSpPr>
        <p:spPr/>
        <p:txBody>
          <a:bodyPr/>
          <a:lstStyle/>
          <a:p>
            <a:r>
              <a:rPr lang="en-US" smtClean="0"/>
              <a:t>Use Insert &gt; Header and Footer to Update Confidentiality Requirements</a:t>
            </a:r>
            <a:endParaRPr lang="en-US" dirty="0"/>
          </a:p>
        </p:txBody>
      </p:sp>
    </p:spTree>
    <p:extLst>
      <p:ext uri="{BB962C8B-B14F-4D97-AF65-F5344CB8AC3E}">
        <p14:creationId xmlns:p14="http://schemas.microsoft.com/office/powerpoint/2010/main" xmlns="" val="71950556"/>
      </p:ext>
    </p:extLst>
  </p:cSld>
  <p:clrMapOvr>
    <a:masterClrMapping/>
  </p:clrMapOvr>
  <p:transition spd="med">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Box 1091"/>
          <p:cNvSpPr txBox="1">
            <a:spLocks noChangeArrowheads="1"/>
          </p:cNvSpPr>
          <p:nvPr/>
        </p:nvSpPr>
        <p:spPr bwMode="auto">
          <a:xfrm>
            <a:off x="159715" y="2744521"/>
            <a:ext cx="7267850"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l"/>
            <a:r>
              <a:rPr lang="en-US" sz="1600" b="1" dirty="0" smtClean="0">
                <a:solidFill>
                  <a:schemeClr val="tx1">
                    <a:lumMod val="95000"/>
                    <a:lumOff val="5000"/>
                  </a:schemeClr>
                </a:solidFill>
              </a:rPr>
              <a:t>Financial  Management Plan (Finance Tracking, Tools etc)</a:t>
            </a:r>
            <a:endParaRPr lang="en-US" sz="1600" b="1" dirty="0">
              <a:solidFill>
                <a:schemeClr val="tx1">
                  <a:lumMod val="95000"/>
                  <a:lumOff val="5000"/>
                </a:schemeClr>
              </a:solidFill>
            </a:endParaRPr>
          </a:p>
        </p:txBody>
      </p:sp>
      <p:sp>
        <p:nvSpPr>
          <p:cNvPr id="12" name="Text Box 1092"/>
          <p:cNvSpPr txBox="1">
            <a:spLocks noChangeArrowheads="1"/>
          </p:cNvSpPr>
          <p:nvPr/>
        </p:nvSpPr>
        <p:spPr bwMode="auto">
          <a:xfrm>
            <a:off x="2671790" y="824649"/>
            <a:ext cx="3139842"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l"/>
            <a:r>
              <a:rPr lang="en-US" sz="1600" b="1" dirty="0" smtClean="0">
                <a:solidFill>
                  <a:schemeClr val="tx1">
                    <a:lumMod val="95000"/>
                    <a:lumOff val="5000"/>
                  </a:schemeClr>
                </a:solidFill>
              </a:rPr>
              <a:t>Communication Plan</a:t>
            </a:r>
            <a:endParaRPr lang="en-US" sz="1600" b="1" dirty="0">
              <a:solidFill>
                <a:schemeClr val="tx1">
                  <a:lumMod val="95000"/>
                  <a:lumOff val="5000"/>
                </a:schemeClr>
              </a:solidFill>
            </a:endParaRPr>
          </a:p>
        </p:txBody>
      </p:sp>
      <p:sp>
        <p:nvSpPr>
          <p:cNvPr id="15" name="Rectangle 1097"/>
          <p:cNvSpPr>
            <a:spLocks noChangeArrowheads="1"/>
          </p:cNvSpPr>
          <p:nvPr/>
        </p:nvSpPr>
        <p:spPr bwMode="auto">
          <a:xfrm>
            <a:off x="199847" y="3062630"/>
            <a:ext cx="7309791" cy="1189940"/>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algn="l">
              <a:buFont typeface="Wingdings" pitchFamily="2" charset="2"/>
              <a:buNone/>
              <a:defRPr/>
            </a:pPr>
            <a:r>
              <a:rPr lang="en-US" sz="1200" dirty="0" smtClean="0"/>
              <a:t>Internal Tracking System </a:t>
            </a:r>
            <a:r>
              <a:rPr lang="en-US" sz="1200" b="1" dirty="0" smtClean="0"/>
              <a:t>OR</a:t>
            </a:r>
            <a:r>
              <a:rPr lang="en-US" sz="1200" dirty="0" smtClean="0"/>
              <a:t> Project Expenses Spreadsheet </a:t>
            </a:r>
            <a:r>
              <a:rPr lang="en-US" sz="1200" i="1" dirty="0" smtClean="0">
                <a:solidFill>
                  <a:srgbClr val="FF0000"/>
                </a:solidFill>
              </a:rPr>
              <a:t>(add project work location for the spreadsheet)</a:t>
            </a:r>
          </a:p>
          <a:p>
            <a:pPr>
              <a:defRPr/>
            </a:pPr>
            <a:r>
              <a:rPr lang="en-US" sz="1200" dirty="0" smtClean="0"/>
              <a:t>Expense Non billable expenses – per PM authority / Billable – per contract (OD): </a:t>
            </a:r>
            <a:r>
              <a:rPr lang="en-US" sz="1200" i="1" dirty="0" smtClean="0">
                <a:solidFill>
                  <a:srgbClr val="FF0000"/>
                </a:solidFill>
              </a:rPr>
              <a:t>provide details from contract</a:t>
            </a:r>
            <a:r>
              <a:rPr lang="en-US" sz="1200" dirty="0" smtClean="0">
                <a:solidFill>
                  <a:srgbClr val="FF0000"/>
                </a:solidFill>
              </a:rPr>
              <a:t>  / </a:t>
            </a:r>
            <a:r>
              <a:rPr lang="en-US" sz="1200" dirty="0" smtClean="0"/>
              <a:t>Timesheet Codes:  </a:t>
            </a:r>
            <a:r>
              <a:rPr lang="en-US" sz="1200" i="1" dirty="0" smtClean="0">
                <a:solidFill>
                  <a:srgbClr val="FF0000"/>
                </a:solidFill>
              </a:rPr>
              <a:t>Set these up with Project Finance and detail them here</a:t>
            </a:r>
            <a:endParaRPr lang="en-US" sz="1200" dirty="0" smtClean="0">
              <a:solidFill>
                <a:srgbClr val="FF0000"/>
              </a:solidFill>
            </a:endParaRPr>
          </a:p>
          <a:p>
            <a:pPr>
              <a:defRPr/>
            </a:pPr>
            <a:r>
              <a:rPr lang="en-GB" sz="1200" dirty="0" smtClean="0"/>
              <a:t>Invoicing:  </a:t>
            </a:r>
            <a:r>
              <a:rPr lang="en-GB" sz="1200" i="1" dirty="0" smtClean="0">
                <a:solidFill>
                  <a:srgbClr val="FF0000"/>
                </a:solidFill>
              </a:rPr>
              <a:t>Provide details on how invoicing will be managed </a:t>
            </a:r>
          </a:p>
          <a:p>
            <a:pPr>
              <a:defRPr/>
            </a:pPr>
            <a:r>
              <a:rPr lang="en-GB" sz="1200" b="1" i="1" dirty="0" smtClean="0">
                <a:solidFill>
                  <a:srgbClr val="FF0000"/>
                </a:solidFill>
              </a:rPr>
              <a:t>NOTE: </a:t>
            </a:r>
            <a:r>
              <a:rPr lang="en-GB" sz="1200" i="1" dirty="0" smtClean="0">
                <a:solidFill>
                  <a:srgbClr val="FF0000"/>
                </a:solidFill>
              </a:rPr>
              <a:t>T&amp;M Projects only: External Tracking is usually via the weekly Budget statements that are reconciled with the Monthly Invoice prior to the invoice being sent to the customer for payment</a:t>
            </a:r>
            <a:endParaRPr lang="en-US" sz="1200" dirty="0" smtClean="0">
              <a:solidFill>
                <a:srgbClr val="FF0000"/>
              </a:solidFill>
            </a:endParaRPr>
          </a:p>
          <a:p>
            <a:pPr>
              <a:defRPr/>
            </a:pPr>
            <a:endParaRPr lang="en-US" sz="1200" dirty="0" smtClean="0">
              <a:solidFill>
                <a:srgbClr val="FF0000"/>
              </a:solidFill>
            </a:endParaRPr>
          </a:p>
        </p:txBody>
      </p:sp>
      <p:sp>
        <p:nvSpPr>
          <p:cNvPr id="17" name="Rectangle 1099"/>
          <p:cNvSpPr>
            <a:spLocks noChangeArrowheads="1"/>
          </p:cNvSpPr>
          <p:nvPr/>
        </p:nvSpPr>
        <p:spPr bwMode="auto">
          <a:xfrm>
            <a:off x="188052" y="1136396"/>
            <a:ext cx="3824103" cy="1565352"/>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a:defRPr/>
            </a:pPr>
            <a:r>
              <a:rPr lang="en-US" sz="1200" b="1" dirty="0" smtClean="0">
                <a:solidFill>
                  <a:schemeClr val="tx1">
                    <a:lumMod val="95000"/>
                    <a:lumOff val="5000"/>
                  </a:schemeClr>
                </a:solidFill>
              </a:rPr>
              <a:t>REPORTING</a:t>
            </a:r>
          </a:p>
          <a:p>
            <a:pPr>
              <a:defRPr/>
            </a:pPr>
            <a:r>
              <a:rPr lang="en-US" sz="1200" dirty="0" smtClean="0">
                <a:solidFill>
                  <a:schemeClr val="tx1">
                    <a:lumMod val="95000"/>
                    <a:lumOff val="5000"/>
                  </a:schemeClr>
                </a:solidFill>
              </a:rPr>
              <a:t>Status Reporting:  </a:t>
            </a:r>
            <a:r>
              <a:rPr lang="en-US" sz="1200" dirty="0" smtClean="0">
                <a:solidFill>
                  <a:srgbClr val="FF0000"/>
                </a:solidFill>
              </a:rPr>
              <a:t>Provide details of how this will be done (e.g.  / Tracking Spreadsheet, System)</a:t>
            </a:r>
          </a:p>
          <a:p>
            <a:pPr>
              <a:defRPr/>
            </a:pPr>
            <a:r>
              <a:rPr lang="en-US" sz="1200" dirty="0" smtClean="0">
                <a:solidFill>
                  <a:schemeClr val="tx1">
                    <a:lumMod val="95000"/>
                    <a:lumOff val="5000"/>
                  </a:schemeClr>
                </a:solidFill>
              </a:rPr>
              <a:t>Weekly customer Report: </a:t>
            </a:r>
            <a:r>
              <a:rPr lang="en-US" sz="1200" i="1" dirty="0" smtClean="0">
                <a:solidFill>
                  <a:srgbClr val="FF0000"/>
                </a:solidFill>
              </a:rPr>
              <a:t>Add the date that this is due and to whom it is due / add location in project filing</a:t>
            </a:r>
          </a:p>
          <a:p>
            <a:pPr>
              <a:defRPr/>
            </a:pPr>
            <a:r>
              <a:rPr lang="en-US" sz="1200" dirty="0" smtClean="0">
                <a:solidFill>
                  <a:schemeClr val="tx1">
                    <a:lumMod val="95000"/>
                    <a:lumOff val="5000"/>
                  </a:schemeClr>
                </a:solidFill>
              </a:rPr>
              <a:t>Time &amp; Expense Report: </a:t>
            </a:r>
            <a:r>
              <a:rPr lang="en-US" sz="1200" i="1" dirty="0" smtClean="0">
                <a:solidFill>
                  <a:srgbClr val="FF0000"/>
                </a:solidFill>
              </a:rPr>
              <a:t>Add the date that this is due and to whom it is due / add location in project filing</a:t>
            </a:r>
            <a:endParaRPr lang="en-US" sz="1200" dirty="0" smtClean="0">
              <a:solidFill>
                <a:srgbClr val="FF0000"/>
              </a:solidFill>
            </a:endParaRPr>
          </a:p>
          <a:p>
            <a:pPr>
              <a:defRPr/>
            </a:pPr>
            <a:endParaRPr lang="en-US" sz="1200" dirty="0" smtClean="0">
              <a:solidFill>
                <a:srgbClr val="FF0000"/>
              </a:solidFill>
            </a:endParaRPr>
          </a:p>
        </p:txBody>
      </p:sp>
      <p:sp>
        <p:nvSpPr>
          <p:cNvPr id="23" name="Text Box 1094"/>
          <p:cNvSpPr txBox="1">
            <a:spLocks noChangeArrowheads="1"/>
          </p:cNvSpPr>
          <p:nvPr/>
        </p:nvSpPr>
        <p:spPr bwMode="auto">
          <a:xfrm>
            <a:off x="7580128" y="895594"/>
            <a:ext cx="4113728" cy="3539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r>
              <a:rPr lang="en-US" sz="1500" b="1" dirty="0" smtClean="0">
                <a:solidFill>
                  <a:schemeClr val="tx1">
                    <a:lumMod val="95000"/>
                    <a:lumOff val="5000"/>
                  </a:schemeClr>
                </a:solidFill>
              </a:rPr>
              <a:t>Project Procedures – Document Locations</a:t>
            </a:r>
            <a:endParaRPr lang="en-US" sz="1500" b="1" dirty="0">
              <a:solidFill>
                <a:schemeClr val="tx1">
                  <a:lumMod val="95000"/>
                  <a:lumOff val="5000"/>
                </a:schemeClr>
              </a:solidFill>
            </a:endParaRPr>
          </a:p>
        </p:txBody>
      </p:sp>
      <p:sp>
        <p:nvSpPr>
          <p:cNvPr id="40" name="Rectangle 1097"/>
          <p:cNvSpPr>
            <a:spLocks noChangeArrowheads="1"/>
          </p:cNvSpPr>
          <p:nvPr/>
        </p:nvSpPr>
        <p:spPr bwMode="auto">
          <a:xfrm>
            <a:off x="7596077" y="2940313"/>
            <a:ext cx="4346477" cy="580736"/>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r>
              <a:rPr lang="en-US" sz="1200" b="1" dirty="0" smtClean="0"/>
              <a:t>QUALITY PLAN:  </a:t>
            </a:r>
            <a:r>
              <a:rPr lang="en-US" sz="1100" dirty="0" smtClean="0">
                <a:solidFill>
                  <a:srgbClr val="FF0000"/>
                </a:solidFill>
              </a:rPr>
              <a:t>Insert document name and location link.</a:t>
            </a:r>
            <a:endParaRPr lang="en-US" sz="1100" i="1" dirty="0" smtClean="0"/>
          </a:p>
          <a:p>
            <a:pPr lvl="0"/>
            <a:endParaRPr lang="en-US" sz="1200" dirty="0" smtClean="0"/>
          </a:p>
        </p:txBody>
      </p:sp>
      <p:sp>
        <p:nvSpPr>
          <p:cNvPr id="25" name="Rectangle 1097"/>
          <p:cNvSpPr>
            <a:spLocks noChangeArrowheads="1"/>
          </p:cNvSpPr>
          <p:nvPr/>
        </p:nvSpPr>
        <p:spPr bwMode="auto">
          <a:xfrm>
            <a:off x="7596076" y="3618585"/>
            <a:ext cx="4322555" cy="1999488"/>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r>
              <a:rPr lang="en-US" sz="1200" b="1" dirty="0" smtClean="0"/>
              <a:t>INFRASTRUCTURE AND CONFIGURATION MANAGEMENT: </a:t>
            </a:r>
            <a:r>
              <a:rPr lang="en-US" sz="1100" dirty="0" smtClean="0">
                <a:solidFill>
                  <a:srgbClr val="FF0000"/>
                </a:solidFill>
              </a:rPr>
              <a:t>Provide location or use</a:t>
            </a:r>
            <a:endParaRPr lang="en-US" sz="1200" i="1" dirty="0" smtClean="0">
              <a:solidFill>
                <a:srgbClr val="FF0000"/>
              </a:solidFill>
            </a:endParaRPr>
          </a:p>
          <a:p>
            <a:endParaRPr lang="en-GB" sz="1200" i="1" dirty="0" smtClean="0">
              <a:solidFill>
                <a:srgbClr val="FF0000"/>
              </a:solidFill>
            </a:endParaRPr>
          </a:p>
          <a:p>
            <a:pPr lvl="0"/>
            <a:r>
              <a:rPr lang="en-GB" sz="1200" i="1" dirty="0" smtClean="0">
                <a:solidFill>
                  <a:srgbClr val="FF0000"/>
                </a:solidFill>
              </a:rPr>
              <a:t>Provide details on anything that is not mentioned separately within this PMP (e.g. work environments, document naming conventions, project library location and structure, back-up plans, project environment (s) access etc)</a:t>
            </a:r>
          </a:p>
          <a:p>
            <a:pPr lvl="0"/>
            <a:endParaRPr lang="en-US" sz="1200" i="1" dirty="0" smtClean="0"/>
          </a:p>
        </p:txBody>
      </p:sp>
      <p:sp>
        <p:nvSpPr>
          <p:cNvPr id="30" name="Footer Placeholder 4"/>
          <p:cNvSpPr txBox="1">
            <a:spLocks/>
          </p:cNvSpPr>
          <p:nvPr/>
        </p:nvSpPr>
        <p:spPr>
          <a:xfrm>
            <a:off x="2132012" y="6415617"/>
            <a:ext cx="3859795" cy="366183"/>
          </a:xfrm>
          <a:prstGeom prst="rect">
            <a:avLst/>
          </a:prstGeom>
        </p:spPr>
        <p:txBody>
          <a:bodyPr lIns="121899" tIns="60949" rIns="121899" bIns="60949"/>
          <a:lstStyle>
            <a:lvl1pPr>
              <a:defRPr/>
            </a:lvl1pPr>
          </a:lstStyle>
          <a:p>
            <a:pPr lvl="0">
              <a:defRPr/>
            </a:pPr>
            <a:r>
              <a:rPr lang="en-US" sz="800" dirty="0" smtClean="0"/>
              <a:t>&lt;CUST&gt;-ORCL-PMP-005 </a:t>
            </a:r>
            <a:r>
              <a:rPr lang="en-US" sz="800" b="1" dirty="0" smtClean="0"/>
              <a:t>3003XXXXX</a:t>
            </a:r>
            <a:endParaRPr lang="en-US" sz="800" dirty="0" smtClean="0"/>
          </a:p>
          <a:p>
            <a:pPr lvl="0">
              <a:defRPr/>
            </a:pPr>
            <a:r>
              <a:rPr lang="en-US" sz="800" b="1" dirty="0" smtClean="0"/>
              <a:t>Version:               Date:  	</a:t>
            </a:r>
            <a:r>
              <a:rPr lang="en-US" sz="800" dirty="0" smtClean="0"/>
              <a:t>Page 2 of 6</a:t>
            </a:r>
            <a:endParaRPr lang="en-US" sz="800" dirty="0">
              <a:latin typeface="Arial" pitchFamily="34" charset="0"/>
              <a:ea typeface="ＭＳ Ｐゴシック" pitchFamily="34" charset="-128"/>
              <a:cs typeface="Arial" pitchFamily="34" charset="0"/>
            </a:endParaRPr>
          </a:p>
        </p:txBody>
      </p:sp>
      <p:sp>
        <p:nvSpPr>
          <p:cNvPr id="27" name="Text Box 1091"/>
          <p:cNvSpPr txBox="1">
            <a:spLocks noChangeArrowheads="1"/>
          </p:cNvSpPr>
          <p:nvPr/>
        </p:nvSpPr>
        <p:spPr bwMode="auto">
          <a:xfrm>
            <a:off x="205416" y="5725363"/>
            <a:ext cx="11577114" cy="5385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r>
              <a:rPr lang="en-US" sz="800" b="1" i="1" dirty="0" smtClean="0"/>
              <a:t>Quality Plan Disclaimer: </a:t>
            </a:r>
            <a:r>
              <a:rPr lang="en-US" sz="800" i="1" dirty="0" smtClean="0"/>
              <a:t>The Project Quality Plan document is a deliverable under the Statement of Work and does not modify the terms of the statement of Work, including the scope of the work that Oracle will perform. The Project Quality Plan document describes the work, to be performed by Oracle as set forth in the Statement of Work, in greater detail. The terms of the Statement of Work will control over any conflicting terms in this Project Quality Plan.</a:t>
            </a:r>
            <a:endParaRPr lang="en-US" sz="800" dirty="0" smtClean="0"/>
          </a:p>
          <a:p>
            <a:pPr algn="l"/>
            <a:r>
              <a:rPr lang="en-US" sz="1100" b="1" i="1" dirty="0" smtClean="0"/>
              <a:t>  </a:t>
            </a:r>
            <a:endParaRPr lang="en-US" sz="1100" b="1" i="1" dirty="0"/>
          </a:p>
        </p:txBody>
      </p:sp>
      <p:sp>
        <p:nvSpPr>
          <p:cNvPr id="20" name="Rectangle 1097"/>
          <p:cNvSpPr>
            <a:spLocks noChangeArrowheads="1"/>
          </p:cNvSpPr>
          <p:nvPr/>
        </p:nvSpPr>
        <p:spPr bwMode="auto">
          <a:xfrm>
            <a:off x="4116673" y="1136395"/>
            <a:ext cx="3364624" cy="1584860"/>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a:defRPr/>
            </a:pPr>
            <a:r>
              <a:rPr lang="en-US" sz="1200" b="1" dirty="0" smtClean="0">
                <a:solidFill>
                  <a:schemeClr val="tx1">
                    <a:lumMod val="95000"/>
                    <a:lumOff val="5000"/>
                  </a:schemeClr>
                </a:solidFill>
              </a:rPr>
              <a:t>MEETINGS</a:t>
            </a:r>
          </a:p>
          <a:p>
            <a:pPr>
              <a:defRPr/>
            </a:pPr>
            <a:r>
              <a:rPr lang="en-US" sz="1100" b="1" dirty="0" smtClean="0">
                <a:solidFill>
                  <a:schemeClr val="tx1">
                    <a:lumMod val="95000"/>
                    <a:lumOff val="5000"/>
                  </a:schemeClr>
                </a:solidFill>
              </a:rPr>
              <a:t>customer Meetings:  </a:t>
            </a:r>
            <a:r>
              <a:rPr lang="en-US" sz="1100" dirty="0" smtClean="0">
                <a:solidFill>
                  <a:schemeClr val="tx1">
                    <a:lumMod val="95000"/>
                    <a:lumOff val="5000"/>
                  </a:schemeClr>
                </a:solidFill>
              </a:rPr>
              <a:t>e.g. PM Weekly Meeting (Friday)</a:t>
            </a:r>
          </a:p>
          <a:p>
            <a:pPr>
              <a:defRPr/>
            </a:pPr>
            <a:r>
              <a:rPr lang="en-US" sz="1100" b="1" dirty="0" smtClean="0"/>
              <a:t>Project Team Meeting: </a:t>
            </a:r>
            <a:br>
              <a:rPr lang="en-US" sz="1100" b="1" dirty="0" smtClean="0"/>
            </a:br>
            <a:r>
              <a:rPr lang="en-US" sz="1100" dirty="0" smtClean="0"/>
              <a:t>e.g. Weekly (Thursday)</a:t>
            </a:r>
          </a:p>
          <a:p>
            <a:pPr>
              <a:defRPr/>
            </a:pPr>
            <a:r>
              <a:rPr lang="en-US" sz="1100" b="1" dirty="0" smtClean="0"/>
              <a:t>Steering Comm Meeting</a:t>
            </a:r>
            <a:r>
              <a:rPr lang="en-US" sz="1100" dirty="0" smtClean="0"/>
              <a:t>: e.g. first Monday monthly</a:t>
            </a:r>
          </a:p>
          <a:p>
            <a:pPr>
              <a:defRPr/>
            </a:pPr>
            <a:r>
              <a:rPr lang="en-GB" sz="1100" b="1" dirty="0" smtClean="0"/>
              <a:t>Configuration Review Meeting: </a:t>
            </a:r>
            <a:r>
              <a:rPr lang="en-GB" sz="1100" dirty="0" smtClean="0"/>
              <a:t>e.g. bi-weekly Tuesdays</a:t>
            </a:r>
            <a:endParaRPr lang="en-GB" sz="1100" b="1" dirty="0" smtClean="0"/>
          </a:p>
          <a:p>
            <a:pPr>
              <a:defRPr/>
            </a:pPr>
            <a:r>
              <a:rPr lang="en-GB" sz="1100" b="1" dirty="0" smtClean="0"/>
              <a:t>Product Review Meeting: </a:t>
            </a:r>
            <a:r>
              <a:rPr lang="en-GB" sz="1100" dirty="0" smtClean="0"/>
              <a:t>e.g. bi-weekly Tuesdays</a:t>
            </a:r>
            <a:endParaRPr lang="en-US" sz="1100" b="1" dirty="0"/>
          </a:p>
        </p:txBody>
      </p:sp>
      <p:sp>
        <p:nvSpPr>
          <p:cNvPr id="26" name="Rectangle 1097"/>
          <p:cNvSpPr>
            <a:spLocks noChangeArrowheads="1"/>
          </p:cNvSpPr>
          <p:nvPr/>
        </p:nvSpPr>
        <p:spPr bwMode="auto">
          <a:xfrm>
            <a:off x="7586324" y="2422549"/>
            <a:ext cx="4351808" cy="445008"/>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lvl="0"/>
            <a:r>
              <a:rPr lang="en-US" sz="1200" b="1" dirty="0" smtClean="0"/>
              <a:t>CHANGE CONTROL:  </a:t>
            </a:r>
            <a:r>
              <a:rPr lang="en-US" sz="1100" dirty="0" smtClean="0">
                <a:solidFill>
                  <a:srgbClr val="FF0000"/>
                </a:solidFill>
              </a:rPr>
              <a:t>Insert document name and location link.</a:t>
            </a:r>
            <a:endParaRPr lang="en-US" sz="1100" i="1" dirty="0" smtClean="0">
              <a:solidFill>
                <a:srgbClr val="FF0000"/>
              </a:solidFill>
            </a:endParaRPr>
          </a:p>
        </p:txBody>
      </p:sp>
      <p:sp>
        <p:nvSpPr>
          <p:cNvPr id="28" name="Rectangle 1097"/>
          <p:cNvSpPr>
            <a:spLocks noChangeArrowheads="1"/>
          </p:cNvSpPr>
          <p:nvPr/>
        </p:nvSpPr>
        <p:spPr bwMode="auto">
          <a:xfrm>
            <a:off x="7586325" y="1231900"/>
            <a:ext cx="4347385" cy="609600"/>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lvl="0"/>
            <a:r>
              <a:rPr lang="en-US" sz="1200" b="1" dirty="0" smtClean="0"/>
              <a:t>RISK-ISSUES-PROBLEMS-DECISIONS:</a:t>
            </a:r>
            <a:r>
              <a:rPr lang="en-US" sz="1200" dirty="0" smtClean="0">
                <a:solidFill>
                  <a:srgbClr val="FF0000"/>
                </a:solidFill>
              </a:rPr>
              <a:t> Insert document name and location link.</a:t>
            </a:r>
            <a:endParaRPr lang="en-US" sz="1200" dirty="0" smtClean="0"/>
          </a:p>
        </p:txBody>
      </p:sp>
      <p:sp>
        <p:nvSpPr>
          <p:cNvPr id="31" name="Rectangle 1097"/>
          <p:cNvSpPr>
            <a:spLocks noChangeArrowheads="1"/>
          </p:cNvSpPr>
          <p:nvPr/>
        </p:nvSpPr>
        <p:spPr bwMode="auto">
          <a:xfrm>
            <a:off x="7596077" y="1917700"/>
            <a:ext cx="4337634" cy="462179"/>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lvl="0"/>
            <a:r>
              <a:rPr lang="en-US" sz="1200" dirty="0" smtClean="0"/>
              <a:t>&lt;customer&gt; Change Control: </a:t>
            </a:r>
            <a:r>
              <a:rPr lang="en-US" sz="1100" i="1" dirty="0" smtClean="0">
                <a:solidFill>
                  <a:srgbClr val="FF0000"/>
                </a:solidFill>
              </a:rPr>
              <a:t>If there is no customer Change Control Plan, delete this box or state Not Applicable</a:t>
            </a:r>
            <a:endParaRPr lang="en-US" sz="1100" dirty="0" smtClean="0"/>
          </a:p>
        </p:txBody>
      </p:sp>
      <p:sp>
        <p:nvSpPr>
          <p:cNvPr id="21" name="Rectangle 1097"/>
          <p:cNvSpPr>
            <a:spLocks noChangeArrowheads="1"/>
          </p:cNvSpPr>
          <p:nvPr/>
        </p:nvSpPr>
        <p:spPr bwMode="auto">
          <a:xfrm>
            <a:off x="195023" y="4369613"/>
            <a:ext cx="7313294" cy="1238707"/>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lvl="0"/>
            <a:r>
              <a:rPr lang="en-US" sz="1200" b="1" dirty="0" smtClean="0"/>
              <a:t>WORK MANAGEMENT PLAN</a:t>
            </a:r>
            <a:r>
              <a:rPr lang="en-US" sz="1200" dirty="0" smtClean="0"/>
              <a:t>: </a:t>
            </a:r>
            <a:r>
              <a:rPr lang="en-US" sz="1100" dirty="0" smtClean="0"/>
              <a:t>The work breakdown for this project, including tasks, work products and milestones is available in a detailed Workplan Gantt chart (MS Project 2010, updated weekly).  For version control, the Gantt chart will be base-lined each week by saving it to a file with a new version number.   Each version of the workplan will be stored in the Oracle Beehive workspace under the name (INSERT NAME AND DOCUMENT LINK) every Friday.  A pdf snapshot of the most current plan will also be stored in the workspace since not all project team members have the MS Project software.  A copy of the baseline Gantt chart agreed after planning and preparation is provided on Slide 6</a:t>
            </a:r>
            <a:endParaRPr lang="en-US" sz="1100" i="1" dirty="0" smtClean="0">
              <a:solidFill>
                <a:srgbClr val="FF0000"/>
              </a:solidFill>
            </a:endParaRPr>
          </a:p>
        </p:txBody>
      </p:sp>
      <p:sp>
        <p:nvSpPr>
          <p:cNvPr id="18" name="Title 17"/>
          <p:cNvSpPr>
            <a:spLocks noGrp="1"/>
          </p:cNvSpPr>
          <p:nvPr>
            <p:ph type="title"/>
          </p:nvPr>
        </p:nvSpPr>
        <p:spPr>
          <a:xfrm>
            <a:off x="531812" y="0"/>
            <a:ext cx="11125200" cy="889000"/>
          </a:xfrm>
        </p:spPr>
        <p:txBody>
          <a:bodyPr/>
          <a:lstStyle/>
          <a:p>
            <a:r>
              <a:rPr lang="en-US" dirty="0" smtClean="0"/>
              <a:t>&lt;Customer&gt; &lt;Project Name&gt;</a:t>
            </a:r>
            <a:endParaRPr lang="en-US" dirty="0"/>
          </a:p>
        </p:txBody>
      </p:sp>
      <p:sp>
        <p:nvSpPr>
          <p:cNvPr id="22" name="Footer Placeholder 21"/>
          <p:cNvSpPr>
            <a:spLocks noGrp="1"/>
          </p:cNvSpPr>
          <p:nvPr>
            <p:ph type="ftr" sz="quarter" idx="11"/>
          </p:nvPr>
        </p:nvSpPr>
        <p:spPr/>
        <p:txBody>
          <a:bodyPr/>
          <a:lstStyle/>
          <a:p>
            <a:r>
              <a:rPr lang="en-US" smtClean="0"/>
              <a:t>Use Insert &gt; Header and Footer to Update Confidentiality Requirements</a:t>
            </a:r>
            <a:endParaRPr lang="en-US" dirty="0"/>
          </a:p>
        </p:txBody>
      </p:sp>
    </p:spTree>
    <p:extLst>
      <p:ext uri="{BB962C8B-B14F-4D97-AF65-F5344CB8AC3E}">
        <p14:creationId xmlns="" xmlns:p14="http://schemas.microsoft.com/office/powerpoint/2010/main" val="71950556"/>
      </p:ext>
    </p:extLst>
  </p:cSld>
  <p:clrMapOvr>
    <a:masterClrMapping/>
  </p:clrMapOvr>
  <p:transition spd="med">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txBox="1">
            <a:spLocks/>
          </p:cNvSpPr>
          <p:nvPr/>
        </p:nvSpPr>
        <p:spPr>
          <a:xfrm>
            <a:off x="2158417" y="6400800"/>
            <a:ext cx="3859795" cy="366183"/>
          </a:xfrm>
          <a:prstGeom prst="rect">
            <a:avLst/>
          </a:prstGeom>
        </p:spPr>
        <p:txBody>
          <a:bodyPr lIns="121899" tIns="60949" rIns="121899" bIns="60949"/>
          <a:lstStyle>
            <a:lvl1pPr>
              <a:defRPr/>
            </a:lvl1pPr>
          </a:lstStyle>
          <a:p>
            <a:pPr lvl="0">
              <a:defRPr/>
            </a:pPr>
            <a:r>
              <a:rPr lang="en-US" sz="800" dirty="0" smtClean="0"/>
              <a:t>&lt;CUST&gt;-ORCL-PMP-005 </a:t>
            </a:r>
            <a:r>
              <a:rPr lang="en-US" sz="800" b="1" dirty="0" smtClean="0"/>
              <a:t>3003XXXXX</a:t>
            </a:r>
            <a:endParaRPr lang="en-US" sz="800" dirty="0" smtClean="0"/>
          </a:p>
          <a:p>
            <a:pPr lvl="0">
              <a:defRPr/>
            </a:pPr>
            <a:r>
              <a:rPr lang="en-US" sz="800" b="1" dirty="0" smtClean="0"/>
              <a:t>Version:               Date:  	</a:t>
            </a:r>
            <a:r>
              <a:rPr lang="en-US" sz="800" dirty="0" smtClean="0"/>
              <a:t>Page 3 of 6</a:t>
            </a:r>
            <a:endParaRPr lang="en-US" sz="800" dirty="0">
              <a:latin typeface="Arial" pitchFamily="34" charset="0"/>
              <a:ea typeface="ＭＳ Ｐゴシック" pitchFamily="34" charset="-128"/>
              <a:cs typeface="Arial" pitchFamily="34" charset="0"/>
            </a:endParaRPr>
          </a:p>
        </p:txBody>
      </p:sp>
      <p:sp>
        <p:nvSpPr>
          <p:cNvPr id="6" name="Rectangle 1068"/>
          <p:cNvSpPr>
            <a:spLocks noChangeArrowheads="1"/>
          </p:cNvSpPr>
          <p:nvPr/>
        </p:nvSpPr>
        <p:spPr bwMode="auto">
          <a:xfrm>
            <a:off x="6269221" y="2331111"/>
            <a:ext cx="5726208" cy="3582519"/>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lIns="121899" tIns="60949" rIns="121899" bIns="60949" anchor="ctr"/>
          <a:lstStyle/>
          <a:p>
            <a:endParaRPr lang="en-US" dirty="0">
              <a:solidFill>
                <a:schemeClr val="tx1">
                  <a:lumMod val="95000"/>
                  <a:lumOff val="5000"/>
                </a:schemeClr>
              </a:solidFill>
            </a:endParaRPr>
          </a:p>
        </p:txBody>
      </p:sp>
      <p:sp>
        <p:nvSpPr>
          <p:cNvPr id="11" name="Text Box 1094"/>
          <p:cNvSpPr txBox="1">
            <a:spLocks noChangeArrowheads="1"/>
          </p:cNvSpPr>
          <p:nvPr/>
        </p:nvSpPr>
        <p:spPr bwMode="auto">
          <a:xfrm>
            <a:off x="6398219" y="2423149"/>
            <a:ext cx="5370702"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r>
              <a:rPr lang="en-US" sz="1600" b="1" dirty="0" smtClean="0">
                <a:solidFill>
                  <a:schemeClr val="tx1">
                    <a:lumMod val="95000"/>
                    <a:lumOff val="5000"/>
                  </a:schemeClr>
                </a:solidFill>
              </a:rPr>
              <a:t>Oracle Project Team Roles &amp; Responsibilities</a:t>
            </a:r>
            <a:endParaRPr lang="en-US" sz="1600" b="1" dirty="0">
              <a:solidFill>
                <a:schemeClr val="tx1">
                  <a:lumMod val="95000"/>
                  <a:lumOff val="5000"/>
                </a:schemeClr>
              </a:solidFill>
            </a:endParaRPr>
          </a:p>
        </p:txBody>
      </p:sp>
      <p:sp>
        <p:nvSpPr>
          <p:cNvPr id="12" name="Rectangle 1097"/>
          <p:cNvSpPr>
            <a:spLocks noChangeArrowheads="1"/>
          </p:cNvSpPr>
          <p:nvPr/>
        </p:nvSpPr>
        <p:spPr bwMode="auto">
          <a:xfrm>
            <a:off x="6390298" y="2789530"/>
            <a:ext cx="5599241" cy="558903"/>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lvl="0"/>
            <a:r>
              <a:rPr lang="en-US" sz="1200" b="1" dirty="0" smtClean="0"/>
              <a:t>PROJECT MANAGER R&amp;R:</a:t>
            </a:r>
          </a:p>
          <a:p>
            <a:pPr lvl="0"/>
            <a:r>
              <a:rPr lang="en-US" sz="1200" dirty="0" smtClean="0"/>
              <a:t>XXXXX</a:t>
            </a:r>
          </a:p>
        </p:txBody>
      </p:sp>
      <p:sp>
        <p:nvSpPr>
          <p:cNvPr id="13" name="Rectangle 1097"/>
          <p:cNvSpPr>
            <a:spLocks noChangeArrowheads="1"/>
          </p:cNvSpPr>
          <p:nvPr/>
        </p:nvSpPr>
        <p:spPr bwMode="auto">
          <a:xfrm>
            <a:off x="6390296" y="3417823"/>
            <a:ext cx="5586543" cy="495300"/>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lvl="0"/>
            <a:r>
              <a:rPr lang="en-US" sz="1200" b="1" dirty="0" smtClean="0"/>
              <a:t>A N OTHER 1 R&amp;R:</a:t>
            </a:r>
          </a:p>
          <a:p>
            <a:pPr lvl="0"/>
            <a:r>
              <a:rPr lang="en-US" sz="1200" dirty="0" smtClean="0"/>
              <a:t>XXXXX</a:t>
            </a:r>
          </a:p>
        </p:txBody>
      </p:sp>
      <p:sp>
        <p:nvSpPr>
          <p:cNvPr id="25" name="Text Box 1091"/>
          <p:cNvSpPr txBox="1">
            <a:spLocks noChangeArrowheads="1"/>
          </p:cNvSpPr>
          <p:nvPr/>
        </p:nvSpPr>
        <p:spPr bwMode="auto">
          <a:xfrm>
            <a:off x="408564" y="3733802"/>
            <a:ext cx="1889537" cy="8617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ctr"/>
            <a:r>
              <a:rPr lang="en-US" sz="1600" b="1" dirty="0" smtClean="0"/>
              <a:t>Oracle Project</a:t>
            </a:r>
          </a:p>
          <a:p>
            <a:pPr algn="ctr"/>
            <a:r>
              <a:rPr lang="en-US" sz="1600" b="1" dirty="0" smtClean="0"/>
              <a:t>Org Chart &amp; Escalation</a:t>
            </a:r>
            <a:endParaRPr lang="en-US" sz="1600" b="1" dirty="0"/>
          </a:p>
        </p:txBody>
      </p:sp>
      <p:sp>
        <p:nvSpPr>
          <p:cNvPr id="26" name="Flowchart: Alternate Process 25"/>
          <p:cNvSpPr/>
          <p:nvPr/>
        </p:nvSpPr>
        <p:spPr bwMode="auto">
          <a:xfrm>
            <a:off x="2564732" y="3886200"/>
            <a:ext cx="1168096" cy="508000"/>
          </a:xfrm>
          <a:prstGeom prst="flowChartAlternateProcess">
            <a:avLst/>
          </a:prstGeom>
          <a:solidFill>
            <a:srgbClr val="B8B8B8"/>
          </a:solidFill>
          <a:ln w="3175" cap="rnd">
            <a:solidFill>
              <a:srgbClr val="000000"/>
            </a:solidFill>
            <a:prstDash val="solid"/>
            <a:round/>
            <a:headEnd/>
            <a:tailEnd/>
          </a:ln>
        </p:spPr>
        <p:txBody>
          <a:bodyPr vert="horz" wrap="square" lIns="121899" tIns="60949" rIns="121899" bIns="60949" numCol="1" rtlCol="0" anchor="t" anchorCtr="0" compatLnSpc="1">
            <a:prstTxWarp prst="textNoShape">
              <a:avLst/>
            </a:prstTxWarp>
          </a:bodyPr>
          <a:lstStyle/>
          <a:p>
            <a:pPr algn="ctr"/>
            <a:endParaRPr lang="en-US" dirty="0"/>
          </a:p>
        </p:txBody>
      </p:sp>
      <p:sp>
        <p:nvSpPr>
          <p:cNvPr id="28" name="Flowchart: Alternate Process 27"/>
          <p:cNvSpPr/>
          <p:nvPr/>
        </p:nvSpPr>
        <p:spPr bwMode="auto">
          <a:xfrm>
            <a:off x="2552035" y="4572000"/>
            <a:ext cx="1168096" cy="508000"/>
          </a:xfrm>
          <a:prstGeom prst="flowChartAlternateProcess">
            <a:avLst/>
          </a:prstGeom>
          <a:noFill/>
          <a:ln w="3175" cap="rnd">
            <a:solidFill>
              <a:srgbClr val="000000"/>
            </a:solidFill>
            <a:prstDash val="solid"/>
            <a:round/>
            <a:headEnd/>
            <a:tailEnd/>
          </a:ln>
        </p:spPr>
        <p:txBody>
          <a:bodyPr vert="horz" wrap="square" lIns="121899" tIns="60949" rIns="121899" bIns="60949" numCol="1" rtlCol="0" anchor="t" anchorCtr="0" compatLnSpc="1">
            <a:prstTxWarp prst="textNoShape">
              <a:avLst/>
            </a:prstTxWarp>
          </a:bodyPr>
          <a:lstStyle/>
          <a:p>
            <a:pPr algn="ctr"/>
            <a:endParaRPr lang="en-US" dirty="0"/>
          </a:p>
        </p:txBody>
      </p:sp>
      <p:sp>
        <p:nvSpPr>
          <p:cNvPr id="30" name="Flowchart: Alternate Process 29"/>
          <p:cNvSpPr/>
          <p:nvPr/>
        </p:nvSpPr>
        <p:spPr bwMode="auto">
          <a:xfrm>
            <a:off x="774498" y="5295900"/>
            <a:ext cx="1168096" cy="508000"/>
          </a:xfrm>
          <a:prstGeom prst="flowChartAlternateProcess">
            <a:avLst/>
          </a:prstGeom>
          <a:noFill/>
          <a:ln w="3175" cap="rnd">
            <a:solidFill>
              <a:srgbClr val="000000"/>
            </a:solidFill>
            <a:prstDash val="solid"/>
            <a:round/>
            <a:headEnd/>
            <a:tailEnd/>
          </a:ln>
        </p:spPr>
        <p:txBody>
          <a:bodyPr vert="horz" wrap="square" lIns="121899" tIns="60949" rIns="121899" bIns="60949" numCol="1" rtlCol="0" anchor="t" anchorCtr="0" compatLnSpc="1">
            <a:prstTxWarp prst="textNoShape">
              <a:avLst/>
            </a:prstTxWarp>
          </a:bodyPr>
          <a:lstStyle/>
          <a:p>
            <a:pPr algn="ctr"/>
            <a:endParaRPr lang="en-US" b="1" dirty="0"/>
          </a:p>
        </p:txBody>
      </p:sp>
      <p:sp>
        <p:nvSpPr>
          <p:cNvPr id="31" name="Flowchart: Alternate Process 30"/>
          <p:cNvSpPr/>
          <p:nvPr/>
        </p:nvSpPr>
        <p:spPr bwMode="auto">
          <a:xfrm>
            <a:off x="2564732" y="5295900"/>
            <a:ext cx="1168096" cy="508000"/>
          </a:xfrm>
          <a:prstGeom prst="flowChartAlternateProcess">
            <a:avLst/>
          </a:prstGeom>
          <a:noFill/>
          <a:ln w="3175" cap="rnd">
            <a:solidFill>
              <a:srgbClr val="000000"/>
            </a:solidFill>
            <a:prstDash val="solid"/>
            <a:round/>
            <a:headEnd/>
            <a:tailEnd/>
          </a:ln>
        </p:spPr>
        <p:txBody>
          <a:bodyPr vert="horz" wrap="square" lIns="121899" tIns="60949" rIns="121899" bIns="60949" numCol="1" rtlCol="0" anchor="t" anchorCtr="0" compatLnSpc="1">
            <a:prstTxWarp prst="textNoShape">
              <a:avLst/>
            </a:prstTxWarp>
          </a:bodyPr>
          <a:lstStyle/>
          <a:p>
            <a:pPr algn="ctr"/>
            <a:endParaRPr lang="en-US" dirty="0"/>
          </a:p>
        </p:txBody>
      </p:sp>
      <p:sp>
        <p:nvSpPr>
          <p:cNvPr id="32" name="Flowchart: Alternate Process 31"/>
          <p:cNvSpPr/>
          <p:nvPr/>
        </p:nvSpPr>
        <p:spPr bwMode="auto">
          <a:xfrm>
            <a:off x="4316875" y="5295900"/>
            <a:ext cx="1168096" cy="508000"/>
          </a:xfrm>
          <a:prstGeom prst="flowChartAlternateProcess">
            <a:avLst/>
          </a:prstGeom>
          <a:noFill/>
          <a:ln w="3175" cap="rnd">
            <a:solidFill>
              <a:srgbClr val="000000"/>
            </a:solidFill>
            <a:prstDash val="solid"/>
            <a:round/>
            <a:headEnd/>
            <a:tailEnd/>
          </a:ln>
        </p:spPr>
        <p:txBody>
          <a:bodyPr vert="horz" wrap="square" lIns="121899" tIns="60949" rIns="121899" bIns="60949" numCol="1" rtlCol="0" anchor="t" anchorCtr="0" compatLnSpc="1">
            <a:prstTxWarp prst="textNoShape">
              <a:avLst/>
            </a:prstTxWarp>
          </a:bodyPr>
          <a:lstStyle/>
          <a:p>
            <a:pPr algn="ctr"/>
            <a:endParaRPr lang="en-US" dirty="0"/>
          </a:p>
        </p:txBody>
      </p:sp>
      <p:cxnSp>
        <p:nvCxnSpPr>
          <p:cNvPr id="42" name="Straight Connector 41"/>
          <p:cNvCxnSpPr>
            <a:stCxn id="26" idx="2"/>
            <a:endCxn id="28" idx="0"/>
          </p:cNvCxnSpPr>
          <p:nvPr/>
        </p:nvCxnSpPr>
        <p:spPr>
          <a:xfrm flipH="1">
            <a:off x="3136084" y="4394200"/>
            <a:ext cx="12697" cy="177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28" idx="2"/>
            <a:endCxn id="31" idx="0"/>
          </p:cNvCxnSpPr>
          <p:nvPr/>
        </p:nvCxnSpPr>
        <p:spPr>
          <a:xfrm>
            <a:off x="3136084" y="5080001"/>
            <a:ext cx="12697" cy="215900"/>
          </a:xfrm>
          <a:prstGeom prst="line">
            <a:avLst/>
          </a:prstGeom>
        </p:spPr>
        <p:style>
          <a:lnRef idx="1">
            <a:schemeClr val="accent1"/>
          </a:lnRef>
          <a:fillRef idx="0">
            <a:schemeClr val="accent1"/>
          </a:fillRef>
          <a:effectRef idx="0">
            <a:schemeClr val="accent1"/>
          </a:effectRef>
          <a:fontRef idx="minor">
            <a:schemeClr val="tx1"/>
          </a:fontRef>
        </p:style>
      </p:cxnSp>
      <p:sp>
        <p:nvSpPr>
          <p:cNvPr id="58" name="Rectangle 1097"/>
          <p:cNvSpPr>
            <a:spLocks noChangeArrowheads="1"/>
          </p:cNvSpPr>
          <p:nvPr/>
        </p:nvSpPr>
        <p:spPr bwMode="auto">
          <a:xfrm>
            <a:off x="6397104" y="3985462"/>
            <a:ext cx="5561150" cy="444500"/>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lvl="0"/>
            <a:r>
              <a:rPr lang="en-US" sz="1200" b="1" dirty="0" smtClean="0"/>
              <a:t>A N OTHER 2 R&amp;R:</a:t>
            </a:r>
          </a:p>
          <a:p>
            <a:pPr lvl="0"/>
            <a:r>
              <a:rPr lang="en-US" sz="1200" dirty="0" smtClean="0"/>
              <a:t>XXXXX</a:t>
            </a:r>
          </a:p>
        </p:txBody>
      </p:sp>
      <p:sp>
        <p:nvSpPr>
          <p:cNvPr id="79" name="Rectangle 1097"/>
          <p:cNvSpPr>
            <a:spLocks noChangeArrowheads="1"/>
          </p:cNvSpPr>
          <p:nvPr/>
        </p:nvSpPr>
        <p:spPr bwMode="auto">
          <a:xfrm>
            <a:off x="6386436" y="4508194"/>
            <a:ext cx="5522351" cy="444500"/>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lvl="0"/>
            <a:r>
              <a:rPr lang="en-US" sz="1200" b="1" dirty="0" smtClean="0"/>
              <a:t>A N OTHER 3 R&amp;R:</a:t>
            </a:r>
          </a:p>
          <a:p>
            <a:pPr lvl="0"/>
            <a:r>
              <a:rPr lang="en-US" sz="1200" dirty="0" smtClean="0"/>
              <a:t>XXXXX</a:t>
            </a:r>
          </a:p>
        </p:txBody>
      </p:sp>
      <p:cxnSp>
        <p:nvCxnSpPr>
          <p:cNvPr id="85" name="Elbow Connector 84"/>
          <p:cNvCxnSpPr>
            <a:stCxn id="28" idx="2"/>
            <a:endCxn id="32" idx="0"/>
          </p:cNvCxnSpPr>
          <p:nvPr/>
        </p:nvCxnSpPr>
        <p:spPr>
          <a:xfrm rot="16200000" flipH="1">
            <a:off x="3910554" y="4305529"/>
            <a:ext cx="215900" cy="1764840"/>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87" name="Elbow Connector 86"/>
          <p:cNvCxnSpPr>
            <a:stCxn id="28" idx="2"/>
            <a:endCxn id="30" idx="0"/>
          </p:cNvCxnSpPr>
          <p:nvPr/>
        </p:nvCxnSpPr>
        <p:spPr>
          <a:xfrm rot="5400000">
            <a:off x="2139366" y="4299181"/>
            <a:ext cx="215900" cy="1777537"/>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88" name="TextBox 87"/>
          <p:cNvSpPr txBox="1"/>
          <p:nvPr/>
        </p:nvSpPr>
        <p:spPr>
          <a:xfrm>
            <a:off x="2653608" y="3975100"/>
            <a:ext cx="1028432" cy="330200"/>
          </a:xfrm>
          <a:prstGeom prst="rect">
            <a:avLst/>
          </a:prstGeom>
          <a:noFill/>
          <a:ln>
            <a:noFill/>
          </a:ln>
        </p:spPr>
        <p:txBody>
          <a:bodyPr wrap="square" lIns="0" tIns="0" rIns="0" bIns="0" rtlCol="0">
            <a:noAutofit/>
          </a:bodyPr>
          <a:lstStyle/>
          <a:p>
            <a:pPr algn="ctr"/>
            <a:r>
              <a:rPr lang="en-US" sz="1100" b="1" dirty="0" smtClean="0"/>
              <a:t>Practice</a:t>
            </a:r>
          </a:p>
          <a:p>
            <a:pPr algn="ctr"/>
            <a:r>
              <a:rPr lang="en-US" sz="1100" b="1" dirty="0" smtClean="0"/>
              <a:t>Director</a:t>
            </a:r>
          </a:p>
        </p:txBody>
      </p:sp>
      <p:sp>
        <p:nvSpPr>
          <p:cNvPr id="89" name="TextBox 88"/>
          <p:cNvSpPr txBox="1"/>
          <p:nvPr/>
        </p:nvSpPr>
        <p:spPr>
          <a:xfrm>
            <a:off x="2628215" y="4660900"/>
            <a:ext cx="1028432" cy="330200"/>
          </a:xfrm>
          <a:prstGeom prst="rect">
            <a:avLst/>
          </a:prstGeom>
          <a:noFill/>
          <a:ln>
            <a:noFill/>
          </a:ln>
        </p:spPr>
        <p:txBody>
          <a:bodyPr wrap="square" lIns="0" tIns="0" rIns="0" bIns="0" rtlCol="0">
            <a:noAutofit/>
          </a:bodyPr>
          <a:lstStyle/>
          <a:p>
            <a:pPr algn="ctr"/>
            <a:r>
              <a:rPr lang="en-US" sz="1100" b="1" dirty="0" smtClean="0"/>
              <a:t>Oracle</a:t>
            </a:r>
          </a:p>
          <a:p>
            <a:pPr algn="ctr"/>
            <a:r>
              <a:rPr lang="en-US" sz="1100" b="1" dirty="0" smtClean="0"/>
              <a:t>PM</a:t>
            </a:r>
          </a:p>
        </p:txBody>
      </p:sp>
      <p:sp>
        <p:nvSpPr>
          <p:cNvPr id="90" name="TextBox 89"/>
          <p:cNvSpPr txBox="1"/>
          <p:nvPr/>
        </p:nvSpPr>
        <p:spPr>
          <a:xfrm>
            <a:off x="863374" y="5346700"/>
            <a:ext cx="1028432" cy="330200"/>
          </a:xfrm>
          <a:prstGeom prst="rect">
            <a:avLst/>
          </a:prstGeom>
          <a:noFill/>
          <a:ln>
            <a:noFill/>
          </a:ln>
        </p:spPr>
        <p:txBody>
          <a:bodyPr wrap="square" lIns="0" tIns="0" rIns="0" bIns="0" rtlCol="0">
            <a:noAutofit/>
          </a:bodyPr>
          <a:lstStyle/>
          <a:p>
            <a:pPr algn="ctr"/>
            <a:r>
              <a:rPr lang="en-US" sz="1100" b="1" dirty="0" smtClean="0"/>
              <a:t>ANOTHER</a:t>
            </a:r>
          </a:p>
          <a:p>
            <a:pPr algn="ctr"/>
            <a:r>
              <a:rPr lang="en-US" sz="1100" b="1" dirty="0" smtClean="0"/>
              <a:t>ROLE 1</a:t>
            </a:r>
          </a:p>
        </p:txBody>
      </p:sp>
      <p:sp>
        <p:nvSpPr>
          <p:cNvPr id="91" name="TextBox 90"/>
          <p:cNvSpPr txBox="1"/>
          <p:nvPr/>
        </p:nvSpPr>
        <p:spPr>
          <a:xfrm>
            <a:off x="2640911" y="5397500"/>
            <a:ext cx="1028432" cy="330200"/>
          </a:xfrm>
          <a:prstGeom prst="rect">
            <a:avLst/>
          </a:prstGeom>
          <a:noFill/>
          <a:ln>
            <a:noFill/>
          </a:ln>
        </p:spPr>
        <p:txBody>
          <a:bodyPr wrap="square" lIns="0" tIns="0" rIns="0" bIns="0" rtlCol="0">
            <a:noAutofit/>
          </a:bodyPr>
          <a:lstStyle/>
          <a:p>
            <a:pPr algn="ctr"/>
            <a:r>
              <a:rPr lang="en-US" sz="1100" b="1" dirty="0" smtClean="0"/>
              <a:t>ANOTHER</a:t>
            </a:r>
          </a:p>
          <a:p>
            <a:pPr algn="ctr"/>
            <a:r>
              <a:rPr lang="en-US" sz="1100" b="1" dirty="0" smtClean="0"/>
              <a:t>ROLE 2</a:t>
            </a:r>
          </a:p>
        </p:txBody>
      </p:sp>
      <p:sp>
        <p:nvSpPr>
          <p:cNvPr id="92" name="TextBox 91"/>
          <p:cNvSpPr txBox="1"/>
          <p:nvPr/>
        </p:nvSpPr>
        <p:spPr>
          <a:xfrm>
            <a:off x="4393055" y="5397500"/>
            <a:ext cx="1028432" cy="330200"/>
          </a:xfrm>
          <a:prstGeom prst="rect">
            <a:avLst/>
          </a:prstGeom>
          <a:noFill/>
          <a:ln>
            <a:noFill/>
          </a:ln>
        </p:spPr>
        <p:txBody>
          <a:bodyPr wrap="square" lIns="0" tIns="0" rIns="0" bIns="0" rtlCol="0">
            <a:noAutofit/>
          </a:bodyPr>
          <a:lstStyle/>
          <a:p>
            <a:pPr algn="ctr"/>
            <a:r>
              <a:rPr lang="en-US" sz="1100" b="1" dirty="0" smtClean="0"/>
              <a:t>ANOTHER</a:t>
            </a:r>
          </a:p>
          <a:p>
            <a:pPr algn="ctr"/>
            <a:r>
              <a:rPr lang="en-US" sz="1100" b="1" dirty="0" smtClean="0"/>
              <a:t>ROLE 3</a:t>
            </a:r>
          </a:p>
        </p:txBody>
      </p:sp>
      <p:sp>
        <p:nvSpPr>
          <p:cNvPr id="39" name="Rectangle 1097"/>
          <p:cNvSpPr>
            <a:spLocks noChangeArrowheads="1"/>
          </p:cNvSpPr>
          <p:nvPr/>
        </p:nvSpPr>
        <p:spPr bwMode="auto">
          <a:xfrm>
            <a:off x="6291669" y="1161798"/>
            <a:ext cx="5700816" cy="1003501"/>
          </a:xfrm>
          <a:prstGeom prst="rect">
            <a:avLst/>
          </a:prstGeom>
          <a:noFill/>
          <a:ln w="9525">
            <a:solidFill>
              <a:schemeClr val="bg2"/>
            </a:solidFill>
            <a:miter lim="800000"/>
            <a:headEnd/>
            <a:tailEnd/>
          </a:ln>
          <a:effectLst/>
        </p:spPr>
        <p:txBody>
          <a:bodyPr lIns="60949" tIns="60949" rIns="60949" bIns="60949"/>
          <a:lstStyle/>
          <a:p>
            <a:pPr lvl="0"/>
            <a:r>
              <a:rPr lang="en-US" sz="1100" dirty="0" smtClean="0"/>
              <a:t>Oracle:           	</a:t>
            </a:r>
            <a:r>
              <a:rPr lang="en-US" sz="1100" dirty="0" smtClean="0">
                <a:solidFill>
                  <a:srgbClr val="FF0000"/>
                </a:solidFill>
              </a:rPr>
              <a:t>Name, Project Role, e-mail, phone</a:t>
            </a:r>
          </a:p>
          <a:p>
            <a:pPr lvl="0"/>
            <a:r>
              <a:rPr lang="en-US" sz="1100" dirty="0" smtClean="0"/>
              <a:t>Oracle: 	</a:t>
            </a:r>
            <a:r>
              <a:rPr lang="en-US" sz="1100" dirty="0" smtClean="0">
                <a:solidFill>
                  <a:srgbClr val="FF0000"/>
                </a:solidFill>
              </a:rPr>
              <a:t>Name, Project Role, e-mail, phone</a:t>
            </a:r>
            <a:endParaRPr lang="en-US" sz="1100" dirty="0" smtClean="0"/>
          </a:p>
          <a:p>
            <a:pPr>
              <a:defRPr/>
            </a:pPr>
            <a:r>
              <a:rPr lang="en-US" sz="1100" dirty="0" smtClean="0"/>
              <a:t>&lt;customer&gt; 	</a:t>
            </a:r>
            <a:r>
              <a:rPr lang="en-US" sz="1100" dirty="0" smtClean="0">
                <a:solidFill>
                  <a:srgbClr val="FF0000"/>
                </a:solidFill>
              </a:rPr>
              <a:t>Name, Project Role, e-mail, phone</a:t>
            </a:r>
            <a:endParaRPr lang="en-US" sz="1100" dirty="0" smtClean="0"/>
          </a:p>
          <a:p>
            <a:pPr lvl="0"/>
            <a:r>
              <a:rPr lang="en-US" sz="1100" dirty="0" smtClean="0"/>
              <a:t>&lt;customer&gt;  	</a:t>
            </a:r>
            <a:r>
              <a:rPr lang="en-US" sz="1100" dirty="0" smtClean="0">
                <a:solidFill>
                  <a:srgbClr val="FF0000"/>
                </a:solidFill>
              </a:rPr>
              <a:t>Name, Project Role, e-mail, phone</a:t>
            </a:r>
          </a:p>
          <a:p>
            <a:pPr lvl="0"/>
            <a:endParaRPr lang="en-GB" sz="1100" dirty="0" smtClean="0">
              <a:solidFill>
                <a:srgbClr val="FF0000"/>
              </a:solidFill>
            </a:endParaRPr>
          </a:p>
        </p:txBody>
      </p:sp>
      <p:sp>
        <p:nvSpPr>
          <p:cNvPr id="40" name="Text Box 1091"/>
          <p:cNvSpPr txBox="1">
            <a:spLocks noChangeArrowheads="1"/>
          </p:cNvSpPr>
          <p:nvPr/>
        </p:nvSpPr>
        <p:spPr bwMode="auto">
          <a:xfrm>
            <a:off x="6249043" y="800089"/>
            <a:ext cx="3250353"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l"/>
            <a:r>
              <a:rPr lang="en-US" sz="1600" b="1" dirty="0">
                <a:solidFill>
                  <a:srgbClr val="FF0000"/>
                </a:solidFill>
              </a:rPr>
              <a:t> </a:t>
            </a:r>
            <a:r>
              <a:rPr lang="en-US" sz="1600" b="1" dirty="0" smtClean="0"/>
              <a:t>Project</a:t>
            </a:r>
            <a:r>
              <a:rPr lang="en-US" sz="1600" b="1" dirty="0" smtClean="0">
                <a:solidFill>
                  <a:srgbClr val="FF0000"/>
                </a:solidFill>
              </a:rPr>
              <a:t> </a:t>
            </a:r>
            <a:r>
              <a:rPr lang="en-US" sz="1600" b="1" dirty="0" smtClean="0"/>
              <a:t>Stakeholders</a:t>
            </a:r>
            <a:endParaRPr lang="en-US" sz="1600" b="1" dirty="0"/>
          </a:p>
        </p:txBody>
      </p:sp>
      <p:sp>
        <p:nvSpPr>
          <p:cNvPr id="35" name="Rectangle 1097"/>
          <p:cNvSpPr>
            <a:spLocks noChangeArrowheads="1"/>
          </p:cNvSpPr>
          <p:nvPr/>
        </p:nvSpPr>
        <p:spPr bwMode="auto">
          <a:xfrm>
            <a:off x="6376686" y="5034787"/>
            <a:ext cx="5522351" cy="444500"/>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lvl="0"/>
            <a:r>
              <a:rPr lang="en-US" sz="1200" b="1" dirty="0" smtClean="0"/>
              <a:t>A N OTHER 4 R&amp;R:</a:t>
            </a:r>
          </a:p>
          <a:p>
            <a:pPr lvl="0"/>
            <a:r>
              <a:rPr lang="en-US" sz="1200" dirty="0" smtClean="0"/>
              <a:t>XXXXX</a:t>
            </a:r>
          </a:p>
        </p:txBody>
      </p:sp>
      <p:sp>
        <p:nvSpPr>
          <p:cNvPr id="33" name="Rectangle 1097"/>
          <p:cNvSpPr>
            <a:spLocks noChangeArrowheads="1"/>
          </p:cNvSpPr>
          <p:nvPr/>
        </p:nvSpPr>
        <p:spPr bwMode="auto">
          <a:xfrm>
            <a:off x="647532" y="968350"/>
            <a:ext cx="5294521" cy="2328367"/>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lvl="0"/>
            <a:r>
              <a:rPr lang="en-US" sz="1200" b="1" dirty="0" smtClean="0"/>
              <a:t>Project Team On-Boarding: </a:t>
            </a:r>
            <a:r>
              <a:rPr lang="en-US" sz="1200" i="1" dirty="0" smtClean="0">
                <a:solidFill>
                  <a:srgbClr val="FF0000"/>
                </a:solidFill>
              </a:rPr>
              <a:t>add details about anything that needs to happen when starting work on the project (e.g. customer equipment  / system access / access to project documents / training / Compliance etc)</a:t>
            </a:r>
          </a:p>
          <a:p>
            <a:pPr lvl="0"/>
            <a:endParaRPr lang="en-GB" sz="1200" i="1" dirty="0" smtClean="0">
              <a:solidFill>
                <a:srgbClr val="FF0000"/>
              </a:solidFill>
            </a:endParaRPr>
          </a:p>
          <a:p>
            <a:r>
              <a:rPr lang="en-US" sz="1200" b="1" dirty="0" smtClean="0"/>
              <a:t>Project Team Off-Boarding:  </a:t>
            </a:r>
            <a:r>
              <a:rPr lang="en-US" sz="1200" i="1" dirty="0" smtClean="0">
                <a:solidFill>
                  <a:srgbClr val="FF0000"/>
                </a:solidFill>
              </a:rPr>
              <a:t>add details about anything that needs to happen at project end (e.g. handing back equipment  / system access cessation / archiving of project documents etc)</a:t>
            </a:r>
          </a:p>
          <a:p>
            <a:pPr lvl="0"/>
            <a:endParaRPr lang="en-US" sz="1200" i="1" dirty="0" smtClean="0">
              <a:solidFill>
                <a:srgbClr val="FF0000"/>
              </a:solidFill>
            </a:endParaRPr>
          </a:p>
          <a:p>
            <a:pPr lvl="0"/>
            <a:endParaRPr lang="en-GB" sz="1200" i="1" dirty="0" smtClean="0">
              <a:solidFill>
                <a:srgbClr val="FF0000"/>
              </a:solidFill>
            </a:endParaRPr>
          </a:p>
        </p:txBody>
      </p:sp>
      <p:cxnSp>
        <p:nvCxnSpPr>
          <p:cNvPr id="41" name="Straight Arrow Connector 40"/>
          <p:cNvCxnSpPr/>
          <p:nvPr/>
        </p:nvCxnSpPr>
        <p:spPr>
          <a:xfrm flipV="1">
            <a:off x="5815086" y="3898900"/>
            <a:ext cx="12697" cy="19304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34" name="Title 33"/>
          <p:cNvSpPr>
            <a:spLocks noGrp="1"/>
          </p:cNvSpPr>
          <p:nvPr>
            <p:ph type="title"/>
          </p:nvPr>
        </p:nvSpPr>
        <p:spPr>
          <a:xfrm>
            <a:off x="531812" y="0"/>
            <a:ext cx="11125200" cy="889000"/>
          </a:xfrm>
        </p:spPr>
        <p:txBody>
          <a:bodyPr/>
          <a:lstStyle/>
          <a:p>
            <a:r>
              <a:rPr lang="en-US" dirty="0" smtClean="0"/>
              <a:t>&lt;Customer&gt; &lt;Project Name&gt;</a:t>
            </a:r>
            <a:endParaRPr lang="en-US" dirty="0"/>
          </a:p>
        </p:txBody>
      </p:sp>
      <p:sp>
        <p:nvSpPr>
          <p:cNvPr id="36" name="Footer Placeholder 35"/>
          <p:cNvSpPr>
            <a:spLocks noGrp="1"/>
          </p:cNvSpPr>
          <p:nvPr>
            <p:ph type="ftr" sz="quarter" idx="11"/>
          </p:nvPr>
        </p:nvSpPr>
        <p:spPr/>
        <p:txBody>
          <a:bodyPr/>
          <a:lstStyle/>
          <a:p>
            <a:r>
              <a:rPr lang="en-US" smtClean="0"/>
              <a:t>Use Insert &gt; Header and Footer to Update Confidentiality Requirements</a:t>
            </a:r>
            <a:endParaRPr lang="en-US" dirty="0"/>
          </a:p>
        </p:txBody>
      </p:sp>
    </p:spTree>
  </p:cSld>
  <p:clrMapOvr>
    <a:masterClrMapping/>
  </p:clrMapOvr>
  <p:transition spd="med">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1090"/>
          <p:cNvSpPr txBox="1">
            <a:spLocks noChangeArrowheads="1"/>
          </p:cNvSpPr>
          <p:nvPr/>
        </p:nvSpPr>
        <p:spPr bwMode="auto">
          <a:xfrm>
            <a:off x="188774" y="841166"/>
            <a:ext cx="4174099"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l"/>
            <a:r>
              <a:rPr lang="en-US" sz="1600" b="1" dirty="0" smtClean="0">
                <a:solidFill>
                  <a:schemeClr val="tx1">
                    <a:lumMod val="95000"/>
                    <a:lumOff val="5000"/>
                  </a:schemeClr>
                </a:solidFill>
              </a:rPr>
              <a:t>Project Success Factors</a:t>
            </a:r>
            <a:endParaRPr lang="en-US" sz="1600" b="1" dirty="0">
              <a:solidFill>
                <a:schemeClr val="tx1">
                  <a:lumMod val="95000"/>
                  <a:lumOff val="5000"/>
                </a:schemeClr>
              </a:solidFill>
            </a:endParaRPr>
          </a:p>
        </p:txBody>
      </p:sp>
      <p:sp>
        <p:nvSpPr>
          <p:cNvPr id="14" name="Rectangle 1096"/>
          <p:cNvSpPr>
            <a:spLocks noChangeArrowheads="1"/>
          </p:cNvSpPr>
          <p:nvPr/>
        </p:nvSpPr>
        <p:spPr bwMode="auto">
          <a:xfrm>
            <a:off x="312146" y="1193801"/>
            <a:ext cx="11178362" cy="927099"/>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a:buFont typeface="Arial" pitchFamily="34" charset="0"/>
              <a:buChar char="•"/>
              <a:defRPr/>
            </a:pPr>
            <a:r>
              <a:rPr lang="en-US" sz="1200" i="1" dirty="0" smtClean="0"/>
              <a:t>This is from contract or as agreed with customer</a:t>
            </a:r>
          </a:p>
        </p:txBody>
      </p:sp>
      <p:sp>
        <p:nvSpPr>
          <p:cNvPr id="9" name="Rectangle 1096"/>
          <p:cNvSpPr>
            <a:spLocks noChangeArrowheads="1"/>
          </p:cNvSpPr>
          <p:nvPr/>
        </p:nvSpPr>
        <p:spPr bwMode="auto">
          <a:xfrm>
            <a:off x="368205" y="4978402"/>
            <a:ext cx="11135000" cy="1015999"/>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a:buFont typeface="Arial" pitchFamily="34" charset="0"/>
              <a:buChar char="•"/>
              <a:defRPr/>
            </a:pPr>
            <a:r>
              <a:rPr lang="en-US" sz="1200" i="1" dirty="0" smtClean="0"/>
              <a:t>This is from contract or as agreed with customer</a:t>
            </a:r>
          </a:p>
          <a:p>
            <a:pPr>
              <a:buFont typeface="Arial" pitchFamily="34" charset="0"/>
              <a:buChar char="•"/>
              <a:defRPr/>
            </a:pPr>
            <a:endParaRPr lang="en-GB" sz="1200" i="1" dirty="0" smtClean="0"/>
          </a:p>
        </p:txBody>
      </p:sp>
      <p:sp>
        <p:nvSpPr>
          <p:cNvPr id="11" name="Text Box 1090"/>
          <p:cNvSpPr txBox="1">
            <a:spLocks noChangeArrowheads="1"/>
          </p:cNvSpPr>
          <p:nvPr/>
        </p:nvSpPr>
        <p:spPr bwMode="auto">
          <a:xfrm>
            <a:off x="328437" y="4638466"/>
            <a:ext cx="4174099"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l"/>
            <a:r>
              <a:rPr lang="en-US" sz="1600" b="1" dirty="0" smtClean="0">
                <a:solidFill>
                  <a:schemeClr val="tx1">
                    <a:lumMod val="95000"/>
                    <a:lumOff val="5000"/>
                  </a:schemeClr>
                </a:solidFill>
              </a:rPr>
              <a:t>Acceptance Criteria</a:t>
            </a:r>
            <a:endParaRPr lang="en-US" sz="1600" b="1" dirty="0">
              <a:solidFill>
                <a:schemeClr val="tx1">
                  <a:lumMod val="95000"/>
                  <a:lumOff val="5000"/>
                </a:schemeClr>
              </a:solidFill>
            </a:endParaRPr>
          </a:p>
        </p:txBody>
      </p:sp>
      <p:sp>
        <p:nvSpPr>
          <p:cNvPr id="12" name="Rectangle 1096"/>
          <p:cNvSpPr>
            <a:spLocks noChangeArrowheads="1"/>
          </p:cNvSpPr>
          <p:nvPr/>
        </p:nvSpPr>
        <p:spPr bwMode="auto">
          <a:xfrm>
            <a:off x="312145" y="2438402"/>
            <a:ext cx="11165665" cy="939799"/>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a:buFont typeface="Arial" pitchFamily="34" charset="0"/>
              <a:buChar char="•"/>
              <a:defRPr/>
            </a:pPr>
            <a:r>
              <a:rPr lang="en-US" sz="1200" i="1" dirty="0" smtClean="0"/>
              <a:t>This is from contract or as agreed with customer</a:t>
            </a:r>
          </a:p>
        </p:txBody>
      </p:sp>
      <p:sp>
        <p:nvSpPr>
          <p:cNvPr id="13" name="Text Box 1090"/>
          <p:cNvSpPr txBox="1">
            <a:spLocks noChangeArrowheads="1"/>
          </p:cNvSpPr>
          <p:nvPr/>
        </p:nvSpPr>
        <p:spPr bwMode="auto">
          <a:xfrm>
            <a:off x="328437" y="2111166"/>
            <a:ext cx="4174099"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l"/>
            <a:r>
              <a:rPr lang="en-GB" sz="1600" b="1" dirty="0" smtClean="0">
                <a:solidFill>
                  <a:schemeClr val="tx1">
                    <a:lumMod val="95000"/>
                    <a:lumOff val="5000"/>
                  </a:schemeClr>
                </a:solidFill>
              </a:rPr>
              <a:t>Assumptions</a:t>
            </a:r>
            <a:endParaRPr lang="en-US" sz="1600" b="1" dirty="0">
              <a:solidFill>
                <a:schemeClr val="tx1">
                  <a:lumMod val="95000"/>
                  <a:lumOff val="5000"/>
                </a:schemeClr>
              </a:solidFill>
            </a:endParaRPr>
          </a:p>
        </p:txBody>
      </p:sp>
      <p:sp>
        <p:nvSpPr>
          <p:cNvPr id="15" name="Text Box 1090"/>
          <p:cNvSpPr txBox="1">
            <a:spLocks noChangeArrowheads="1"/>
          </p:cNvSpPr>
          <p:nvPr/>
        </p:nvSpPr>
        <p:spPr bwMode="auto">
          <a:xfrm>
            <a:off x="315741" y="3393866"/>
            <a:ext cx="4174099"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l"/>
            <a:r>
              <a:rPr lang="en-US" sz="1600" b="1" dirty="0" smtClean="0">
                <a:solidFill>
                  <a:schemeClr val="tx1">
                    <a:lumMod val="95000"/>
                    <a:lumOff val="5000"/>
                  </a:schemeClr>
                </a:solidFill>
              </a:rPr>
              <a:t>Obligations</a:t>
            </a:r>
            <a:endParaRPr lang="en-US" sz="1600" b="1" dirty="0">
              <a:solidFill>
                <a:schemeClr val="tx1">
                  <a:lumMod val="95000"/>
                  <a:lumOff val="5000"/>
                </a:schemeClr>
              </a:solidFill>
            </a:endParaRPr>
          </a:p>
        </p:txBody>
      </p:sp>
      <p:sp>
        <p:nvSpPr>
          <p:cNvPr id="17" name="Rectangle 1096"/>
          <p:cNvSpPr>
            <a:spLocks noChangeArrowheads="1"/>
          </p:cNvSpPr>
          <p:nvPr/>
        </p:nvSpPr>
        <p:spPr bwMode="auto">
          <a:xfrm>
            <a:off x="337539" y="3708402"/>
            <a:ext cx="11165665" cy="939799"/>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a:buFont typeface="Arial" pitchFamily="34" charset="0"/>
              <a:buChar char="•"/>
              <a:defRPr/>
            </a:pPr>
            <a:r>
              <a:rPr lang="en-US" sz="1200" i="1" dirty="0" smtClean="0"/>
              <a:t>This is from contract or as agreed with customer</a:t>
            </a:r>
          </a:p>
          <a:p>
            <a:pPr>
              <a:buFont typeface="Arial" pitchFamily="34" charset="0"/>
              <a:buChar char="•"/>
              <a:defRPr/>
            </a:pPr>
            <a:r>
              <a:rPr lang="en-GB" sz="1200" dirty="0" smtClean="0"/>
              <a:t>OCM:  For this project, it is solely the </a:t>
            </a:r>
            <a:r>
              <a:rPr lang="en-GB" sz="1200" dirty="0" smtClean="0"/>
              <a:t>customer’s responsibility </a:t>
            </a:r>
            <a:r>
              <a:rPr lang="en-GB" sz="1200" dirty="0" smtClean="0"/>
              <a:t>to define and execute OCM plans. </a:t>
            </a:r>
            <a:r>
              <a:rPr lang="en-GB" sz="1200" i="1" dirty="0" smtClean="0">
                <a:solidFill>
                  <a:srgbClr val="FF0000"/>
                </a:solidFill>
              </a:rPr>
              <a:t>If this is the project team’s responsibility, remove this  bullet and add an appendix to cover the process that has been agreed in the contract.</a:t>
            </a:r>
            <a:r>
              <a:rPr lang="en-GB" sz="1200" dirty="0" smtClean="0"/>
              <a:t>  </a:t>
            </a:r>
          </a:p>
          <a:p>
            <a:pPr>
              <a:buFont typeface="Arial" pitchFamily="34" charset="0"/>
              <a:buChar char="•"/>
              <a:defRPr/>
            </a:pPr>
            <a:endParaRPr lang="en-US" sz="1200" i="1" dirty="0" smtClean="0"/>
          </a:p>
        </p:txBody>
      </p:sp>
      <p:sp>
        <p:nvSpPr>
          <p:cNvPr id="16" name="Title 15"/>
          <p:cNvSpPr>
            <a:spLocks noGrp="1"/>
          </p:cNvSpPr>
          <p:nvPr>
            <p:ph type="title"/>
          </p:nvPr>
        </p:nvSpPr>
        <p:spPr>
          <a:xfrm>
            <a:off x="531812" y="0"/>
            <a:ext cx="11125200" cy="889000"/>
          </a:xfrm>
        </p:spPr>
        <p:txBody>
          <a:bodyPr/>
          <a:lstStyle/>
          <a:p>
            <a:r>
              <a:rPr lang="en-US" dirty="0" smtClean="0"/>
              <a:t>&lt;Customer&gt; &lt;Project Name&gt;</a:t>
            </a:r>
            <a:endParaRPr lang="en-US" dirty="0"/>
          </a:p>
        </p:txBody>
      </p:sp>
      <p:sp>
        <p:nvSpPr>
          <p:cNvPr id="18" name="Footer Placeholder 4"/>
          <p:cNvSpPr txBox="1">
            <a:spLocks/>
          </p:cNvSpPr>
          <p:nvPr/>
        </p:nvSpPr>
        <p:spPr>
          <a:xfrm>
            <a:off x="2158417" y="6415617"/>
            <a:ext cx="3859795" cy="366183"/>
          </a:xfrm>
          <a:prstGeom prst="rect">
            <a:avLst/>
          </a:prstGeom>
        </p:spPr>
        <p:txBody>
          <a:bodyPr lIns="121899" tIns="60949" rIns="121899" bIns="60949"/>
          <a:lstStyle>
            <a:lvl1pPr>
              <a:defRPr/>
            </a:lvl1pPr>
          </a:lstStyle>
          <a:p>
            <a:pPr lvl="0">
              <a:defRPr/>
            </a:pPr>
            <a:r>
              <a:rPr lang="en-US" sz="800" dirty="0" smtClean="0"/>
              <a:t>&lt;CUST&gt;-ORCL-PMP-005 </a:t>
            </a:r>
            <a:r>
              <a:rPr lang="en-US" sz="800" b="1" dirty="0" smtClean="0"/>
              <a:t>3003XXXXX</a:t>
            </a:r>
            <a:endParaRPr lang="en-US" sz="800" dirty="0" smtClean="0"/>
          </a:p>
          <a:p>
            <a:pPr lvl="0">
              <a:defRPr/>
            </a:pPr>
            <a:r>
              <a:rPr lang="en-US" sz="800" b="1" dirty="0" smtClean="0"/>
              <a:t>Version:               Date:  	</a:t>
            </a:r>
            <a:r>
              <a:rPr lang="en-US" sz="800" dirty="0" smtClean="0"/>
              <a:t>Page 4 of 6</a:t>
            </a:r>
            <a:endParaRPr lang="en-US" sz="800" dirty="0">
              <a:latin typeface="Arial" pitchFamily="34" charset="0"/>
              <a:ea typeface="ＭＳ Ｐゴシック" pitchFamily="34" charset="-128"/>
              <a:cs typeface="Arial" pitchFamily="34" charset="0"/>
            </a:endParaRPr>
          </a:p>
        </p:txBody>
      </p:sp>
      <p:sp>
        <p:nvSpPr>
          <p:cNvPr id="19" name="Footer Placeholder 18"/>
          <p:cNvSpPr>
            <a:spLocks noGrp="1"/>
          </p:cNvSpPr>
          <p:nvPr>
            <p:ph type="ftr" sz="quarter" idx="11"/>
          </p:nvPr>
        </p:nvSpPr>
        <p:spPr/>
        <p:txBody>
          <a:bodyPr/>
          <a:lstStyle/>
          <a:p>
            <a:r>
              <a:rPr lang="en-US" smtClean="0"/>
              <a:t>Use Insert &gt; Header and Footer to Update Confidentiality Requirements</a:t>
            </a:r>
            <a:endParaRPr lang="en-US" dirty="0"/>
          </a:p>
        </p:txBody>
      </p:sp>
    </p:spTree>
    <p:extLst>
      <p:ext uri="{BB962C8B-B14F-4D97-AF65-F5344CB8AC3E}">
        <p14:creationId xmlns:p14="http://schemas.microsoft.com/office/powerpoint/2010/main" xmlns="" val="71950556"/>
      </p:ext>
    </p:extLst>
  </p:cSld>
  <p:clrMapOvr>
    <a:masterClrMapping/>
  </p:clrMapOvr>
  <p:transition spd="med">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1090"/>
          <p:cNvSpPr txBox="1">
            <a:spLocks noChangeArrowheads="1"/>
          </p:cNvSpPr>
          <p:nvPr/>
        </p:nvSpPr>
        <p:spPr bwMode="auto">
          <a:xfrm>
            <a:off x="303044" y="980866"/>
            <a:ext cx="4174099"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l"/>
            <a:r>
              <a:rPr lang="en-US" sz="1600" b="1" dirty="0" smtClean="0">
                <a:solidFill>
                  <a:schemeClr val="tx1">
                    <a:lumMod val="95000"/>
                    <a:lumOff val="5000"/>
                  </a:schemeClr>
                </a:solidFill>
              </a:rPr>
              <a:t>Change Log</a:t>
            </a:r>
            <a:endParaRPr lang="en-US" sz="1600" b="1" dirty="0">
              <a:solidFill>
                <a:schemeClr val="tx1">
                  <a:lumMod val="95000"/>
                  <a:lumOff val="5000"/>
                </a:schemeClr>
              </a:solidFill>
            </a:endParaRPr>
          </a:p>
        </p:txBody>
      </p:sp>
      <p:sp>
        <p:nvSpPr>
          <p:cNvPr id="30" name="Footer Placeholder 4"/>
          <p:cNvSpPr txBox="1">
            <a:spLocks/>
          </p:cNvSpPr>
          <p:nvPr/>
        </p:nvSpPr>
        <p:spPr>
          <a:xfrm>
            <a:off x="2158417" y="6400800"/>
            <a:ext cx="3859795" cy="366183"/>
          </a:xfrm>
          <a:prstGeom prst="rect">
            <a:avLst/>
          </a:prstGeom>
        </p:spPr>
        <p:txBody>
          <a:bodyPr lIns="121899" tIns="60949" rIns="121899" bIns="60949"/>
          <a:lstStyle>
            <a:lvl1pPr>
              <a:defRPr/>
            </a:lvl1pPr>
          </a:lstStyle>
          <a:p>
            <a:pPr lvl="0">
              <a:defRPr/>
            </a:pPr>
            <a:r>
              <a:rPr lang="en-US" sz="700" dirty="0" smtClean="0"/>
              <a:t>&lt;</a:t>
            </a:r>
            <a:r>
              <a:rPr lang="en-US" sz="800" dirty="0" smtClean="0"/>
              <a:t>CUST&gt;</a:t>
            </a:r>
            <a:r>
              <a:rPr lang="en-US" sz="800" dirty="0" smtClean="0">
                <a:latin typeface="Arial" pitchFamily="34" charset="0"/>
                <a:ea typeface="ＭＳ Ｐゴシック" pitchFamily="34" charset="-128"/>
                <a:cs typeface="Arial" pitchFamily="34" charset="0"/>
              </a:rPr>
              <a:t>-ORCL-PMP-005 </a:t>
            </a:r>
            <a:r>
              <a:rPr lang="en-US" sz="800" b="1" dirty="0" smtClean="0"/>
              <a:t>3003XXXXX</a:t>
            </a:r>
            <a:endParaRPr lang="en-US" sz="800" dirty="0" smtClean="0">
              <a:latin typeface="Arial" pitchFamily="34" charset="0"/>
              <a:ea typeface="ＭＳ Ｐゴシック" pitchFamily="34" charset="-128"/>
              <a:cs typeface="Arial" pitchFamily="34" charset="0"/>
            </a:endParaRPr>
          </a:p>
          <a:p>
            <a:pPr lvl="0">
              <a:defRPr/>
            </a:pPr>
            <a:r>
              <a:rPr lang="en-US" sz="800" b="1" dirty="0" smtClean="0"/>
              <a:t>Version:               Date:  	</a:t>
            </a:r>
            <a:r>
              <a:rPr lang="en-US" sz="800" dirty="0" smtClean="0">
                <a:latin typeface="Arial" pitchFamily="34" charset="0"/>
                <a:ea typeface="ＭＳ Ｐゴシック" pitchFamily="34" charset="-128"/>
                <a:cs typeface="Arial" pitchFamily="34" charset="0"/>
              </a:rPr>
              <a:t>Page 5 of 6</a:t>
            </a:r>
            <a:endParaRPr lang="en-US" sz="800" dirty="0">
              <a:latin typeface="Arial" pitchFamily="34" charset="0"/>
              <a:ea typeface="ＭＳ Ｐゴシック" pitchFamily="34" charset="-128"/>
              <a:cs typeface="Arial" pitchFamily="34" charset="0"/>
            </a:endParaRPr>
          </a:p>
        </p:txBody>
      </p:sp>
      <p:sp>
        <p:nvSpPr>
          <p:cNvPr id="11" name="Text Box 1090"/>
          <p:cNvSpPr txBox="1">
            <a:spLocks noChangeArrowheads="1"/>
          </p:cNvSpPr>
          <p:nvPr/>
        </p:nvSpPr>
        <p:spPr bwMode="auto">
          <a:xfrm>
            <a:off x="318687" y="2867477"/>
            <a:ext cx="4174099"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l"/>
            <a:r>
              <a:rPr lang="en-US" sz="1600" b="1" dirty="0" smtClean="0">
                <a:solidFill>
                  <a:schemeClr val="tx1">
                    <a:lumMod val="95000"/>
                    <a:lumOff val="5000"/>
                  </a:schemeClr>
                </a:solidFill>
              </a:rPr>
              <a:t>Reviewers</a:t>
            </a:r>
            <a:endParaRPr lang="en-US" sz="1600" b="1" dirty="0">
              <a:solidFill>
                <a:schemeClr val="tx1">
                  <a:lumMod val="95000"/>
                  <a:lumOff val="5000"/>
                </a:schemeClr>
              </a:solidFill>
            </a:endParaRPr>
          </a:p>
        </p:txBody>
      </p:sp>
      <p:sp>
        <p:nvSpPr>
          <p:cNvPr id="12" name="Text Box 1091"/>
          <p:cNvSpPr txBox="1">
            <a:spLocks noChangeArrowheads="1"/>
          </p:cNvSpPr>
          <p:nvPr/>
        </p:nvSpPr>
        <p:spPr bwMode="auto">
          <a:xfrm>
            <a:off x="6156983" y="2182357"/>
            <a:ext cx="3112960"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l"/>
            <a:r>
              <a:rPr lang="en-US" sz="1600" b="1" dirty="0">
                <a:solidFill>
                  <a:srgbClr val="FF0000"/>
                </a:solidFill>
              </a:rPr>
              <a:t> </a:t>
            </a:r>
            <a:r>
              <a:rPr lang="en-US" sz="1600" b="1" dirty="0" smtClean="0"/>
              <a:t>General Administration</a:t>
            </a:r>
            <a:endParaRPr lang="en-US" sz="1600" b="1" dirty="0"/>
          </a:p>
        </p:txBody>
      </p:sp>
      <p:sp>
        <p:nvSpPr>
          <p:cNvPr id="13" name="Rectangle 1097"/>
          <p:cNvSpPr>
            <a:spLocks noChangeArrowheads="1"/>
          </p:cNvSpPr>
          <p:nvPr/>
        </p:nvSpPr>
        <p:spPr bwMode="auto">
          <a:xfrm>
            <a:off x="6154038" y="2496923"/>
            <a:ext cx="5650027" cy="1706880"/>
          </a:xfrm>
          <a:prstGeom prst="rect">
            <a:avLst/>
          </a:prstGeom>
          <a:noFill/>
          <a:ln w="9525">
            <a:solidFill>
              <a:schemeClr val="bg2"/>
            </a:solidFill>
            <a:miter lim="800000"/>
            <a:headEnd/>
            <a:tailEnd/>
          </a:ln>
          <a:effectLst/>
        </p:spPr>
        <p:txBody>
          <a:bodyPr lIns="60949" tIns="60949" rIns="60949" bIns="60949"/>
          <a:lstStyle/>
          <a:p>
            <a:pPr>
              <a:defRPr/>
            </a:pPr>
            <a:r>
              <a:rPr lang="en-GB" sz="1100" dirty="0" smtClean="0"/>
              <a:t>This project will follow the Oracle OUM Methodology</a:t>
            </a:r>
            <a:endParaRPr lang="en-US" sz="1100" dirty="0" smtClean="0"/>
          </a:p>
          <a:p>
            <a:pPr>
              <a:defRPr/>
            </a:pPr>
            <a:r>
              <a:rPr lang="en-US" sz="1100" dirty="0" smtClean="0"/>
              <a:t>Project Work area location:  </a:t>
            </a:r>
            <a:r>
              <a:rPr lang="en-US" sz="1100" dirty="0" smtClean="0">
                <a:solidFill>
                  <a:srgbClr val="FF0000"/>
                </a:solidFill>
              </a:rPr>
              <a:t>Add a link to the location here</a:t>
            </a:r>
            <a:endParaRPr lang="en-US" sz="1100" dirty="0" smtClean="0"/>
          </a:p>
          <a:p>
            <a:pPr>
              <a:defRPr/>
            </a:pPr>
            <a:r>
              <a:rPr lang="en-US" sz="1100" dirty="0" smtClean="0"/>
              <a:t>Team Calendar location: </a:t>
            </a:r>
            <a:r>
              <a:rPr lang="en-US" sz="1100" dirty="0" smtClean="0">
                <a:solidFill>
                  <a:srgbClr val="FF0000"/>
                </a:solidFill>
              </a:rPr>
              <a:t>Add a link to the location here</a:t>
            </a:r>
            <a:endParaRPr lang="en-US" sz="1100" dirty="0" smtClean="0"/>
          </a:p>
          <a:p>
            <a:pPr>
              <a:defRPr/>
            </a:pPr>
            <a:r>
              <a:rPr lang="en-US" sz="1100" dirty="0" smtClean="0"/>
              <a:t>Time Sheets:  Every Thursday</a:t>
            </a:r>
          </a:p>
          <a:p>
            <a:pPr>
              <a:defRPr/>
            </a:pPr>
            <a:r>
              <a:rPr lang="en-US" sz="1100" dirty="0" smtClean="0"/>
              <a:t>Expenses: Weekly submission but no later than 21 days after incurring the expense</a:t>
            </a:r>
          </a:p>
          <a:p>
            <a:pPr>
              <a:defRPr/>
            </a:pPr>
            <a:r>
              <a:rPr lang="en-US" sz="1100" dirty="0" smtClean="0"/>
              <a:t>Public Holidays:  </a:t>
            </a:r>
            <a:r>
              <a:rPr lang="en-US" sz="1100" dirty="0" smtClean="0">
                <a:solidFill>
                  <a:srgbClr val="FF0000"/>
                </a:solidFill>
              </a:rPr>
              <a:t>Provide details</a:t>
            </a:r>
            <a:endParaRPr lang="en-US" sz="1100" dirty="0" smtClean="0"/>
          </a:p>
          <a:p>
            <a:pPr>
              <a:defRPr/>
            </a:pPr>
            <a:r>
              <a:rPr lang="en-US" sz="1100" dirty="0" smtClean="0"/>
              <a:t>Vacation Requests: </a:t>
            </a:r>
            <a:r>
              <a:rPr lang="en-US" sz="1100" dirty="0" smtClean="0">
                <a:solidFill>
                  <a:srgbClr val="FF0000"/>
                </a:solidFill>
              </a:rPr>
              <a:t>Provide details</a:t>
            </a:r>
            <a:endParaRPr lang="en-US" sz="1100" dirty="0" smtClean="0"/>
          </a:p>
          <a:p>
            <a:pPr>
              <a:defRPr/>
            </a:pPr>
            <a:r>
              <a:rPr lang="en-US" sz="1100" dirty="0" smtClean="0"/>
              <a:t>Compliance Monitoring Procedures: </a:t>
            </a:r>
            <a:r>
              <a:rPr lang="en-US" sz="1100" dirty="0" smtClean="0">
                <a:solidFill>
                  <a:srgbClr val="FF0000"/>
                </a:solidFill>
              </a:rPr>
              <a:t>Add a link to the location here</a:t>
            </a:r>
            <a:endParaRPr lang="en-US" sz="1100" dirty="0" smtClean="0"/>
          </a:p>
          <a:p>
            <a:pPr>
              <a:defRPr/>
            </a:pPr>
            <a:r>
              <a:rPr lang="en-US" sz="1100" dirty="0" smtClean="0"/>
              <a:t>Actions Log Location: </a:t>
            </a:r>
            <a:r>
              <a:rPr lang="en-US" sz="1100" dirty="0" smtClean="0">
                <a:solidFill>
                  <a:srgbClr val="FF0000"/>
                </a:solidFill>
              </a:rPr>
              <a:t>Add a link to the location here</a:t>
            </a:r>
            <a:endParaRPr lang="en-GB" sz="1100" dirty="0" smtClean="0"/>
          </a:p>
          <a:p>
            <a:pPr>
              <a:defRPr/>
            </a:pPr>
            <a:endParaRPr lang="en-US" sz="1100" dirty="0" smtClean="0"/>
          </a:p>
        </p:txBody>
      </p:sp>
      <p:graphicFrame>
        <p:nvGraphicFramePr>
          <p:cNvPr id="15" name="Table 14"/>
          <p:cNvGraphicFramePr>
            <a:graphicFrameLocks noGrp="1"/>
          </p:cNvGraphicFramePr>
          <p:nvPr/>
        </p:nvGraphicFramePr>
        <p:xfrm>
          <a:off x="330114" y="1391920"/>
          <a:ext cx="5637332" cy="1422400"/>
        </p:xfrm>
        <a:graphic>
          <a:graphicData uri="http://schemas.openxmlformats.org/drawingml/2006/table">
            <a:tbl>
              <a:tblPr/>
              <a:tblGrid>
                <a:gridCol w="681185"/>
                <a:gridCol w="1232902"/>
                <a:gridCol w="789497"/>
                <a:gridCol w="2933748"/>
              </a:tblGrid>
              <a:tr h="162560">
                <a:tc>
                  <a:txBody>
                    <a:bodyPr/>
                    <a:lstStyle/>
                    <a:p>
                      <a:pPr algn="l" hangingPunct="0">
                        <a:spcBef>
                          <a:spcPts val="600"/>
                        </a:spcBef>
                        <a:spcAft>
                          <a:spcPts val="600"/>
                        </a:spcAft>
                      </a:pPr>
                      <a:r>
                        <a:rPr lang="en-US" sz="1100" b="1" dirty="0">
                          <a:latin typeface="Calibri"/>
                          <a:ea typeface="Times New Roman"/>
                          <a:cs typeface="Times New Roman"/>
                        </a:rPr>
                        <a:t>Date</a:t>
                      </a:r>
                      <a:endParaRPr lang="en-US" sz="1100" b="1" dirty="0">
                        <a:latin typeface="Book Antiqua"/>
                        <a:ea typeface="Times New Roman"/>
                        <a:cs typeface="Times New Roman"/>
                      </a:endParaRPr>
                    </a:p>
                  </a:txBody>
                  <a:tcPr marL="81259" marR="81259" marT="0" marB="0">
                    <a:lnL w="1905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DB3E2"/>
                    </a:solidFill>
                  </a:tcPr>
                </a:tc>
                <a:tc>
                  <a:txBody>
                    <a:bodyPr/>
                    <a:lstStyle/>
                    <a:p>
                      <a:pPr algn="l" hangingPunct="0">
                        <a:spcBef>
                          <a:spcPts val="600"/>
                        </a:spcBef>
                        <a:spcAft>
                          <a:spcPts val="600"/>
                        </a:spcAft>
                      </a:pPr>
                      <a:r>
                        <a:rPr lang="en-US" sz="1100" b="1" dirty="0">
                          <a:latin typeface="Calibri"/>
                          <a:ea typeface="Times New Roman"/>
                          <a:cs typeface="Times New Roman"/>
                        </a:rPr>
                        <a:t>Author</a:t>
                      </a:r>
                      <a:endParaRPr lang="en-US" sz="1100" b="1" dirty="0">
                        <a:latin typeface="Book Antiqua"/>
                        <a:ea typeface="Times New Roman"/>
                        <a:cs typeface="Times New Roman"/>
                      </a:endParaRPr>
                    </a:p>
                  </a:txBody>
                  <a:tcPr marL="81259" marR="81259" marT="0" marB="0">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DB3E2"/>
                    </a:solidFill>
                  </a:tcPr>
                </a:tc>
                <a:tc>
                  <a:txBody>
                    <a:bodyPr/>
                    <a:lstStyle/>
                    <a:p>
                      <a:pPr algn="l" hangingPunct="0">
                        <a:spcBef>
                          <a:spcPts val="600"/>
                        </a:spcBef>
                        <a:spcAft>
                          <a:spcPts val="600"/>
                        </a:spcAft>
                      </a:pPr>
                      <a:r>
                        <a:rPr lang="en-US" sz="1100" b="1" dirty="0">
                          <a:latin typeface="Calibri"/>
                          <a:ea typeface="Times New Roman"/>
                          <a:cs typeface="Times New Roman"/>
                        </a:rPr>
                        <a:t>Version</a:t>
                      </a:r>
                      <a:endParaRPr lang="en-US" sz="1100" b="1" dirty="0">
                        <a:latin typeface="Book Antiqua"/>
                        <a:ea typeface="Times New Roman"/>
                        <a:cs typeface="Times New Roman"/>
                      </a:endParaRPr>
                    </a:p>
                  </a:txBody>
                  <a:tcPr marL="81259" marR="81259" marT="0" marB="0">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DB3E2"/>
                    </a:solidFill>
                  </a:tcPr>
                </a:tc>
                <a:tc>
                  <a:txBody>
                    <a:bodyPr/>
                    <a:lstStyle/>
                    <a:p>
                      <a:pPr algn="l" hangingPunct="0">
                        <a:spcBef>
                          <a:spcPts val="600"/>
                        </a:spcBef>
                        <a:spcAft>
                          <a:spcPts val="600"/>
                        </a:spcAft>
                      </a:pPr>
                      <a:r>
                        <a:rPr lang="en-US" sz="1100" b="1" dirty="0">
                          <a:latin typeface="Calibri"/>
                          <a:ea typeface="Times New Roman"/>
                          <a:cs typeface="Times New Roman"/>
                        </a:rPr>
                        <a:t>Change Reference</a:t>
                      </a:r>
                      <a:endParaRPr lang="en-US" sz="1100" b="1" dirty="0">
                        <a:latin typeface="Book Antiqua"/>
                        <a:ea typeface="Times New Roman"/>
                        <a:cs typeface="Times New Roman"/>
                      </a:endParaRPr>
                    </a:p>
                  </a:txBody>
                  <a:tcPr marL="81259" marR="81259" marT="0" marB="0">
                    <a:lnL>
                      <a:noFill/>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DB3E2"/>
                    </a:solidFill>
                  </a:tcPr>
                </a:tc>
              </a:tr>
              <a:tr h="81280">
                <a:tc>
                  <a:txBody>
                    <a:bodyPr/>
                    <a:lstStyle/>
                    <a:p>
                      <a:pPr algn="l" hangingPunct="0">
                        <a:spcAft>
                          <a:spcPts val="0"/>
                        </a:spcAft>
                      </a:pPr>
                      <a:endParaRPr lang="en-US" sz="500" dirty="0">
                        <a:latin typeface="Calibri"/>
                        <a:ea typeface="Times New Roman"/>
                        <a:cs typeface="Times New Roman"/>
                      </a:endParaRPr>
                    </a:p>
                  </a:txBody>
                  <a:tcPr marL="81259" marR="81259"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50">
                      <a:fgClr>
                        <a:srgbClr val="FFFFFF"/>
                      </a:fgClr>
                      <a:bgClr>
                        <a:srgbClr val="7F7F7F"/>
                      </a:bgClr>
                    </a:pattFill>
                  </a:tcPr>
                </a:tc>
                <a:tc>
                  <a:txBody>
                    <a:bodyPr/>
                    <a:lstStyle/>
                    <a:p>
                      <a:pPr algn="l" hangingPunct="0">
                        <a:spcAft>
                          <a:spcPts val="0"/>
                        </a:spcAft>
                      </a:pPr>
                      <a:endParaRPr lang="en-US" sz="500" dirty="0">
                        <a:latin typeface="Calibri"/>
                        <a:ea typeface="Times New Roman"/>
                        <a:cs typeface="Times New Roman"/>
                      </a:endParaRPr>
                    </a:p>
                  </a:txBody>
                  <a:tcPr marL="81259" marR="81259"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50">
                      <a:fgClr>
                        <a:srgbClr val="FFFFFF"/>
                      </a:fgClr>
                      <a:bgClr>
                        <a:srgbClr val="7F7F7F"/>
                      </a:bgClr>
                    </a:pattFill>
                  </a:tcPr>
                </a:tc>
                <a:tc>
                  <a:txBody>
                    <a:bodyPr/>
                    <a:lstStyle/>
                    <a:p>
                      <a:pPr algn="l" hangingPunct="0">
                        <a:spcAft>
                          <a:spcPts val="0"/>
                        </a:spcAft>
                      </a:pPr>
                      <a:endParaRPr lang="en-US" sz="500" dirty="0">
                        <a:latin typeface="Calibri"/>
                        <a:ea typeface="Times New Roman"/>
                        <a:cs typeface="Times New Roman"/>
                      </a:endParaRPr>
                    </a:p>
                  </a:txBody>
                  <a:tcPr marL="81259" marR="81259"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50">
                      <a:fgClr>
                        <a:srgbClr val="FFFFFF"/>
                      </a:fgClr>
                      <a:bgClr>
                        <a:srgbClr val="7F7F7F"/>
                      </a:bgClr>
                    </a:pattFill>
                  </a:tcPr>
                </a:tc>
                <a:tc>
                  <a:txBody>
                    <a:bodyPr/>
                    <a:lstStyle/>
                    <a:p>
                      <a:pPr algn="l" hangingPunct="0">
                        <a:spcAft>
                          <a:spcPts val="0"/>
                        </a:spcAft>
                      </a:pPr>
                      <a:endParaRPr lang="en-US" sz="500" dirty="0">
                        <a:latin typeface="Calibri"/>
                        <a:ea typeface="Times New Roman"/>
                        <a:cs typeface="Times New Roman"/>
                      </a:endParaRPr>
                    </a:p>
                  </a:txBody>
                  <a:tcPr marL="81259" marR="81259"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50">
                      <a:fgClr>
                        <a:srgbClr val="FFFFFF"/>
                      </a:fgClr>
                      <a:bgClr>
                        <a:srgbClr val="7F7F7F"/>
                      </a:bgClr>
                    </a:pattFill>
                  </a:tcPr>
                </a:tc>
              </a:tr>
              <a:tr h="162560">
                <a:tc>
                  <a:txBody>
                    <a:bodyPr/>
                    <a:lstStyle/>
                    <a:p>
                      <a:pPr algn="l" hangingPunct="0">
                        <a:spcAft>
                          <a:spcPts val="0"/>
                        </a:spcAft>
                      </a:pPr>
                      <a:endParaRPr lang="en-US" sz="1100" dirty="0">
                        <a:latin typeface="Calibri"/>
                        <a:ea typeface="Times New Roman"/>
                        <a:cs typeface="Times New Roman"/>
                      </a:endParaRPr>
                    </a:p>
                  </a:txBody>
                  <a:tcPr marL="81259" marR="81259"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hangingPunct="0">
                        <a:spcAft>
                          <a:spcPts val="0"/>
                        </a:spcAft>
                      </a:pPr>
                      <a:r>
                        <a:rPr lang="en-US" sz="1100" dirty="0">
                          <a:latin typeface="Calibri"/>
                          <a:ea typeface="Times New Roman"/>
                          <a:cs typeface="Times New Roman"/>
                        </a:rPr>
                        <a:t>Oracle PM Name</a:t>
                      </a:r>
                      <a:endParaRPr lang="en-US" sz="1100" dirty="0">
                        <a:latin typeface="Book Antiqua"/>
                        <a:ea typeface="Times New Roman"/>
                        <a:cs typeface="Times New Roman"/>
                      </a:endParaRPr>
                    </a:p>
                  </a:txBody>
                  <a:tcPr marL="81259" marR="8125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hangingPunct="0">
                        <a:spcAft>
                          <a:spcPts val="0"/>
                        </a:spcAft>
                      </a:pPr>
                      <a:r>
                        <a:rPr lang="en-US" sz="1100" dirty="0">
                          <a:latin typeface="Calibri"/>
                          <a:ea typeface="Times New Roman"/>
                          <a:cs typeface="Times New Roman"/>
                        </a:rPr>
                        <a:t>1.0</a:t>
                      </a:r>
                      <a:endParaRPr lang="en-US" sz="1100" dirty="0">
                        <a:latin typeface="Book Antiqua"/>
                        <a:ea typeface="Times New Roman"/>
                        <a:cs typeface="Times New Roman"/>
                      </a:endParaRPr>
                    </a:p>
                  </a:txBody>
                  <a:tcPr marL="81259" marR="8125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hangingPunct="0">
                        <a:spcAft>
                          <a:spcPts val="0"/>
                        </a:spcAft>
                      </a:pPr>
                      <a:r>
                        <a:rPr lang="en-US" sz="1100" dirty="0">
                          <a:latin typeface="Calibri"/>
                          <a:ea typeface="Times New Roman"/>
                          <a:cs typeface="Times New Roman"/>
                        </a:rPr>
                        <a:t>No previous document.</a:t>
                      </a:r>
                      <a:endParaRPr lang="en-US" sz="1100" dirty="0">
                        <a:latin typeface="Book Antiqua"/>
                        <a:ea typeface="Times New Roman"/>
                        <a:cs typeface="Times New Roman"/>
                      </a:endParaRPr>
                    </a:p>
                  </a:txBody>
                  <a:tcPr marL="81259" marR="81259"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2560">
                <a:tc>
                  <a:txBody>
                    <a:bodyPr/>
                    <a:lstStyle/>
                    <a:p>
                      <a:pPr algn="l" hangingPunct="0">
                        <a:spcAft>
                          <a:spcPts val="0"/>
                        </a:spcAft>
                      </a:pPr>
                      <a:endParaRPr lang="en-US" sz="1100" dirty="0">
                        <a:latin typeface="Calibri"/>
                        <a:ea typeface="Times New Roman"/>
                        <a:cs typeface="Times New Roman"/>
                      </a:endParaRPr>
                    </a:p>
                  </a:txBody>
                  <a:tcPr marL="81259" marR="81259"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hangingPunct="0">
                        <a:spcAft>
                          <a:spcPts val="0"/>
                        </a:spcAft>
                      </a:pPr>
                      <a:endParaRPr lang="en-US" sz="1100" dirty="0">
                        <a:latin typeface="Calibri"/>
                        <a:ea typeface="Times New Roman"/>
                        <a:cs typeface="Times New Roman"/>
                      </a:endParaRPr>
                    </a:p>
                  </a:txBody>
                  <a:tcPr marL="81259" marR="8125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hangingPunct="0">
                        <a:spcAft>
                          <a:spcPts val="0"/>
                        </a:spcAft>
                      </a:pPr>
                      <a:endParaRPr lang="en-US" sz="1100" dirty="0">
                        <a:latin typeface="Calibri"/>
                        <a:ea typeface="Times New Roman"/>
                        <a:cs typeface="Times New Roman"/>
                      </a:endParaRPr>
                    </a:p>
                  </a:txBody>
                  <a:tcPr marL="81259" marR="8125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hangingPunct="0">
                        <a:spcAft>
                          <a:spcPts val="0"/>
                        </a:spcAft>
                      </a:pPr>
                      <a:endParaRPr lang="en-US" sz="1100" dirty="0">
                        <a:latin typeface="Calibri"/>
                        <a:ea typeface="Times New Roman"/>
                        <a:cs typeface="Times New Roman"/>
                      </a:endParaRPr>
                    </a:p>
                  </a:txBody>
                  <a:tcPr marL="81259" marR="81259"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2560">
                <a:tc>
                  <a:txBody>
                    <a:bodyPr/>
                    <a:lstStyle/>
                    <a:p>
                      <a:pPr algn="l" hangingPunct="0">
                        <a:spcAft>
                          <a:spcPts val="0"/>
                        </a:spcAft>
                      </a:pPr>
                      <a:endParaRPr lang="en-US" sz="1100" dirty="0">
                        <a:latin typeface="Calibri"/>
                        <a:ea typeface="Times New Roman"/>
                        <a:cs typeface="Times New Roman"/>
                      </a:endParaRPr>
                    </a:p>
                  </a:txBody>
                  <a:tcPr marL="81259" marR="81259"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hangingPunct="0">
                        <a:spcAft>
                          <a:spcPts val="0"/>
                        </a:spcAft>
                      </a:pPr>
                      <a:endParaRPr lang="en-US" sz="1100" dirty="0">
                        <a:latin typeface="Calibri"/>
                        <a:ea typeface="Times New Roman"/>
                        <a:cs typeface="Times New Roman"/>
                      </a:endParaRPr>
                    </a:p>
                  </a:txBody>
                  <a:tcPr marL="81259" marR="8125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hangingPunct="0">
                        <a:spcAft>
                          <a:spcPts val="0"/>
                        </a:spcAft>
                      </a:pPr>
                      <a:endParaRPr lang="en-US" sz="1100" dirty="0">
                        <a:latin typeface="Calibri"/>
                        <a:ea typeface="Times New Roman"/>
                        <a:cs typeface="Times New Roman"/>
                      </a:endParaRPr>
                    </a:p>
                  </a:txBody>
                  <a:tcPr marL="81259" marR="8125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hangingPunct="0">
                        <a:spcAft>
                          <a:spcPts val="0"/>
                        </a:spcAft>
                      </a:pPr>
                      <a:endParaRPr lang="en-US" sz="1100" dirty="0">
                        <a:latin typeface="Calibri"/>
                        <a:ea typeface="Times New Roman"/>
                        <a:cs typeface="Times New Roman"/>
                      </a:endParaRPr>
                    </a:p>
                  </a:txBody>
                  <a:tcPr marL="81259" marR="81259"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2560">
                <a:tc>
                  <a:txBody>
                    <a:bodyPr/>
                    <a:lstStyle/>
                    <a:p>
                      <a:pPr algn="l" hangingPunct="0">
                        <a:spcAft>
                          <a:spcPts val="0"/>
                        </a:spcAft>
                      </a:pPr>
                      <a:endParaRPr lang="en-US" sz="1100" dirty="0">
                        <a:latin typeface="Calibri"/>
                        <a:ea typeface="Times New Roman"/>
                        <a:cs typeface="Times New Roman"/>
                      </a:endParaRPr>
                    </a:p>
                  </a:txBody>
                  <a:tcPr marL="81259" marR="81259"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hangingPunct="0">
                        <a:spcAft>
                          <a:spcPts val="0"/>
                        </a:spcAft>
                      </a:pPr>
                      <a:endParaRPr lang="en-US" sz="1100" dirty="0">
                        <a:latin typeface="Calibri"/>
                        <a:ea typeface="Times New Roman"/>
                        <a:cs typeface="Times New Roman"/>
                      </a:endParaRPr>
                    </a:p>
                  </a:txBody>
                  <a:tcPr marL="81259" marR="8125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hangingPunct="0">
                        <a:spcAft>
                          <a:spcPts val="0"/>
                        </a:spcAft>
                      </a:pPr>
                      <a:endParaRPr lang="en-US" sz="1100" dirty="0">
                        <a:latin typeface="Calibri"/>
                        <a:ea typeface="Times New Roman"/>
                        <a:cs typeface="Times New Roman"/>
                      </a:endParaRPr>
                    </a:p>
                  </a:txBody>
                  <a:tcPr marL="81259" marR="8125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hangingPunct="0">
                        <a:spcAft>
                          <a:spcPts val="0"/>
                        </a:spcAft>
                      </a:pPr>
                      <a:endParaRPr lang="en-US" sz="1100" dirty="0">
                        <a:latin typeface="Calibri"/>
                        <a:ea typeface="Times New Roman"/>
                        <a:cs typeface="Times New Roman"/>
                      </a:endParaRPr>
                    </a:p>
                  </a:txBody>
                  <a:tcPr marL="81259" marR="81259"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2560">
                <a:tc>
                  <a:txBody>
                    <a:bodyPr/>
                    <a:lstStyle/>
                    <a:p>
                      <a:pPr algn="l" hangingPunct="0">
                        <a:spcAft>
                          <a:spcPts val="0"/>
                        </a:spcAft>
                      </a:pPr>
                      <a:endParaRPr lang="en-US" sz="1100" dirty="0">
                        <a:latin typeface="Calibri"/>
                        <a:ea typeface="Times New Roman"/>
                        <a:cs typeface="Times New Roman"/>
                      </a:endParaRPr>
                    </a:p>
                  </a:txBody>
                  <a:tcPr marL="81259" marR="81259"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hangingPunct="0">
                        <a:spcAft>
                          <a:spcPts val="0"/>
                        </a:spcAft>
                      </a:pPr>
                      <a:endParaRPr lang="en-US" sz="1100" dirty="0">
                        <a:latin typeface="Calibri"/>
                        <a:ea typeface="Times New Roman"/>
                        <a:cs typeface="Times New Roman"/>
                      </a:endParaRPr>
                    </a:p>
                  </a:txBody>
                  <a:tcPr marL="81259" marR="8125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hangingPunct="0">
                        <a:spcAft>
                          <a:spcPts val="0"/>
                        </a:spcAft>
                      </a:pPr>
                      <a:endParaRPr lang="en-US" sz="1100" dirty="0">
                        <a:latin typeface="Calibri"/>
                        <a:ea typeface="Times New Roman"/>
                        <a:cs typeface="Times New Roman"/>
                      </a:endParaRPr>
                    </a:p>
                  </a:txBody>
                  <a:tcPr marL="81259" marR="8125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hangingPunct="0">
                        <a:spcAft>
                          <a:spcPts val="0"/>
                        </a:spcAft>
                      </a:pPr>
                      <a:endParaRPr lang="en-US" sz="1100" dirty="0">
                        <a:latin typeface="Calibri"/>
                        <a:ea typeface="Times New Roman"/>
                        <a:cs typeface="Times New Roman"/>
                      </a:endParaRPr>
                    </a:p>
                  </a:txBody>
                  <a:tcPr marL="81259" marR="81259"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2560">
                <a:tc>
                  <a:txBody>
                    <a:bodyPr/>
                    <a:lstStyle/>
                    <a:p>
                      <a:pPr algn="l" hangingPunct="0">
                        <a:spcAft>
                          <a:spcPts val="0"/>
                        </a:spcAft>
                      </a:pPr>
                      <a:endParaRPr lang="en-US" sz="1100" dirty="0">
                        <a:latin typeface="Calibri"/>
                        <a:ea typeface="Times New Roman"/>
                        <a:cs typeface="Times New Roman"/>
                      </a:endParaRPr>
                    </a:p>
                  </a:txBody>
                  <a:tcPr marL="81259" marR="81259"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hangingPunct="0">
                        <a:spcAft>
                          <a:spcPts val="0"/>
                        </a:spcAft>
                      </a:pPr>
                      <a:endParaRPr lang="en-US" sz="1100" dirty="0">
                        <a:latin typeface="Calibri"/>
                        <a:ea typeface="Times New Roman"/>
                        <a:cs typeface="Times New Roman"/>
                      </a:endParaRPr>
                    </a:p>
                  </a:txBody>
                  <a:tcPr marL="81259" marR="8125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hangingPunct="0">
                        <a:spcAft>
                          <a:spcPts val="0"/>
                        </a:spcAft>
                      </a:pPr>
                      <a:endParaRPr lang="en-US" sz="1100" dirty="0">
                        <a:latin typeface="Calibri"/>
                        <a:ea typeface="Times New Roman"/>
                        <a:cs typeface="Times New Roman"/>
                      </a:endParaRPr>
                    </a:p>
                  </a:txBody>
                  <a:tcPr marL="81259" marR="8125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hangingPunct="0">
                        <a:spcAft>
                          <a:spcPts val="0"/>
                        </a:spcAft>
                      </a:pPr>
                      <a:endParaRPr lang="en-US" sz="1100" dirty="0">
                        <a:latin typeface="Calibri"/>
                        <a:ea typeface="Times New Roman"/>
                        <a:cs typeface="Times New Roman"/>
                      </a:endParaRPr>
                    </a:p>
                  </a:txBody>
                  <a:tcPr marL="81259" marR="81259"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2560">
                <a:tc>
                  <a:txBody>
                    <a:bodyPr/>
                    <a:lstStyle/>
                    <a:p>
                      <a:pPr algn="l" hangingPunct="0">
                        <a:spcAft>
                          <a:spcPts val="0"/>
                        </a:spcAft>
                      </a:pPr>
                      <a:endParaRPr lang="en-US" sz="1100" dirty="0">
                        <a:latin typeface="Calibri"/>
                        <a:ea typeface="Times New Roman"/>
                        <a:cs typeface="Times New Roman"/>
                      </a:endParaRPr>
                    </a:p>
                  </a:txBody>
                  <a:tcPr marL="81259" marR="81259"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hangingPunct="0">
                        <a:spcAft>
                          <a:spcPts val="0"/>
                        </a:spcAft>
                      </a:pPr>
                      <a:endParaRPr lang="en-US" sz="1100" dirty="0">
                        <a:latin typeface="Calibri"/>
                        <a:ea typeface="Times New Roman"/>
                        <a:cs typeface="Times New Roman"/>
                      </a:endParaRPr>
                    </a:p>
                  </a:txBody>
                  <a:tcPr marL="81259" marR="8125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hangingPunct="0">
                        <a:spcAft>
                          <a:spcPts val="0"/>
                        </a:spcAft>
                      </a:pPr>
                      <a:endParaRPr lang="en-US" sz="1100" dirty="0">
                        <a:latin typeface="Calibri"/>
                        <a:ea typeface="Times New Roman"/>
                        <a:cs typeface="Times New Roman"/>
                      </a:endParaRPr>
                    </a:p>
                  </a:txBody>
                  <a:tcPr marL="81259" marR="8125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hangingPunct="0">
                        <a:spcAft>
                          <a:spcPts val="0"/>
                        </a:spcAft>
                      </a:pPr>
                      <a:endParaRPr lang="en-US" sz="1100" dirty="0">
                        <a:latin typeface="Calibri"/>
                        <a:ea typeface="Times New Roman"/>
                        <a:cs typeface="Times New Roman"/>
                      </a:endParaRPr>
                    </a:p>
                  </a:txBody>
                  <a:tcPr marL="81259" marR="81259"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bl>
          </a:graphicData>
        </a:graphic>
      </p:graphicFrame>
      <p:sp>
        <p:nvSpPr>
          <p:cNvPr id="4097" name="Rectangle 1"/>
          <p:cNvSpPr>
            <a:spLocks noChangeArrowheads="1"/>
          </p:cNvSpPr>
          <p:nvPr/>
        </p:nvSpPr>
        <p:spPr bwMode="auto">
          <a:xfrm>
            <a:off x="0" y="58590"/>
            <a:ext cx="246243" cy="492420"/>
          </a:xfrm>
          <a:prstGeom prst="rect">
            <a:avLst/>
          </a:prstGeom>
          <a:noFill/>
          <a:ln w="9525">
            <a:noFill/>
            <a:miter lim="800000"/>
            <a:headEnd/>
            <a:tailEnd/>
          </a:ln>
          <a:effectLst/>
        </p:spPr>
        <p:txBody>
          <a:bodyPr vert="horz" wrap="none" lIns="121899" tIns="60949" rIns="121899" bIns="60949" numCol="1" anchor="ctr" anchorCtr="0" compatLnSpc="1">
            <a:prstTxWarp prst="textNoShape">
              <a:avLst/>
            </a:prstTxWarp>
            <a:spAutoFit/>
          </a:bodyPr>
          <a:lstStyle/>
          <a:p>
            <a:pPr defTabSz="1218987" fontAlgn="base">
              <a:spcBef>
                <a:spcPct val="0"/>
              </a:spcBef>
              <a:spcAft>
                <a:spcPct val="0"/>
              </a:spcAft>
            </a:pPr>
            <a:endParaRPr lang="en-US" sz="2400" dirty="0" smtClean="0">
              <a:latin typeface="Arial" pitchFamily="34" charset="0"/>
              <a:cs typeface="Arial" pitchFamily="34" charset="0"/>
            </a:endParaRPr>
          </a:p>
        </p:txBody>
      </p:sp>
      <p:graphicFrame>
        <p:nvGraphicFramePr>
          <p:cNvPr id="16" name="Table 15"/>
          <p:cNvGraphicFramePr>
            <a:graphicFrameLocks noGrp="1"/>
          </p:cNvGraphicFramePr>
          <p:nvPr/>
        </p:nvGraphicFramePr>
        <p:xfrm>
          <a:off x="328354" y="3191663"/>
          <a:ext cx="5639023" cy="1422400"/>
        </p:xfrm>
        <a:graphic>
          <a:graphicData uri="http://schemas.openxmlformats.org/drawingml/2006/table">
            <a:tbl>
              <a:tblPr/>
              <a:tblGrid>
                <a:gridCol w="1937459"/>
                <a:gridCol w="2570713"/>
                <a:gridCol w="1130851"/>
              </a:tblGrid>
              <a:tr h="162560">
                <a:tc>
                  <a:txBody>
                    <a:bodyPr/>
                    <a:lstStyle/>
                    <a:p>
                      <a:pPr hangingPunct="0">
                        <a:spcBef>
                          <a:spcPts val="600"/>
                        </a:spcBef>
                        <a:spcAft>
                          <a:spcPts val="600"/>
                        </a:spcAft>
                      </a:pPr>
                      <a:r>
                        <a:rPr lang="en-US" sz="1100" b="1" dirty="0">
                          <a:latin typeface="Calibri"/>
                          <a:ea typeface="Times New Roman"/>
                          <a:cs typeface="Times New Roman"/>
                        </a:rPr>
                        <a:t>Name</a:t>
                      </a:r>
                      <a:endParaRPr lang="en-US" sz="1100" b="1" dirty="0">
                        <a:latin typeface="Book Antiqua"/>
                        <a:ea typeface="Times New Roman"/>
                        <a:cs typeface="Times New Roman"/>
                      </a:endParaRPr>
                    </a:p>
                  </a:txBody>
                  <a:tcPr marL="91416" marR="91416" marT="0" marB="0">
                    <a:lnL w="1905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DB3E2"/>
                    </a:solidFill>
                  </a:tcPr>
                </a:tc>
                <a:tc>
                  <a:txBody>
                    <a:bodyPr/>
                    <a:lstStyle/>
                    <a:p>
                      <a:pPr marL="0" marR="0" indent="0" algn="l" defTabSz="571145" rtl="0" eaLnBrk="1" fontAlgn="auto" latinLnBrk="0" hangingPunct="0">
                        <a:lnSpc>
                          <a:spcPct val="100000"/>
                        </a:lnSpc>
                        <a:spcBef>
                          <a:spcPts val="600"/>
                        </a:spcBef>
                        <a:spcAft>
                          <a:spcPts val="600"/>
                        </a:spcAft>
                        <a:buClrTx/>
                        <a:buSzTx/>
                        <a:buFontTx/>
                        <a:buNone/>
                        <a:tabLst/>
                        <a:defRPr/>
                      </a:pPr>
                      <a:r>
                        <a:rPr lang="en-US" sz="1100" b="1" dirty="0" smtClean="0">
                          <a:latin typeface="+mn-lt"/>
                          <a:ea typeface="Times New Roman"/>
                          <a:cs typeface="Times New Roman"/>
                        </a:rPr>
                        <a:t>Position</a:t>
                      </a:r>
                      <a:endParaRPr lang="en-US" sz="1100" b="1" dirty="0" smtClean="0">
                        <a:latin typeface="Book Antiqua"/>
                        <a:ea typeface="Times New Roman"/>
                        <a:cs typeface="Times New Roman"/>
                      </a:endParaRPr>
                    </a:p>
                  </a:txBody>
                  <a:tcPr marL="91416" marR="91416" marT="0" marB="0">
                    <a:lnL w="19050" cap="flat" cmpd="sng" algn="ctr">
                      <a:no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DB3E2"/>
                    </a:solidFill>
                  </a:tcPr>
                </a:tc>
                <a:tc>
                  <a:txBody>
                    <a:bodyPr/>
                    <a:lstStyle/>
                    <a:p>
                      <a:pPr hangingPunct="0">
                        <a:spcBef>
                          <a:spcPts val="600"/>
                        </a:spcBef>
                        <a:spcAft>
                          <a:spcPts val="600"/>
                        </a:spcAft>
                      </a:pPr>
                      <a:r>
                        <a:rPr lang="en-GB" sz="1100" b="1" dirty="0" smtClean="0">
                          <a:latin typeface="+mn-lt"/>
                          <a:ea typeface="Times New Roman"/>
                          <a:cs typeface="Times New Roman"/>
                        </a:rPr>
                        <a:t>Date</a:t>
                      </a:r>
                      <a:endParaRPr lang="en-US" sz="1100" b="1" dirty="0">
                        <a:latin typeface="Book Antiqua"/>
                        <a:ea typeface="Times New Roman"/>
                        <a:cs typeface="Times New Roman"/>
                      </a:endParaRPr>
                    </a:p>
                  </a:txBody>
                  <a:tcPr marL="91416" marR="91416" marT="0" marB="0">
                    <a:lnL>
                      <a:noFill/>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DB3E2"/>
                    </a:solidFill>
                  </a:tcPr>
                </a:tc>
              </a:tr>
              <a:tr h="81280">
                <a:tc>
                  <a:txBody>
                    <a:bodyPr/>
                    <a:lstStyle/>
                    <a:p>
                      <a:pPr hangingPunct="0">
                        <a:spcAft>
                          <a:spcPts val="0"/>
                        </a:spcAft>
                      </a:pPr>
                      <a:endParaRPr lang="en-US" sz="500" dirty="0">
                        <a:latin typeface="Calibri"/>
                        <a:ea typeface="Times New Roman"/>
                        <a:cs typeface="Times New Roman"/>
                      </a:endParaRPr>
                    </a:p>
                  </a:txBody>
                  <a:tcPr marL="91416" marR="91416"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50">
                      <a:fgClr>
                        <a:srgbClr val="FFFFFF"/>
                      </a:fgClr>
                      <a:bgClr>
                        <a:srgbClr val="7F7F7F"/>
                      </a:bgClr>
                    </a:pattFill>
                  </a:tcPr>
                </a:tc>
                <a:tc>
                  <a:txBody>
                    <a:bodyPr/>
                    <a:lstStyle/>
                    <a:p>
                      <a:pPr hangingPunct="0">
                        <a:spcAft>
                          <a:spcPts val="0"/>
                        </a:spcAft>
                      </a:pPr>
                      <a:endParaRPr lang="en-US" sz="500" dirty="0">
                        <a:latin typeface="Calibri"/>
                        <a:ea typeface="Times New Roman"/>
                        <a:cs typeface="Times New Roman"/>
                      </a:endParaRPr>
                    </a:p>
                  </a:txBody>
                  <a:tcPr marL="91416" marR="91416"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50">
                      <a:fgClr>
                        <a:srgbClr val="FFFFFF"/>
                      </a:fgClr>
                      <a:bgClr>
                        <a:srgbClr val="7F7F7F"/>
                      </a:bgClr>
                    </a:pattFill>
                  </a:tcPr>
                </a:tc>
                <a:tc>
                  <a:txBody>
                    <a:bodyPr/>
                    <a:lstStyle/>
                    <a:p>
                      <a:pPr hangingPunct="0">
                        <a:spcAft>
                          <a:spcPts val="0"/>
                        </a:spcAft>
                      </a:pPr>
                      <a:endParaRPr lang="en-US" sz="500" dirty="0">
                        <a:latin typeface="Calibri"/>
                        <a:ea typeface="Times New Roman"/>
                        <a:cs typeface="Times New Roman"/>
                      </a:endParaRPr>
                    </a:p>
                  </a:txBody>
                  <a:tcPr marL="91416" marR="91416"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50">
                      <a:fgClr>
                        <a:srgbClr val="FFFFFF"/>
                      </a:fgClr>
                      <a:bgClr>
                        <a:srgbClr val="7F7F7F"/>
                      </a:bgClr>
                    </a:pattFill>
                  </a:tcPr>
                </a:tc>
              </a:tr>
              <a:tr h="162560">
                <a:tc>
                  <a:txBody>
                    <a:bodyPr/>
                    <a:lstStyle/>
                    <a:p>
                      <a:pPr hangingPunct="0">
                        <a:spcAft>
                          <a:spcPts val="0"/>
                        </a:spcAft>
                      </a:pPr>
                      <a:endParaRPr lang="en-US" sz="1100" dirty="0">
                        <a:latin typeface="Calibri"/>
                        <a:ea typeface="Times New Roman"/>
                        <a:cs typeface="Times New Roman"/>
                      </a:endParaRPr>
                    </a:p>
                  </a:txBody>
                  <a:tcPr marL="91416" marR="91416"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hangingPunct="0">
                        <a:spcAft>
                          <a:spcPts val="0"/>
                        </a:spcAft>
                      </a:pPr>
                      <a:endParaRPr lang="en-US" sz="1100" dirty="0">
                        <a:latin typeface="Calibri"/>
                        <a:ea typeface="Times New Roman"/>
                        <a:cs typeface="Times New Roman"/>
                      </a:endParaRPr>
                    </a:p>
                  </a:txBody>
                  <a:tcPr marL="91416" marR="914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hangingPunct="0">
                        <a:spcAft>
                          <a:spcPts val="0"/>
                        </a:spcAft>
                      </a:pPr>
                      <a:endParaRPr lang="en-US" sz="1100" dirty="0">
                        <a:latin typeface="Calibri"/>
                        <a:ea typeface="Times New Roman"/>
                        <a:cs typeface="Times New Roman"/>
                      </a:endParaRPr>
                    </a:p>
                  </a:txBody>
                  <a:tcPr marL="91416" marR="91416"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2560">
                <a:tc>
                  <a:txBody>
                    <a:bodyPr/>
                    <a:lstStyle/>
                    <a:p>
                      <a:pPr hangingPunct="0">
                        <a:spcAft>
                          <a:spcPts val="0"/>
                        </a:spcAft>
                      </a:pPr>
                      <a:endParaRPr lang="en-US" sz="1100" dirty="0">
                        <a:latin typeface="Calibri"/>
                        <a:ea typeface="Times New Roman"/>
                        <a:cs typeface="Times New Roman"/>
                      </a:endParaRPr>
                    </a:p>
                  </a:txBody>
                  <a:tcPr marL="91416" marR="91416"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hangingPunct="0">
                        <a:spcAft>
                          <a:spcPts val="0"/>
                        </a:spcAft>
                      </a:pPr>
                      <a:endParaRPr lang="en-US" sz="1100" dirty="0">
                        <a:latin typeface="Calibri"/>
                        <a:ea typeface="Times New Roman"/>
                        <a:cs typeface="Times New Roman"/>
                      </a:endParaRPr>
                    </a:p>
                  </a:txBody>
                  <a:tcPr marL="91416" marR="914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hangingPunct="0">
                        <a:spcAft>
                          <a:spcPts val="0"/>
                        </a:spcAft>
                      </a:pPr>
                      <a:endParaRPr lang="en-US" sz="1100" dirty="0">
                        <a:latin typeface="Calibri"/>
                        <a:ea typeface="Times New Roman"/>
                        <a:cs typeface="Times New Roman"/>
                      </a:endParaRPr>
                    </a:p>
                  </a:txBody>
                  <a:tcPr marL="91416" marR="91416"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2560">
                <a:tc>
                  <a:txBody>
                    <a:bodyPr/>
                    <a:lstStyle/>
                    <a:p>
                      <a:pPr hangingPunct="0">
                        <a:spcAft>
                          <a:spcPts val="0"/>
                        </a:spcAft>
                      </a:pPr>
                      <a:endParaRPr lang="en-US" sz="1100" dirty="0">
                        <a:latin typeface="Calibri"/>
                        <a:ea typeface="Times New Roman"/>
                        <a:cs typeface="Times New Roman"/>
                      </a:endParaRPr>
                    </a:p>
                  </a:txBody>
                  <a:tcPr marL="91416" marR="91416"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hangingPunct="0">
                        <a:spcAft>
                          <a:spcPts val="0"/>
                        </a:spcAft>
                      </a:pPr>
                      <a:endParaRPr lang="en-US" sz="1100" dirty="0">
                        <a:latin typeface="Calibri"/>
                        <a:ea typeface="Times New Roman"/>
                        <a:cs typeface="Times New Roman"/>
                      </a:endParaRPr>
                    </a:p>
                  </a:txBody>
                  <a:tcPr marL="91416" marR="914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hangingPunct="0">
                        <a:spcAft>
                          <a:spcPts val="0"/>
                        </a:spcAft>
                      </a:pPr>
                      <a:endParaRPr lang="en-US" sz="1100" dirty="0">
                        <a:latin typeface="Calibri"/>
                        <a:ea typeface="Times New Roman"/>
                        <a:cs typeface="Times New Roman"/>
                      </a:endParaRPr>
                    </a:p>
                  </a:txBody>
                  <a:tcPr marL="91416" marR="91416"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2560">
                <a:tc>
                  <a:txBody>
                    <a:bodyPr/>
                    <a:lstStyle/>
                    <a:p>
                      <a:pPr hangingPunct="0">
                        <a:spcAft>
                          <a:spcPts val="0"/>
                        </a:spcAft>
                      </a:pPr>
                      <a:endParaRPr lang="en-US" sz="1100" dirty="0">
                        <a:latin typeface="Calibri"/>
                        <a:ea typeface="Times New Roman"/>
                        <a:cs typeface="Times New Roman"/>
                      </a:endParaRPr>
                    </a:p>
                  </a:txBody>
                  <a:tcPr marL="91416" marR="91416"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hangingPunct="0">
                        <a:spcAft>
                          <a:spcPts val="0"/>
                        </a:spcAft>
                      </a:pPr>
                      <a:endParaRPr lang="en-US" sz="1100" dirty="0">
                        <a:latin typeface="Calibri"/>
                        <a:ea typeface="Times New Roman"/>
                        <a:cs typeface="Times New Roman"/>
                      </a:endParaRPr>
                    </a:p>
                  </a:txBody>
                  <a:tcPr marL="91416" marR="914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hangingPunct="0">
                        <a:spcAft>
                          <a:spcPts val="0"/>
                        </a:spcAft>
                      </a:pPr>
                      <a:endParaRPr lang="en-US" sz="1100" dirty="0">
                        <a:latin typeface="Calibri"/>
                        <a:ea typeface="Times New Roman"/>
                        <a:cs typeface="Times New Roman"/>
                      </a:endParaRPr>
                    </a:p>
                  </a:txBody>
                  <a:tcPr marL="91416" marR="91416"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2560">
                <a:tc>
                  <a:txBody>
                    <a:bodyPr/>
                    <a:lstStyle/>
                    <a:p>
                      <a:pPr hangingPunct="0">
                        <a:spcAft>
                          <a:spcPts val="0"/>
                        </a:spcAft>
                      </a:pPr>
                      <a:endParaRPr lang="en-US" sz="1100" dirty="0">
                        <a:latin typeface="Calibri"/>
                        <a:ea typeface="Times New Roman"/>
                        <a:cs typeface="Times New Roman"/>
                      </a:endParaRPr>
                    </a:p>
                  </a:txBody>
                  <a:tcPr marL="91416" marR="91416"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hangingPunct="0">
                        <a:spcAft>
                          <a:spcPts val="0"/>
                        </a:spcAft>
                      </a:pPr>
                      <a:endParaRPr lang="en-US" sz="1100" dirty="0">
                        <a:latin typeface="Calibri"/>
                        <a:ea typeface="Times New Roman"/>
                        <a:cs typeface="Times New Roman"/>
                      </a:endParaRPr>
                    </a:p>
                  </a:txBody>
                  <a:tcPr marL="91416" marR="914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hangingPunct="0">
                        <a:spcAft>
                          <a:spcPts val="0"/>
                        </a:spcAft>
                      </a:pPr>
                      <a:endParaRPr lang="en-US" sz="1100" dirty="0">
                        <a:latin typeface="Calibri"/>
                        <a:ea typeface="Times New Roman"/>
                        <a:cs typeface="Times New Roman"/>
                      </a:endParaRPr>
                    </a:p>
                  </a:txBody>
                  <a:tcPr marL="91416" marR="91416"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2560">
                <a:tc>
                  <a:txBody>
                    <a:bodyPr/>
                    <a:lstStyle/>
                    <a:p>
                      <a:pPr hangingPunct="0">
                        <a:spcAft>
                          <a:spcPts val="0"/>
                        </a:spcAft>
                      </a:pPr>
                      <a:endParaRPr lang="en-US" sz="1100" dirty="0">
                        <a:latin typeface="Calibri"/>
                        <a:ea typeface="Times New Roman"/>
                        <a:cs typeface="Times New Roman"/>
                      </a:endParaRPr>
                    </a:p>
                  </a:txBody>
                  <a:tcPr marL="91416" marR="91416"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hangingPunct="0">
                        <a:spcAft>
                          <a:spcPts val="0"/>
                        </a:spcAft>
                      </a:pPr>
                      <a:endParaRPr lang="en-US" sz="1100" dirty="0">
                        <a:latin typeface="Calibri"/>
                        <a:ea typeface="Times New Roman"/>
                        <a:cs typeface="Times New Roman"/>
                      </a:endParaRPr>
                    </a:p>
                  </a:txBody>
                  <a:tcPr marL="91416" marR="914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hangingPunct="0">
                        <a:spcAft>
                          <a:spcPts val="0"/>
                        </a:spcAft>
                      </a:pPr>
                      <a:endParaRPr lang="en-US" sz="1100" dirty="0">
                        <a:latin typeface="Calibri"/>
                        <a:ea typeface="Times New Roman"/>
                        <a:cs typeface="Times New Roman"/>
                      </a:endParaRPr>
                    </a:p>
                  </a:txBody>
                  <a:tcPr marL="91416" marR="91416"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2560">
                <a:tc>
                  <a:txBody>
                    <a:bodyPr/>
                    <a:lstStyle/>
                    <a:p>
                      <a:pPr hangingPunct="0">
                        <a:spcAft>
                          <a:spcPts val="0"/>
                        </a:spcAft>
                      </a:pPr>
                      <a:endParaRPr lang="en-US" sz="1100" dirty="0">
                        <a:latin typeface="Calibri"/>
                        <a:ea typeface="Times New Roman"/>
                        <a:cs typeface="Times New Roman"/>
                      </a:endParaRPr>
                    </a:p>
                  </a:txBody>
                  <a:tcPr marL="91416" marR="91416"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hangingPunct="0">
                        <a:spcAft>
                          <a:spcPts val="0"/>
                        </a:spcAft>
                      </a:pPr>
                      <a:endParaRPr lang="en-US" sz="1100" dirty="0">
                        <a:latin typeface="Calibri"/>
                        <a:ea typeface="Times New Roman"/>
                        <a:cs typeface="Times New Roman"/>
                      </a:endParaRPr>
                    </a:p>
                  </a:txBody>
                  <a:tcPr marL="91416" marR="914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hangingPunct="0">
                        <a:spcAft>
                          <a:spcPts val="0"/>
                        </a:spcAft>
                      </a:pPr>
                      <a:endParaRPr lang="en-US" sz="1100" dirty="0">
                        <a:latin typeface="Calibri"/>
                        <a:ea typeface="Times New Roman"/>
                        <a:cs typeface="Times New Roman"/>
                      </a:endParaRPr>
                    </a:p>
                  </a:txBody>
                  <a:tcPr marL="91416" marR="91416"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bl>
          </a:graphicData>
        </a:graphic>
      </p:graphicFrame>
      <p:sp>
        <p:nvSpPr>
          <p:cNvPr id="4098" name="Rectangle 2"/>
          <p:cNvSpPr>
            <a:spLocks noChangeArrowheads="1"/>
          </p:cNvSpPr>
          <p:nvPr/>
        </p:nvSpPr>
        <p:spPr bwMode="auto">
          <a:xfrm>
            <a:off x="330114" y="4792233"/>
            <a:ext cx="5686289" cy="1123362"/>
          </a:xfrm>
          <a:prstGeom prst="rect">
            <a:avLst/>
          </a:prstGeom>
          <a:noFill/>
          <a:ln w="9525">
            <a:noFill/>
            <a:miter lim="800000"/>
            <a:headEnd/>
            <a:tailEnd/>
          </a:ln>
          <a:effectLst/>
        </p:spPr>
        <p:txBody>
          <a:bodyPr vert="horz" wrap="square" lIns="121899" tIns="60949" rIns="121899" bIns="60949" numCol="1" anchor="ctr" anchorCtr="0" compatLnSpc="1">
            <a:prstTxWarp prst="textNoShape">
              <a:avLst/>
            </a:prstTxWarp>
            <a:spAutoFit/>
          </a:bodyPr>
          <a:lstStyle/>
          <a:p>
            <a:pPr defTabSz="1218987" fontAlgn="base">
              <a:spcBef>
                <a:spcPct val="0"/>
              </a:spcBef>
              <a:spcAft>
                <a:spcPct val="0"/>
              </a:spcAft>
            </a:pPr>
            <a:r>
              <a:rPr lang="en-US" sz="1300" b="1" dirty="0" smtClean="0">
                <a:latin typeface="Calibri" pitchFamily="34" charset="0"/>
                <a:ea typeface="Times New Roman" pitchFamily="18" charset="0"/>
                <a:cs typeface="Calibri" pitchFamily="34" charset="0"/>
              </a:rPr>
              <a:t>NOTE TO HOLDERS:</a:t>
            </a:r>
            <a:endParaRPr lang="en-US" sz="900" dirty="0" smtClean="0">
              <a:latin typeface="Arial" pitchFamily="34" charset="0"/>
              <a:cs typeface="Arial" pitchFamily="34" charset="0"/>
            </a:endParaRPr>
          </a:p>
          <a:p>
            <a:pPr defTabSz="1218987" eaLnBrk="0" fontAlgn="base" hangingPunct="0">
              <a:spcBef>
                <a:spcPct val="0"/>
              </a:spcBef>
              <a:spcAft>
                <a:spcPct val="0"/>
              </a:spcAft>
            </a:pPr>
            <a:r>
              <a:rPr lang="en-US" sz="1300" dirty="0" smtClean="0">
                <a:latin typeface="Calibri" pitchFamily="34" charset="0"/>
                <a:ea typeface="Times New Roman" pitchFamily="18" charset="0"/>
                <a:cs typeface="Calibri" pitchFamily="34" charset="0"/>
              </a:rPr>
              <a:t>If you receive an </a:t>
            </a:r>
            <a:r>
              <a:rPr lang="en-US" sz="1300" u="sng" dirty="0" smtClean="0">
                <a:latin typeface="Calibri" pitchFamily="34" charset="0"/>
                <a:ea typeface="Times New Roman" pitchFamily="18" charset="0"/>
                <a:cs typeface="Calibri" pitchFamily="34" charset="0"/>
              </a:rPr>
              <a:t>electronic copy</a:t>
            </a:r>
            <a:r>
              <a:rPr lang="en-US" sz="1300" dirty="0" smtClean="0">
                <a:latin typeface="Calibri" pitchFamily="34" charset="0"/>
                <a:ea typeface="Times New Roman" pitchFamily="18" charset="0"/>
                <a:cs typeface="Calibri" pitchFamily="34" charset="0"/>
              </a:rPr>
              <a:t> of this document and print it out, you should write your name on the front cover (for document control purposes).</a:t>
            </a:r>
            <a:endParaRPr lang="en-US" sz="900" dirty="0" smtClean="0">
              <a:latin typeface="Arial" pitchFamily="34" charset="0"/>
              <a:cs typeface="Arial" pitchFamily="34" charset="0"/>
            </a:endParaRPr>
          </a:p>
          <a:p>
            <a:pPr defTabSz="1218987" eaLnBrk="0" fontAlgn="base" hangingPunct="0">
              <a:spcBef>
                <a:spcPct val="0"/>
              </a:spcBef>
              <a:spcAft>
                <a:spcPct val="0"/>
              </a:spcAft>
            </a:pPr>
            <a:r>
              <a:rPr lang="en-US" sz="1300" dirty="0" smtClean="0">
                <a:latin typeface="Calibri" pitchFamily="34" charset="0"/>
                <a:ea typeface="Times New Roman" pitchFamily="18" charset="0"/>
                <a:cs typeface="Calibri" pitchFamily="34" charset="0"/>
              </a:rPr>
              <a:t>If you receive a </a:t>
            </a:r>
            <a:r>
              <a:rPr lang="en-US" sz="1300" u="sng" dirty="0" smtClean="0">
                <a:latin typeface="Calibri" pitchFamily="34" charset="0"/>
                <a:ea typeface="Times New Roman" pitchFamily="18" charset="0"/>
                <a:cs typeface="Calibri" pitchFamily="34" charset="0"/>
              </a:rPr>
              <a:t>hard copy</a:t>
            </a:r>
            <a:r>
              <a:rPr lang="en-US" sz="1300" dirty="0" smtClean="0">
                <a:latin typeface="Calibri" pitchFamily="34" charset="0"/>
                <a:ea typeface="Times New Roman" pitchFamily="18" charset="0"/>
                <a:cs typeface="Calibri" pitchFamily="34" charset="0"/>
              </a:rPr>
              <a:t> of this document, please write your name on the front cover (for document control purposes).</a:t>
            </a:r>
            <a:endParaRPr lang="en-US" sz="2400" dirty="0" smtClean="0">
              <a:latin typeface="Arial" pitchFamily="34" charset="0"/>
              <a:cs typeface="Arial" pitchFamily="34" charset="0"/>
            </a:endParaRPr>
          </a:p>
        </p:txBody>
      </p:sp>
      <p:sp>
        <p:nvSpPr>
          <p:cNvPr id="17" name="Text Box 1091"/>
          <p:cNvSpPr txBox="1">
            <a:spLocks noChangeArrowheads="1"/>
          </p:cNvSpPr>
          <p:nvPr/>
        </p:nvSpPr>
        <p:spPr bwMode="auto">
          <a:xfrm>
            <a:off x="6159252" y="4236099"/>
            <a:ext cx="3250353"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l"/>
            <a:r>
              <a:rPr lang="en-US" sz="1600" b="1" dirty="0">
                <a:solidFill>
                  <a:srgbClr val="FF0000"/>
                </a:solidFill>
              </a:rPr>
              <a:t> </a:t>
            </a:r>
            <a:r>
              <a:rPr lang="en-US" sz="1600" b="1" dirty="0" smtClean="0"/>
              <a:t>Project Escalation</a:t>
            </a:r>
            <a:endParaRPr lang="en-US" sz="1600" b="1" dirty="0"/>
          </a:p>
        </p:txBody>
      </p:sp>
      <p:sp>
        <p:nvSpPr>
          <p:cNvPr id="18" name="Rectangle 1097"/>
          <p:cNvSpPr>
            <a:spLocks noChangeArrowheads="1"/>
          </p:cNvSpPr>
          <p:nvPr/>
        </p:nvSpPr>
        <p:spPr bwMode="auto">
          <a:xfrm>
            <a:off x="6150176" y="4582161"/>
            <a:ext cx="5637332" cy="1426057"/>
          </a:xfrm>
          <a:prstGeom prst="rect">
            <a:avLst/>
          </a:prstGeom>
          <a:noFill/>
          <a:ln w="9525">
            <a:solidFill>
              <a:schemeClr val="bg2"/>
            </a:solidFill>
            <a:miter lim="800000"/>
            <a:headEnd/>
            <a:tailEnd/>
          </a:ln>
          <a:effectLst/>
        </p:spPr>
        <p:txBody>
          <a:bodyPr lIns="60949" tIns="60949" rIns="60949" bIns="60949"/>
          <a:lstStyle/>
          <a:p>
            <a:pPr lvl="0"/>
            <a:r>
              <a:rPr lang="en-GB" sz="1100" dirty="0" smtClean="0"/>
              <a:t>Project Escalation will take place within the structure of the Organizational Chart provided within the People Management Section.  As well as timely project reviews as detailed in the Communications Plan on page 2, Project Specific &lt;customer&gt; feedback will be sought via Survey at the following stages:</a:t>
            </a:r>
          </a:p>
          <a:p>
            <a:pPr lvl="0"/>
            <a:endParaRPr lang="en-GB" sz="1100" dirty="0" smtClean="0"/>
          </a:p>
          <a:p>
            <a:pPr lvl="0"/>
            <a:r>
              <a:rPr lang="en-GB" sz="1100" dirty="0" smtClean="0"/>
              <a:t>1. At Project Start (approx one month after project start date)</a:t>
            </a:r>
          </a:p>
          <a:p>
            <a:pPr lvl="0"/>
            <a:r>
              <a:rPr lang="en-GB" sz="1100" dirty="0" smtClean="0"/>
              <a:t>2. Just prior to Go-Live</a:t>
            </a:r>
          </a:p>
          <a:p>
            <a:pPr lvl="0"/>
            <a:r>
              <a:rPr lang="en-GB" sz="1100" dirty="0" smtClean="0"/>
              <a:t>3. At project end</a:t>
            </a:r>
            <a:endParaRPr lang="en-US" sz="1100" dirty="0" smtClean="0"/>
          </a:p>
        </p:txBody>
      </p:sp>
      <p:sp>
        <p:nvSpPr>
          <p:cNvPr id="20" name="Text Box 1091"/>
          <p:cNvSpPr txBox="1">
            <a:spLocks noChangeArrowheads="1"/>
          </p:cNvSpPr>
          <p:nvPr/>
        </p:nvSpPr>
        <p:spPr bwMode="auto">
          <a:xfrm>
            <a:off x="6255450" y="882397"/>
            <a:ext cx="3203079"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l"/>
            <a:r>
              <a:rPr lang="en-US" sz="1600" b="1" dirty="0" smtClean="0">
                <a:solidFill>
                  <a:schemeClr val="tx1">
                    <a:lumMod val="95000"/>
                    <a:lumOff val="5000"/>
                  </a:schemeClr>
                </a:solidFill>
              </a:rPr>
              <a:t>Regulatory Compliance Needs</a:t>
            </a:r>
            <a:endParaRPr lang="en-US" sz="1600" b="1" dirty="0">
              <a:solidFill>
                <a:schemeClr val="tx1">
                  <a:lumMod val="95000"/>
                  <a:lumOff val="5000"/>
                </a:schemeClr>
              </a:solidFill>
            </a:endParaRPr>
          </a:p>
        </p:txBody>
      </p:sp>
      <p:sp>
        <p:nvSpPr>
          <p:cNvPr id="21" name="Rectangle 1097"/>
          <p:cNvSpPr>
            <a:spLocks noChangeArrowheads="1"/>
          </p:cNvSpPr>
          <p:nvPr/>
        </p:nvSpPr>
        <p:spPr bwMode="auto">
          <a:xfrm>
            <a:off x="6152918" y="1258213"/>
            <a:ext cx="5655615" cy="955855"/>
          </a:xfrm>
          <a:prstGeom prst="rect">
            <a:avLst/>
          </a:prstGeom>
          <a:solidFill>
            <a:schemeClr val="bg1"/>
          </a:solidFill>
          <a:ln w="9525">
            <a:solidFill>
              <a:schemeClr val="bg2"/>
            </a:solidFill>
            <a:miter lim="800000"/>
            <a:headEnd/>
            <a:tailEnd/>
          </a:ln>
          <a:effectLst/>
        </p:spPr>
        <p:txBody>
          <a:bodyPr lIns="60949" tIns="60949" rIns="60949" bIns="60949"/>
          <a:lstStyle/>
          <a:p>
            <a:pPr lvl="0"/>
            <a:r>
              <a:rPr lang="en-US" sz="1100" b="1" dirty="0" smtClean="0"/>
              <a:t>Add regulatory compliance as needed.</a:t>
            </a:r>
          </a:p>
        </p:txBody>
      </p:sp>
      <p:sp>
        <p:nvSpPr>
          <p:cNvPr id="22" name="Title 21"/>
          <p:cNvSpPr>
            <a:spLocks noGrp="1"/>
          </p:cNvSpPr>
          <p:nvPr>
            <p:ph type="title"/>
          </p:nvPr>
        </p:nvSpPr>
        <p:spPr>
          <a:xfrm>
            <a:off x="531812" y="0"/>
            <a:ext cx="11125200" cy="889000"/>
          </a:xfrm>
        </p:spPr>
        <p:txBody>
          <a:bodyPr/>
          <a:lstStyle/>
          <a:p>
            <a:r>
              <a:rPr lang="en-US" dirty="0" smtClean="0"/>
              <a:t>&lt;Customer&gt; &lt;Project Name&gt;</a:t>
            </a:r>
            <a:endParaRPr lang="en-US" dirty="0"/>
          </a:p>
        </p:txBody>
      </p:sp>
      <p:sp>
        <p:nvSpPr>
          <p:cNvPr id="23" name="Footer Placeholder 22"/>
          <p:cNvSpPr>
            <a:spLocks noGrp="1"/>
          </p:cNvSpPr>
          <p:nvPr>
            <p:ph type="ftr" sz="quarter" idx="11"/>
          </p:nvPr>
        </p:nvSpPr>
        <p:spPr/>
        <p:txBody>
          <a:bodyPr/>
          <a:lstStyle/>
          <a:p>
            <a:r>
              <a:rPr lang="en-US" smtClean="0"/>
              <a:t>Use Insert &gt; Header and Footer to Update Confidentiality Requirements</a:t>
            </a:r>
            <a:endParaRPr lang="en-US" dirty="0"/>
          </a:p>
        </p:txBody>
      </p:sp>
    </p:spTree>
    <p:extLst>
      <p:ext uri="{BB962C8B-B14F-4D97-AF65-F5344CB8AC3E}">
        <p14:creationId xmlns="" xmlns:p14="http://schemas.microsoft.com/office/powerpoint/2010/main" val="71950556"/>
      </p:ext>
    </p:extLst>
  </p:cSld>
  <p:clrMapOvr>
    <a:masterClrMapping/>
  </p:clrMapOvr>
  <p:transition spd="med">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1090"/>
          <p:cNvSpPr txBox="1">
            <a:spLocks noChangeArrowheads="1"/>
          </p:cNvSpPr>
          <p:nvPr/>
        </p:nvSpPr>
        <p:spPr bwMode="auto">
          <a:xfrm>
            <a:off x="303044" y="1107866"/>
            <a:ext cx="3442481"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l"/>
            <a:r>
              <a:rPr lang="en-US" sz="1600" b="1" dirty="0" smtClean="0">
                <a:solidFill>
                  <a:schemeClr val="tx1">
                    <a:lumMod val="95000"/>
                    <a:lumOff val="5000"/>
                  </a:schemeClr>
                </a:solidFill>
              </a:rPr>
              <a:t>APPENDICES</a:t>
            </a:r>
            <a:endParaRPr lang="en-US" sz="1600" b="1" dirty="0">
              <a:solidFill>
                <a:schemeClr val="tx1">
                  <a:lumMod val="95000"/>
                  <a:lumOff val="5000"/>
                </a:schemeClr>
              </a:solidFill>
            </a:endParaRPr>
          </a:p>
        </p:txBody>
      </p:sp>
      <p:sp>
        <p:nvSpPr>
          <p:cNvPr id="14" name="Rectangle 1096"/>
          <p:cNvSpPr>
            <a:spLocks noChangeArrowheads="1"/>
          </p:cNvSpPr>
          <p:nvPr/>
        </p:nvSpPr>
        <p:spPr bwMode="auto">
          <a:xfrm>
            <a:off x="299449" y="1472794"/>
            <a:ext cx="3708237" cy="1199692"/>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a:buFont typeface="Arial" pitchFamily="34" charset="0"/>
              <a:buChar char="•"/>
              <a:defRPr/>
            </a:pPr>
            <a:r>
              <a:rPr lang="en-GB" sz="1200" dirty="0" smtClean="0"/>
              <a:t>Appendix A – Compliance Management</a:t>
            </a:r>
          </a:p>
          <a:p>
            <a:pPr>
              <a:defRPr/>
            </a:pPr>
            <a:r>
              <a:rPr lang="en-GB" sz="1200" dirty="0" smtClean="0">
                <a:solidFill>
                  <a:srgbClr val="FF0000"/>
                </a:solidFill>
              </a:rPr>
              <a:t>DELETE THE FOLLOWING IF NOT APPLICABLE</a:t>
            </a:r>
          </a:p>
          <a:p>
            <a:pPr>
              <a:buFont typeface="Arial" pitchFamily="34" charset="0"/>
              <a:buChar char="•"/>
              <a:defRPr/>
            </a:pPr>
            <a:r>
              <a:rPr lang="en-GB" sz="1200" dirty="0" smtClean="0"/>
              <a:t>Methodology</a:t>
            </a:r>
          </a:p>
          <a:p>
            <a:pPr>
              <a:buFont typeface="Arial" pitchFamily="34" charset="0"/>
              <a:buChar char="•"/>
              <a:defRPr/>
            </a:pPr>
            <a:r>
              <a:rPr lang="en-GB" sz="1200" dirty="0" smtClean="0"/>
              <a:t>Customer Org</a:t>
            </a:r>
          </a:p>
          <a:p>
            <a:pPr>
              <a:buFont typeface="Arial" pitchFamily="34" charset="0"/>
              <a:buChar char="•"/>
              <a:defRPr/>
            </a:pPr>
            <a:r>
              <a:rPr lang="en-GB" sz="1200" dirty="0" smtClean="0"/>
              <a:t>Procurement (if project team’s responsibility) </a:t>
            </a:r>
          </a:p>
          <a:p>
            <a:pPr>
              <a:buFont typeface="Arial" pitchFamily="34" charset="0"/>
              <a:buChar char="•"/>
              <a:defRPr/>
            </a:pPr>
            <a:r>
              <a:rPr lang="en-GB" sz="1200" dirty="0" smtClean="0"/>
              <a:t>OCM (if project team’s responsibility) </a:t>
            </a:r>
          </a:p>
          <a:p>
            <a:pPr>
              <a:buFont typeface="Arial" pitchFamily="34" charset="0"/>
              <a:buChar char="•"/>
              <a:defRPr/>
            </a:pPr>
            <a:endParaRPr lang="en-GB" sz="1200" i="1" dirty="0" smtClean="0"/>
          </a:p>
          <a:p>
            <a:pPr>
              <a:buFont typeface="Arial" pitchFamily="34" charset="0"/>
              <a:buChar char="•"/>
              <a:defRPr/>
            </a:pPr>
            <a:endParaRPr lang="en-US" sz="1200" i="1" dirty="0" smtClean="0"/>
          </a:p>
        </p:txBody>
      </p:sp>
      <p:sp>
        <p:nvSpPr>
          <p:cNvPr id="11" name="Text Box 1090"/>
          <p:cNvSpPr txBox="1">
            <a:spLocks noChangeArrowheads="1"/>
          </p:cNvSpPr>
          <p:nvPr/>
        </p:nvSpPr>
        <p:spPr bwMode="auto">
          <a:xfrm>
            <a:off x="4302503" y="1120566"/>
            <a:ext cx="3417087"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l"/>
            <a:r>
              <a:rPr lang="en-GB" sz="1600" b="1" dirty="0" smtClean="0">
                <a:solidFill>
                  <a:schemeClr val="tx1">
                    <a:lumMod val="95000"/>
                    <a:lumOff val="5000"/>
                  </a:schemeClr>
                </a:solidFill>
              </a:rPr>
              <a:t>PROJECT BASELINE</a:t>
            </a:r>
            <a:endParaRPr lang="en-US" sz="1600" b="1" dirty="0">
              <a:solidFill>
                <a:schemeClr val="tx1">
                  <a:lumMod val="95000"/>
                  <a:lumOff val="5000"/>
                </a:schemeClr>
              </a:solidFill>
            </a:endParaRPr>
          </a:p>
        </p:txBody>
      </p:sp>
      <p:pic>
        <p:nvPicPr>
          <p:cNvPr id="2" name="Picture 2" descr="image003"/>
          <p:cNvPicPr>
            <a:picLocks noChangeAspect="1" noChangeArrowheads="1"/>
          </p:cNvPicPr>
          <p:nvPr/>
        </p:nvPicPr>
        <p:blipFill>
          <a:blip r:embed="rId3" cstate="print"/>
          <a:srcRect/>
          <a:stretch>
            <a:fillRect/>
          </a:stretch>
        </p:blipFill>
        <p:spPr bwMode="auto">
          <a:xfrm>
            <a:off x="4304180" y="1649231"/>
            <a:ext cx="7224418" cy="4205469"/>
          </a:xfrm>
          <a:prstGeom prst="rect">
            <a:avLst/>
          </a:prstGeom>
          <a:noFill/>
          <a:ln w="9525">
            <a:noFill/>
            <a:miter lim="800000"/>
            <a:headEnd/>
            <a:tailEnd/>
          </a:ln>
        </p:spPr>
      </p:pic>
      <p:sp>
        <p:nvSpPr>
          <p:cNvPr id="9" name="Text Box 1090"/>
          <p:cNvSpPr txBox="1">
            <a:spLocks noChangeArrowheads="1"/>
          </p:cNvSpPr>
          <p:nvPr/>
        </p:nvSpPr>
        <p:spPr bwMode="auto">
          <a:xfrm>
            <a:off x="293293" y="2689879"/>
            <a:ext cx="3442481"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l"/>
            <a:r>
              <a:rPr lang="en-US" sz="1600" b="1" dirty="0" smtClean="0">
                <a:solidFill>
                  <a:schemeClr val="tx1">
                    <a:lumMod val="95000"/>
                    <a:lumOff val="5000"/>
                  </a:schemeClr>
                </a:solidFill>
              </a:rPr>
              <a:t>BASE LINE RISKS</a:t>
            </a:r>
            <a:endParaRPr lang="en-US" sz="1600" b="1" dirty="0">
              <a:solidFill>
                <a:schemeClr val="tx1">
                  <a:lumMod val="95000"/>
                  <a:lumOff val="5000"/>
                </a:schemeClr>
              </a:solidFill>
            </a:endParaRPr>
          </a:p>
        </p:txBody>
      </p:sp>
      <p:sp>
        <p:nvSpPr>
          <p:cNvPr id="12" name="Rectangle 1096"/>
          <p:cNvSpPr>
            <a:spLocks noChangeArrowheads="1"/>
          </p:cNvSpPr>
          <p:nvPr/>
        </p:nvSpPr>
        <p:spPr bwMode="auto">
          <a:xfrm>
            <a:off x="286752" y="3023616"/>
            <a:ext cx="3730684" cy="1541069"/>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a:buFont typeface="Arial" pitchFamily="34" charset="0"/>
              <a:buChar char="•"/>
              <a:defRPr/>
            </a:pPr>
            <a:r>
              <a:rPr lang="en-GB" sz="1200" dirty="0" smtClean="0"/>
              <a:t>If there are not many, list the baseline risks here or use an Appendix for numerous entries.  Also add Base-Line Risks to the Risks-Issues-Decisions Log .  </a:t>
            </a:r>
          </a:p>
          <a:p>
            <a:pPr>
              <a:buFont typeface="Arial" pitchFamily="34" charset="0"/>
              <a:buChar char="•"/>
              <a:defRPr/>
            </a:pPr>
            <a:r>
              <a:rPr lang="en-GB" sz="1200" dirty="0" smtClean="0"/>
              <a:t>Add &lt;customer&gt; OCM activities to Risk Log if they may impact on timelines and/or deliverables</a:t>
            </a:r>
            <a:endParaRPr lang="en-US" sz="1200" i="1" dirty="0" smtClean="0"/>
          </a:p>
        </p:txBody>
      </p:sp>
      <p:sp>
        <p:nvSpPr>
          <p:cNvPr id="13" name="Text Box 1090"/>
          <p:cNvSpPr txBox="1">
            <a:spLocks noChangeArrowheads="1"/>
          </p:cNvSpPr>
          <p:nvPr/>
        </p:nvSpPr>
        <p:spPr bwMode="auto">
          <a:xfrm>
            <a:off x="264954" y="4589494"/>
            <a:ext cx="3442481"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l"/>
            <a:r>
              <a:rPr lang="en-US" sz="1600" b="1" dirty="0" smtClean="0">
                <a:solidFill>
                  <a:schemeClr val="tx1">
                    <a:lumMod val="95000"/>
                    <a:lumOff val="5000"/>
                  </a:schemeClr>
                </a:solidFill>
              </a:rPr>
              <a:t>OUT OF SCOPE</a:t>
            </a:r>
            <a:endParaRPr lang="en-US" sz="1600" b="1" dirty="0">
              <a:solidFill>
                <a:schemeClr val="tx1">
                  <a:lumMod val="95000"/>
                  <a:lumOff val="5000"/>
                </a:schemeClr>
              </a:solidFill>
            </a:endParaRPr>
          </a:p>
        </p:txBody>
      </p:sp>
      <p:sp>
        <p:nvSpPr>
          <p:cNvPr id="15" name="Rectangle 1096"/>
          <p:cNvSpPr>
            <a:spLocks noChangeArrowheads="1"/>
          </p:cNvSpPr>
          <p:nvPr/>
        </p:nvSpPr>
        <p:spPr bwMode="auto">
          <a:xfrm>
            <a:off x="251606" y="4900169"/>
            <a:ext cx="3765830" cy="1181100"/>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a:buFont typeface="Arial" pitchFamily="34" charset="0"/>
              <a:buChar char="•"/>
              <a:defRPr/>
            </a:pPr>
            <a:r>
              <a:rPr lang="en-GB" sz="1200" dirty="0" smtClean="0"/>
              <a:t>If this is detailed in the OD, add information here.  Add anything else that may need to be discussed in a Change Order in the future to clarify what will not be covered in the project </a:t>
            </a:r>
            <a:r>
              <a:rPr lang="en-GB" sz="1200" u="sng" dirty="0" smtClean="0"/>
              <a:t>now</a:t>
            </a:r>
            <a:r>
              <a:rPr lang="en-GB" sz="1200" dirty="0" smtClean="0"/>
              <a:t>. </a:t>
            </a:r>
            <a:endParaRPr lang="en-US" sz="1200" i="1" dirty="0" smtClean="0"/>
          </a:p>
        </p:txBody>
      </p:sp>
      <p:sp>
        <p:nvSpPr>
          <p:cNvPr id="16" name="Footer Placeholder 4"/>
          <p:cNvSpPr txBox="1">
            <a:spLocks/>
          </p:cNvSpPr>
          <p:nvPr/>
        </p:nvSpPr>
        <p:spPr>
          <a:xfrm>
            <a:off x="2158417" y="6415617"/>
            <a:ext cx="3859795" cy="366183"/>
          </a:xfrm>
          <a:prstGeom prst="rect">
            <a:avLst/>
          </a:prstGeom>
        </p:spPr>
        <p:txBody>
          <a:bodyPr lIns="121899" tIns="60949" rIns="121899" bIns="60949"/>
          <a:lstStyle>
            <a:lvl1pPr>
              <a:defRPr/>
            </a:lvl1pPr>
          </a:lstStyle>
          <a:p>
            <a:pPr lvl="0">
              <a:defRPr/>
            </a:pPr>
            <a:r>
              <a:rPr lang="en-US" sz="700" dirty="0" smtClean="0"/>
              <a:t>&lt;</a:t>
            </a:r>
            <a:r>
              <a:rPr lang="en-US" sz="800" dirty="0" smtClean="0"/>
              <a:t>CUST&gt;</a:t>
            </a:r>
            <a:r>
              <a:rPr lang="en-US" sz="800" dirty="0" smtClean="0">
                <a:latin typeface="Arial" pitchFamily="34" charset="0"/>
                <a:ea typeface="ＭＳ Ｐゴシック" pitchFamily="34" charset="-128"/>
                <a:cs typeface="Arial" pitchFamily="34" charset="0"/>
              </a:rPr>
              <a:t>-ORCL-PMP-005 </a:t>
            </a:r>
            <a:r>
              <a:rPr lang="en-US" sz="800" b="1" dirty="0" smtClean="0"/>
              <a:t>3003XXXXX</a:t>
            </a:r>
            <a:endParaRPr lang="en-US" sz="800" dirty="0" smtClean="0">
              <a:latin typeface="Arial" pitchFamily="34" charset="0"/>
              <a:ea typeface="ＭＳ Ｐゴシック" pitchFamily="34" charset="-128"/>
              <a:cs typeface="Arial" pitchFamily="34" charset="0"/>
            </a:endParaRPr>
          </a:p>
          <a:p>
            <a:pPr lvl="0">
              <a:defRPr/>
            </a:pPr>
            <a:r>
              <a:rPr lang="en-US" sz="800" b="1" dirty="0" smtClean="0"/>
              <a:t>Version:               Date:  	</a:t>
            </a:r>
            <a:r>
              <a:rPr lang="en-US" sz="800" dirty="0" smtClean="0">
                <a:latin typeface="Arial" pitchFamily="34" charset="0"/>
                <a:ea typeface="ＭＳ Ｐゴシック" pitchFamily="34" charset="-128"/>
                <a:cs typeface="Arial" pitchFamily="34" charset="0"/>
              </a:rPr>
              <a:t>Page 6 of 6</a:t>
            </a:r>
            <a:endParaRPr lang="en-US" sz="800" dirty="0">
              <a:latin typeface="Arial" pitchFamily="34" charset="0"/>
              <a:ea typeface="ＭＳ Ｐゴシック" pitchFamily="34" charset="-128"/>
              <a:cs typeface="Arial" pitchFamily="34" charset="0"/>
            </a:endParaRPr>
          </a:p>
        </p:txBody>
      </p:sp>
      <p:sp>
        <p:nvSpPr>
          <p:cNvPr id="17" name="Title 16"/>
          <p:cNvSpPr>
            <a:spLocks noGrp="1"/>
          </p:cNvSpPr>
          <p:nvPr>
            <p:ph type="title"/>
          </p:nvPr>
        </p:nvSpPr>
        <p:spPr>
          <a:xfrm>
            <a:off x="531812" y="0"/>
            <a:ext cx="11125200" cy="889000"/>
          </a:xfrm>
        </p:spPr>
        <p:txBody>
          <a:bodyPr/>
          <a:lstStyle/>
          <a:p>
            <a:r>
              <a:rPr lang="en-US" dirty="0" smtClean="0"/>
              <a:t>&lt;Customer&gt; &lt;Project Name&gt;</a:t>
            </a:r>
            <a:endParaRPr lang="en-US" dirty="0"/>
          </a:p>
        </p:txBody>
      </p:sp>
      <p:sp>
        <p:nvSpPr>
          <p:cNvPr id="18" name="Footer Placeholder 17"/>
          <p:cNvSpPr>
            <a:spLocks noGrp="1"/>
          </p:cNvSpPr>
          <p:nvPr>
            <p:ph type="ftr" sz="quarter" idx="11"/>
          </p:nvPr>
        </p:nvSpPr>
        <p:spPr/>
        <p:txBody>
          <a:bodyPr/>
          <a:lstStyle/>
          <a:p>
            <a:r>
              <a:rPr lang="en-US" smtClean="0"/>
              <a:t>Use Insert &gt; Header and Footer to Update Confidentiality Requirements</a:t>
            </a:r>
            <a:endParaRPr lang="en-US" dirty="0"/>
          </a:p>
        </p:txBody>
      </p:sp>
    </p:spTree>
    <p:extLst>
      <p:ext uri="{BB962C8B-B14F-4D97-AF65-F5344CB8AC3E}">
        <p14:creationId xmlns="" xmlns:p14="http://schemas.microsoft.com/office/powerpoint/2010/main" val="71950556"/>
      </p:ext>
    </p:extLst>
  </p:cSld>
  <p:clrMapOvr>
    <a:masterClrMapping/>
  </p:clrMapOvr>
  <p:transition spd="med">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35505626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blank">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solidFill>
        <a:ln w="19050">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lnSpc>
            <a:spcPct val="90000"/>
          </a:lnSpc>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accent5"/>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a:defPPr>
      </a:lstStyle>
    </a:txDef>
  </a:objectDefaults>
  <a:extraClrSchemeLst/>
  <a:extLst>
    <a:ext uri="{05A4C25C-085E-4340-85A3-A5531E510DB2}">
      <thm15:themeFamily xmlns="" xmlns:thm15="http://schemas.microsoft.com/office/thememl/2012/main" name="Oracle_16x9_2014_521" id="{11138A86-4CFD-4AAE-84ED-85FDB159739F}" vid="{ADD436DE-0EC9-4932-BD4C-5E9FA04FA01B}"/>
    </a:ext>
  </a:extLst>
</a:theme>
</file>

<file path=ppt/theme/theme2.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43</TotalTime>
  <Words>1903</Words>
  <Application>Microsoft Office PowerPoint</Application>
  <PresentationFormat>Custom</PresentationFormat>
  <Paragraphs>203</Paragraphs>
  <Slides>10</Slides>
  <Notes>8</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blank</vt:lpstr>
      <vt:lpstr>Slide 1</vt:lpstr>
      <vt:lpstr>Project Management Plan</vt:lpstr>
      <vt:lpstr>Instructions</vt:lpstr>
      <vt:lpstr>&lt;Customer&gt; &lt;Project Name&gt;</vt:lpstr>
      <vt:lpstr>&lt;Customer&gt; &lt;Project Name&gt;</vt:lpstr>
      <vt:lpstr>&lt;Customer&gt; &lt;Project Name&gt;</vt:lpstr>
      <vt:lpstr>&lt;Customer&gt; &lt;Project Name&gt;</vt:lpstr>
      <vt:lpstr>&lt;Customer&gt; &lt;Project Name&gt;</vt:lpstr>
      <vt:lpstr>&lt;Customer&gt; &lt;Project Name&gt;</vt:lpstr>
      <vt:lpstr>Slide 10</vt:lpstr>
    </vt:vector>
  </TitlesOfParts>
  <Company>Oracle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PSU.EGSI Abbreviated Project Management Plan</dc:title>
  <dc:creator>Oracle Global Methods</dc:creator>
  <cp:keywords>OUM</cp:keywords>
  <dc:description>Copyright © 2016, Oracle and/or its affiliates.  All rights reserved.</dc:description>
  <cp:lastModifiedBy>masander</cp:lastModifiedBy>
  <cp:revision>16</cp:revision>
  <dcterms:created xsi:type="dcterms:W3CDTF">2014-06-17T20:14:48Z</dcterms:created>
  <dcterms:modified xsi:type="dcterms:W3CDTF">2016-01-13T15:58:00Z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2343037</vt:lpwstr>
  </property>
  <property fmtid="{D5CDD505-2E9C-101B-9397-08002B2CF9AE}" pid="3" name="NXPowerLiteSettings">
    <vt:lpwstr>F98007B004F000</vt:lpwstr>
  </property>
  <property fmtid="{D5CDD505-2E9C-101B-9397-08002B2CF9AE}" pid="4" name="NXPowerLiteVersion">
    <vt:lpwstr>D5.0.2</vt:lpwstr>
  </property>
</Properties>
</file>