
<file path=[Content_Types].xml><?xml version="1.0" encoding="utf-8"?>
<Types xmlns="http://schemas.openxmlformats.org/package/2006/content-types">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35.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tags/tag1.xml" ContentType="application/vnd.openxmlformats-officedocument.presentationml.tags+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docProps/core.xml" ContentType="application/vnd.openxmlformats-package.core-properties+xml"/>
  <Override PartName="/ppt/slideLayouts/slideLayout7.xml" ContentType="application/vnd.openxmlformats-officedocument.presentationml.slideLayout+xml"/>
  <Override PartName="/ppt/slideLayouts/slideLayout29.xml" ContentType="application/vnd.openxmlformats-officedocument.presentationml.slideLayout+xml"/>
  <Override PartName="/ppt/slideLayouts/slideLayout38.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slideLayouts/slideLayout27.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slideLayouts/slideLayout34.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handoutMasterIdLst>
    <p:handoutMasterId r:id="rId7"/>
  </p:handoutMasterIdLst>
  <p:sldIdLst>
    <p:sldId id="376" r:id="rId2"/>
    <p:sldId id="377" r:id="rId3"/>
    <p:sldId id="378" r:id="rId4"/>
    <p:sldId id="379" r:id="rId5"/>
  </p:sldIdLst>
  <p:sldSz cx="12188825" cy="6858000"/>
  <p:notesSz cx="6858000" cy="9144000"/>
  <p:custDataLst>
    <p:tags r:id="rId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7" pos="335">
          <p15:clr>
            <a:srgbClr val="A4A3A4"/>
          </p15:clr>
        </p15:guide>
      </p15:sldGuideLst>
    </p:ext>
    <p:ext uri="{2D200454-40CA-4A62-9FC3-DE9A4176ACB9}">
      <p15:notesGuideLst xmlns:p15="http://schemas.microsoft.com/office/powerpoint/2012/main" xmlns="">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7F7F7F"/>
    <a:srgbClr val="000000"/>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FD0F851-EC5A-4D38-B0AD-8093EC10F338}">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4213" autoAdjust="0"/>
  </p:normalViewPr>
  <p:slideViewPr>
    <p:cSldViewPr>
      <p:cViewPr varScale="1">
        <p:scale>
          <a:sx n="64" d="100"/>
          <a:sy n="64" d="100"/>
        </p:scale>
        <p:origin x="-1578" y="-108"/>
      </p:cViewPr>
      <p:guideLst>
        <p:guide orient="horz" pos="2160"/>
        <p:guide pos="335"/>
      </p:guideLst>
    </p:cSldViewPr>
  </p:slideViewPr>
  <p:outlineViewPr>
    <p:cViewPr>
      <p:scale>
        <a:sx n="33" d="100"/>
        <a:sy n="33" d="100"/>
      </p:scale>
      <p:origin x="0" y="-10368"/>
    </p:cViewPr>
  </p:outlineViewPr>
  <p:notesTextViewPr>
    <p:cViewPr>
      <p:scale>
        <a:sx n="1" d="1"/>
        <a:sy n="1" d="1"/>
      </p:scale>
      <p:origin x="0" y="0"/>
    </p:cViewPr>
  </p:notesTextViewPr>
  <p:sorterViewPr>
    <p:cViewPr>
      <p:scale>
        <a:sx n="31" d="100"/>
        <a:sy n="31" d="100"/>
      </p:scale>
      <p:origin x="0" y="0"/>
    </p:cViewPr>
  </p:sorterViewPr>
  <p:notesViewPr>
    <p:cSldViewPr>
      <p:cViewPr varScale="1">
        <p:scale>
          <a:sx n="83" d="100"/>
          <a:sy n="83" d="100"/>
        </p:scale>
        <p:origin x="-3156" y="-78"/>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tags" Target="tags/tag1.xml"/><Relationship Id="rId3" Type="http://schemas.openxmlformats.org/officeDocument/2006/relationships/slide" Target="slides/slide2.xml"/><Relationship Id="rId7" Type="http://schemas.openxmlformats.org/officeDocument/2006/relationships/handoutMaster" Target="handoutMasters/handoutMaster1.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E821AA6-70BE-4FDE-A8DC-DB381A688FD8}" type="datetimeFigureOut">
              <a:rPr lang="en-US"/>
              <a:pPr/>
              <a:t>6/18/2014</a:t>
            </a:fld>
            <a:endParaRPr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97E47EA-D299-42CE-88BF-4E1035596DA5}" type="slidenum">
              <a:rPr/>
              <a:pPr/>
              <a:t>‹#›</a:t>
            </a:fld>
            <a:endParaRPr dirty="0"/>
          </a:p>
        </p:txBody>
      </p:sp>
    </p:spTree>
    <p:extLst>
      <p:ext uri="{BB962C8B-B14F-4D97-AF65-F5344CB8AC3E}">
        <p14:creationId xmlns:p14="http://schemas.microsoft.com/office/powerpoint/2010/main" xmlns="" val="19668118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382588" y="381000"/>
            <a:ext cx="4572000" cy="257309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381000" y="3124200"/>
            <a:ext cx="6096000" cy="5334000"/>
          </a:xfrm>
          <a:prstGeom prst="rect">
            <a:avLst/>
          </a:prstGeom>
        </p:spPr>
        <p:txBody>
          <a:bodyPr vert="horz" lIns="0" tIns="0" rIns="0" bIns="91440" rtlCol="0">
            <a:normAutofit/>
          </a:bodyPr>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6" name="Footer Placeholder 5"/>
          <p:cNvSpPr>
            <a:spLocks noGrp="1"/>
          </p:cNvSpPr>
          <p:nvPr>
            <p:ph type="ftr" sz="quarter" idx="4"/>
          </p:nvPr>
        </p:nvSpPr>
        <p:spPr>
          <a:xfrm>
            <a:off x="381000" y="8610600"/>
            <a:ext cx="4648200" cy="2270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715000" y="8610600"/>
            <a:ext cx="762000" cy="227013"/>
          </a:xfrm>
          <a:prstGeom prst="rect">
            <a:avLst/>
          </a:prstGeom>
        </p:spPr>
        <p:txBody>
          <a:bodyPr vert="horz" lIns="91440" tIns="45720" rIns="91440" bIns="45720" rtlCol="0" anchor="b"/>
          <a:lstStyle>
            <a:lvl1pPr algn="r">
              <a:defRPr sz="1200"/>
            </a:lvl1pPr>
          </a:lstStyle>
          <a:p>
            <a:fld id="{8C72D9AE-7182-4680-8F79-479C4181FF08}" type="slidenum">
              <a:rPr/>
              <a:pPr/>
              <a:t>‹#›</a:t>
            </a:fld>
            <a:endParaRPr dirty="0"/>
          </a:p>
        </p:txBody>
      </p:sp>
    </p:spTree>
    <p:extLst>
      <p:ext uri="{BB962C8B-B14F-4D97-AF65-F5344CB8AC3E}">
        <p14:creationId xmlns:p14="http://schemas.microsoft.com/office/powerpoint/2010/main" xmlns="" val="973114905"/>
      </p:ext>
    </p:extLst>
  </p:cSld>
  <p:clrMap bg1="lt1" tx1="dk1" bg2="lt2" tx2="dk2" accent1="accent1" accent2="accent2" accent3="accent3" accent4="accent4" accent5="accent5" accent6="accent6" hlink="hlink" folHlink="folHlink"/>
  <p:notesStyle>
    <a:lvl1pPr marL="0" algn="l" defTabSz="914400" rtl="0" eaLnBrk="1" latinLnBrk="0" hangingPunct="1">
      <a:spcBef>
        <a:spcPts val="600"/>
      </a:spcBef>
      <a:defRPr sz="1100" kern="1200">
        <a:solidFill>
          <a:schemeClr val="tx1"/>
        </a:solidFill>
        <a:latin typeface="+mn-lt"/>
        <a:ea typeface="+mn-ea"/>
        <a:cs typeface="+mn-cs"/>
      </a:defRPr>
    </a:lvl1pPr>
    <a:lvl2pPr marL="228600" indent="-114300" algn="l" defTabSz="914400" rtl="0" eaLnBrk="1" latinLnBrk="0" hangingPunct="1">
      <a:spcBef>
        <a:spcPts val="600"/>
      </a:spcBef>
      <a:buFont typeface="Arial" panose="020B0604020202020204" pitchFamily="34" charset="0"/>
      <a:buChar char="•"/>
      <a:defRPr sz="1050" kern="1200">
        <a:solidFill>
          <a:schemeClr val="tx1"/>
        </a:solidFill>
        <a:latin typeface="+mn-lt"/>
        <a:ea typeface="+mn-ea"/>
        <a:cs typeface="+mn-cs"/>
      </a:defRPr>
    </a:lvl2pPr>
    <a:lvl3pPr marL="400050" indent="-114300" algn="l" defTabSz="914400" rtl="0" eaLnBrk="1" latinLnBrk="0" hangingPunct="1">
      <a:spcBef>
        <a:spcPts val="600"/>
      </a:spcBef>
      <a:buFont typeface="Arial" panose="020B0604020202020204" pitchFamily="34" charset="0"/>
      <a:buChar char="–"/>
      <a:defRPr sz="900" kern="1200">
        <a:solidFill>
          <a:schemeClr val="tx1"/>
        </a:solidFill>
        <a:latin typeface="+mn-lt"/>
        <a:ea typeface="+mn-ea"/>
        <a:cs typeface="+mn-cs"/>
      </a:defRPr>
    </a:lvl3pPr>
    <a:lvl4pPr marL="571500" indent="-114300" algn="l" defTabSz="914400" rtl="0" eaLnBrk="1" latinLnBrk="0" hangingPunct="1">
      <a:spcBef>
        <a:spcPts val="600"/>
      </a:spcBef>
      <a:buFont typeface="Arial" panose="020B0604020202020204" pitchFamily="34" charset="0"/>
      <a:buChar char="•"/>
      <a:defRPr sz="900" kern="1200">
        <a:solidFill>
          <a:schemeClr val="tx1"/>
        </a:solidFill>
        <a:latin typeface="+mn-lt"/>
        <a:ea typeface="+mn-ea"/>
        <a:cs typeface="+mn-cs"/>
      </a:defRPr>
    </a:lvl4pPr>
    <a:lvl5pPr marL="742950" indent="-114300" algn="l" defTabSz="914400" rtl="0" eaLnBrk="1" latinLnBrk="0" hangingPunct="1">
      <a:spcBef>
        <a:spcPts val="600"/>
      </a:spcBef>
      <a:buFont typeface="Arial" panose="020B0604020202020204" pitchFamily="34" charset="0"/>
      <a:buChar char="–"/>
      <a:defRPr sz="8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3"/>
          <p:cNvSpPr>
            <a:spLocks noGrp="1" noChangeArrowheads="1"/>
          </p:cNvSpPr>
          <p:nvPr>
            <p:ph type="body" idx="1"/>
          </p:nvPr>
        </p:nvSpPr>
        <p:spPr>
          <a:noFill/>
          <a:ln/>
        </p:spPr>
        <p:txBody>
          <a:bodyPr/>
          <a:lstStyle/>
          <a:p>
            <a:r>
              <a:rPr lang="en-US" smtClean="0">
                <a:latin typeface="Arial" pitchFamily="34" charset="0"/>
              </a:rPr>
              <a:t>A use case template is composed of many different sections.  The template that is used in OUM, Use Case Specifications, can be located by going to task RA .024,  Develop the Use Case Details.</a:t>
            </a:r>
          </a:p>
          <a:p>
            <a:endParaRPr lang="en-US" smtClean="0">
              <a:latin typeface="Arial" pitchFamily="34" charset="0"/>
            </a:endParaRPr>
          </a:p>
          <a:p>
            <a:r>
              <a:rPr lang="en-US" smtClean="0">
                <a:latin typeface="Arial" pitchFamily="34" charset="0"/>
              </a:rPr>
              <a:t>It is important to first understand the high-level information before writing the details.  The left column on this slide is the section we fill in first to help establish the boundaries of the use case and learn a bit more about the intent, before writing the details.  Then you will proceed to the right hand column and fill in the other sections in a iterative fashion.  </a:t>
            </a:r>
          </a:p>
          <a:p>
            <a:endParaRPr lang="en-US" smtClean="0">
              <a:latin typeface="Arial" pitchFamily="34" charset="0"/>
            </a:endParaRPr>
          </a:p>
          <a:p>
            <a:r>
              <a:rPr lang="en-US" smtClean="0">
                <a:latin typeface="Arial" pitchFamily="34" charset="0"/>
              </a:rPr>
              <a:t>Most things we do in life can benefit from defining the high level objectives first before working on the details (i.e., plan before doing).  Can you think of a process in life that would benefit from defining the high level first then the details later?</a:t>
            </a:r>
          </a:p>
          <a:p>
            <a:endParaRPr lang="en-US" smtClean="0">
              <a:latin typeface="Arial" pitchFamily="34" charset="0"/>
            </a:endParaRPr>
          </a:p>
          <a:p>
            <a:r>
              <a:rPr lang="en-US" smtClean="0">
                <a:latin typeface="Arial" pitchFamily="34" charset="0"/>
              </a:rPr>
              <a:t>Keep in mind this philosophy “ think a little , do a little”</a:t>
            </a:r>
          </a:p>
        </p:txBody>
      </p:sp>
      <p:sp>
        <p:nvSpPr>
          <p:cNvPr id="8195" name="Slide Image Placeholder 4"/>
          <p:cNvSpPr>
            <a:spLocks noGrp="1" noRot="1" noChangeAspect="1" noTextEdit="1"/>
          </p:cNvSpPr>
          <p:nvPr>
            <p:ph type="sldImg"/>
          </p:nvPr>
        </p:nvSpPr>
        <p:spPr>
          <a:xfrm>
            <a:off x="382588" y="381000"/>
            <a:ext cx="4572000" cy="2573338"/>
          </a:xfr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p:spPr>
        <p:txBody>
          <a:bodyPr/>
          <a:lstStyle/>
          <a:p>
            <a:fld id="{0A482768-2C73-4F86-9235-522755E18B68}" type="slidenum">
              <a:rPr lang="en-US" smtClean="0">
                <a:latin typeface="Times" pitchFamily="18" charset="0"/>
              </a:rPr>
              <a:pPr/>
              <a:t>2</a:t>
            </a:fld>
            <a:endParaRPr lang="en-US" smtClean="0">
              <a:latin typeface="Times" pitchFamily="18" charset="0"/>
            </a:endParaRPr>
          </a:p>
        </p:txBody>
      </p:sp>
      <p:sp>
        <p:nvSpPr>
          <p:cNvPr id="9219" name="Rectangle 2"/>
          <p:cNvSpPr>
            <a:spLocks noGrp="1" noRot="1" noChangeAspect="1" noChangeArrowheads="1" noTextEdit="1"/>
          </p:cNvSpPr>
          <p:nvPr>
            <p:ph type="sldImg"/>
          </p:nvPr>
        </p:nvSpPr>
        <p:spPr>
          <a:xfrm>
            <a:off x="382588" y="381000"/>
            <a:ext cx="4572000" cy="2573338"/>
          </a:xfrm>
          <a:ln/>
        </p:spPr>
      </p:sp>
      <p:sp>
        <p:nvSpPr>
          <p:cNvPr id="9220" name="Rectangle 3"/>
          <p:cNvSpPr>
            <a:spLocks noGrp="1" noChangeArrowheads="1"/>
          </p:cNvSpPr>
          <p:nvPr>
            <p:ph type="body" idx="1"/>
          </p:nvPr>
        </p:nvSpPr>
        <p:spPr>
          <a:noFill/>
          <a:ln/>
        </p:spPr>
        <p:txBody>
          <a:bodyPr/>
          <a:lstStyle/>
          <a:p>
            <a:r>
              <a:rPr lang="en-US" smtClean="0">
                <a:latin typeface="Arial" pitchFamily="34" charset="0"/>
              </a:rPr>
              <a:t>OUM has a prescribed template for capturing use cases information.  The name of the template is Use Case Specification.  OUM practitioners should all be using the same style and format that is included in the OUM method pack.  The use case scenario should be a clear dialog between the actor and system.  </a:t>
            </a:r>
          </a:p>
          <a:p>
            <a:endParaRPr lang="en-US" smtClean="0">
              <a:latin typeface="Arial" pitchFamily="34" charset="0"/>
            </a:endParaRPr>
          </a:p>
          <a:p>
            <a:r>
              <a:rPr lang="en-US" smtClean="0">
                <a:latin typeface="Arial" pitchFamily="34" charset="0"/>
              </a:rPr>
              <a:t>TIP:  When you write a user/operational guide, you can pull information directly from the left column, and the right column is the system requirement.  Testers may copy this right column into an excel spreadsheet to develop testing scripts.</a:t>
            </a:r>
          </a:p>
          <a:p>
            <a:endParaRPr lang="en-US" smtClean="0">
              <a:latin typeface="Arial" pitchFamily="34" charset="0"/>
            </a:endParaRPr>
          </a:p>
          <a:p>
            <a:r>
              <a:rPr lang="en-US" smtClean="0">
                <a:latin typeface="Arial" pitchFamily="34" charset="0"/>
              </a:rPr>
              <a:t>List the steps of the scenario from trigger to goal delivery, and any cleanup after.</a:t>
            </a:r>
            <a:br>
              <a:rPr lang="en-US" smtClean="0">
                <a:latin typeface="Arial" pitchFamily="34" charset="0"/>
              </a:rPr>
            </a:br>
            <a:r>
              <a:rPr lang="en-US" smtClean="0">
                <a:latin typeface="Arial" pitchFamily="34" charset="0"/>
              </a:rPr>
              <a:t/>
            </a:r>
            <a:br>
              <a:rPr lang="en-US" smtClean="0">
                <a:latin typeface="Arial" pitchFamily="34" charset="0"/>
              </a:rPr>
            </a:br>
            <a:r>
              <a:rPr lang="en-US" smtClean="0">
                <a:latin typeface="Arial" pitchFamily="34" charset="0"/>
              </a:rPr>
              <a:t>This is in the format:</a:t>
            </a:r>
            <a:br>
              <a:rPr lang="en-US" smtClean="0">
                <a:latin typeface="Arial" pitchFamily="34" charset="0"/>
              </a:rPr>
            </a:br>
            <a:r>
              <a:rPr lang="en-US" smtClean="0">
                <a:latin typeface="Arial" pitchFamily="34" charset="0"/>
              </a:rPr>
              <a:t/>
            </a:r>
            <a:br>
              <a:rPr lang="en-US" smtClean="0">
                <a:latin typeface="Arial" pitchFamily="34" charset="0"/>
              </a:rPr>
            </a:br>
            <a:r>
              <a:rPr lang="en-US" smtClean="0">
                <a:latin typeface="Arial" pitchFamily="34" charset="0"/>
              </a:rPr>
              <a:t>   &lt;step number&gt; &lt;action description&gt;</a:t>
            </a:r>
            <a:br>
              <a:rPr lang="en-US" smtClean="0">
                <a:latin typeface="Arial" pitchFamily="34" charset="0"/>
              </a:rPr>
            </a:br>
            <a:r>
              <a:rPr lang="en-US" smtClean="0">
                <a:latin typeface="Arial" pitchFamily="34" charset="0"/>
              </a:rPr>
              <a:t/>
            </a:r>
            <a:br>
              <a:rPr lang="en-US" smtClean="0">
                <a:latin typeface="Arial" pitchFamily="34" charset="0"/>
              </a:rPr>
            </a:br>
            <a:r>
              <a:rPr lang="en-US" smtClean="0">
                <a:latin typeface="Arial" pitchFamily="34" charset="0"/>
              </a:rPr>
              <a:t>where action description is of the form &lt;subject&gt; &lt;active verb&gt; &lt;object&gt;. Make sure the actions moves forward after this step. After each step, another subject "has the ball", so that typically we show a dialog that is user-system-user.</a:t>
            </a:r>
            <a:br>
              <a:rPr lang="en-US" smtClean="0">
                <a:latin typeface="Arial" pitchFamily="34" charset="0"/>
              </a:rPr>
            </a:br>
            <a:r>
              <a:rPr lang="en-US" smtClean="0">
                <a:latin typeface="Arial" pitchFamily="34" charset="0"/>
              </a:rPr>
              <a:t/>
            </a:r>
            <a:br>
              <a:rPr lang="en-US" smtClean="0">
                <a:latin typeface="Arial" pitchFamily="34" charset="0"/>
              </a:rPr>
            </a:br>
            <a:r>
              <a:rPr lang="en-US" smtClean="0">
                <a:latin typeface="Arial" pitchFamily="34" charset="0"/>
              </a:rPr>
              <a:t>e.g., 3. The system displays a list of matching customers and requests a selection</a:t>
            </a:r>
          </a:p>
          <a:p>
            <a:r>
              <a:rPr lang="en-US" smtClean="0">
                <a:latin typeface="Arial" pitchFamily="34" charset="0"/>
              </a:rPr>
              <a:t>During the discovery of the Main Success Scenario, the actor may have several options.   References to conditional options should be placed in the alternate and exception flow areas of this template.  The assumption in the Main Success Scenario, is that everything works as the user expected and achieves the goal they had intended. </a:t>
            </a:r>
            <a:br>
              <a:rPr lang="en-US" smtClean="0">
                <a:latin typeface="Arial" pitchFamily="34" charset="0"/>
              </a:rPr>
            </a:br>
            <a:r>
              <a:rPr lang="en-US" smtClean="0">
                <a:latin typeface="Arial" pitchFamily="34" charset="0"/>
              </a:rPr>
              <a:t>It is recommended that you use the table format below.  Both an actor step and a system step may appear in the same row of the table.b  You should use structure sentences that use active verb phrases and are in the present tense.  Avoid compound sentences and describe the steps by starting with the phrase The actor or the system, wait until you are done to number the steps. Each step should contain one testable, traceable requirement.</a:t>
            </a:r>
          </a:p>
          <a:p>
            <a:pPr eaLnBrk="1" hangingPunct="1"/>
            <a:endParaRPr lang="en-US" smtClean="0">
              <a:latin typeface="Arial"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p:spPr>
        <p:txBody>
          <a:bodyPr/>
          <a:lstStyle/>
          <a:p>
            <a:fld id="{0A482768-2C73-4F86-9235-522755E18B68}" type="slidenum">
              <a:rPr lang="en-US" smtClean="0">
                <a:latin typeface="Times" pitchFamily="18" charset="0"/>
              </a:rPr>
              <a:pPr/>
              <a:t>3</a:t>
            </a:fld>
            <a:endParaRPr lang="en-US" smtClean="0">
              <a:latin typeface="Times" pitchFamily="18" charset="0"/>
            </a:endParaRPr>
          </a:p>
        </p:txBody>
      </p:sp>
      <p:sp>
        <p:nvSpPr>
          <p:cNvPr id="9219" name="Rectangle 2"/>
          <p:cNvSpPr>
            <a:spLocks noGrp="1" noRot="1" noChangeAspect="1" noChangeArrowheads="1" noTextEdit="1"/>
          </p:cNvSpPr>
          <p:nvPr>
            <p:ph type="sldImg"/>
          </p:nvPr>
        </p:nvSpPr>
        <p:spPr>
          <a:xfrm>
            <a:off x="382588" y="381000"/>
            <a:ext cx="4572000" cy="2573338"/>
          </a:xfrm>
          <a:ln/>
        </p:spPr>
      </p:sp>
      <p:sp>
        <p:nvSpPr>
          <p:cNvPr id="9220" name="Rectangle 3"/>
          <p:cNvSpPr>
            <a:spLocks noGrp="1" noChangeArrowheads="1"/>
          </p:cNvSpPr>
          <p:nvPr>
            <p:ph type="body" idx="1"/>
          </p:nvPr>
        </p:nvSpPr>
        <p:spPr>
          <a:noFill/>
          <a:ln/>
        </p:spPr>
        <p:txBody>
          <a:bodyPr/>
          <a:lstStyle/>
          <a:p>
            <a:r>
              <a:rPr lang="en-US" dirty="0" smtClean="0">
                <a:latin typeface="Arial" pitchFamily="34" charset="0"/>
              </a:rPr>
              <a:t>Put here the Alternate flows (also sometimes referred to as extensions), one at a time, each referring to the step of the main scenario.  Add additional slides for each Use Case.</a:t>
            </a:r>
          </a:p>
          <a:p>
            <a:endParaRPr lang="en-US" dirty="0" smtClean="0">
              <a:latin typeface="Arial" pitchFamily="34" charset="0"/>
            </a:endParaRPr>
          </a:p>
          <a:p>
            <a:pPr lvl="1">
              <a:buFontTx/>
              <a:buChar char="•"/>
            </a:pPr>
            <a:r>
              <a:rPr lang="en-US" dirty="0" smtClean="0">
                <a:latin typeface="Arial" pitchFamily="34" charset="0"/>
              </a:rPr>
              <a:t>The first step of the alternate path should explain the deviation</a:t>
            </a:r>
            <a:br>
              <a:rPr lang="en-US" dirty="0" smtClean="0">
                <a:latin typeface="Arial" pitchFamily="34" charset="0"/>
              </a:rPr>
            </a:br>
            <a:endParaRPr lang="en-US" dirty="0" smtClean="0">
              <a:latin typeface="Arial" pitchFamily="34" charset="0"/>
            </a:endParaRPr>
          </a:p>
          <a:p>
            <a:pPr lvl="1">
              <a:buFontTx/>
              <a:buChar char="•"/>
            </a:pPr>
            <a:r>
              <a:rPr lang="en-US" dirty="0" smtClean="0">
                <a:latin typeface="Arial" pitchFamily="34" charset="0"/>
              </a:rPr>
              <a:t>The first step has the same number as the step of the Main Success Scenario or basic flow that it came from.</a:t>
            </a:r>
            <a:br>
              <a:rPr lang="en-US" dirty="0" smtClean="0">
                <a:latin typeface="Arial" pitchFamily="34" charset="0"/>
              </a:rPr>
            </a:br>
            <a:endParaRPr lang="en-US" dirty="0" smtClean="0">
              <a:latin typeface="Arial" pitchFamily="34" charset="0"/>
            </a:endParaRPr>
          </a:p>
          <a:p>
            <a:pPr>
              <a:buFontTx/>
              <a:buChar char="•"/>
            </a:pPr>
            <a:endParaRPr lang="en-US" dirty="0" smtClean="0">
              <a:latin typeface="Arial" pitchFamily="34" charset="0"/>
            </a:endParaRPr>
          </a:p>
          <a:p>
            <a:pPr>
              <a:buFontTx/>
              <a:buChar char="•"/>
            </a:pPr>
            <a:r>
              <a:rPr lang="en-US" dirty="0" smtClean="0">
                <a:latin typeface="Arial" pitchFamily="34" charset="0"/>
              </a:rPr>
              <a:t>Steps should be numbered x.1, x.2, x.3 (x is the step number of the main flow that originated the alternate flow</a:t>
            </a:r>
            <a:br>
              <a:rPr lang="en-US" dirty="0" smtClean="0">
                <a:latin typeface="Arial" pitchFamily="34" charset="0"/>
              </a:rPr>
            </a:br>
            <a:endParaRPr lang="en-US" dirty="0" smtClean="0">
              <a:latin typeface="Arial" pitchFamily="34" charset="0"/>
            </a:endParaRPr>
          </a:p>
          <a:p>
            <a:pPr>
              <a:buFontTx/>
              <a:buChar char="•"/>
            </a:pPr>
            <a:r>
              <a:rPr lang="en-US" dirty="0" smtClean="0">
                <a:latin typeface="Arial" pitchFamily="34" charset="0"/>
              </a:rPr>
              <a:t>Last step of the alternate flow indicates which step in the Main Success Scenario that invoked this alternate flow</a:t>
            </a:r>
            <a:br>
              <a:rPr lang="en-US" dirty="0" smtClean="0">
                <a:latin typeface="Arial" pitchFamily="34" charset="0"/>
              </a:rPr>
            </a:br>
            <a:endParaRPr lang="en-US" dirty="0" smtClean="0">
              <a:latin typeface="Arial" pitchFamily="34" charset="0"/>
            </a:endParaRPr>
          </a:p>
          <a:p>
            <a:pPr>
              <a:buFontTx/>
              <a:buChar char="•"/>
            </a:pPr>
            <a:r>
              <a:rPr lang="en-US" dirty="0" smtClean="0">
                <a:latin typeface="Arial" pitchFamily="34" charset="0"/>
              </a:rPr>
              <a:t>Post-Conditions are in addition to those of the basic flow.</a:t>
            </a:r>
            <a:br>
              <a:rPr lang="en-US" dirty="0" smtClean="0">
                <a:latin typeface="Arial" pitchFamily="34" charset="0"/>
              </a:rPr>
            </a:br>
            <a:r>
              <a:rPr lang="en-US" dirty="0" smtClean="0">
                <a:latin typeface="Arial" pitchFamily="34" charset="0"/>
              </a:rPr>
              <a:t/>
            </a:r>
            <a:br>
              <a:rPr lang="en-US" dirty="0" smtClean="0">
                <a:latin typeface="Arial" pitchFamily="34" charset="0"/>
              </a:rPr>
            </a:br>
            <a:r>
              <a:rPr lang="en-US" dirty="0" smtClean="0">
                <a:latin typeface="Arial" pitchFamily="34" charset="0"/>
              </a:rPr>
              <a:t>&lt; step altered&gt;&lt;branch letter&gt;. &lt;condition&gt;:, followed by &lt;step altered&gt;&lt;branch letter&gt;&lt;step number&gt;. &lt;action or sub-use case&gt;, where “step altered” is the step at which condition occurs and we follow an alternative sequence of numbered steps. One possible action is "the use case continues at step &lt;step number&gt;".</a:t>
            </a:r>
            <a:br>
              <a:rPr lang="en-US" dirty="0" smtClean="0">
                <a:latin typeface="Arial" pitchFamily="34" charset="0"/>
              </a:rPr>
            </a:br>
            <a:r>
              <a:rPr lang="en-US" dirty="0" smtClean="0">
                <a:latin typeface="Arial" pitchFamily="34" charset="0"/>
              </a:rPr>
              <a:t/>
            </a:r>
            <a:br>
              <a:rPr lang="en-US" dirty="0" smtClean="0">
                <a:latin typeface="Arial" pitchFamily="34" charset="0"/>
              </a:rPr>
            </a:br>
            <a:r>
              <a:rPr lang="en-US" dirty="0" smtClean="0">
                <a:latin typeface="Arial" pitchFamily="34" charset="0"/>
              </a:rPr>
              <a:t>e.g., 3a. There are no matching customers:</a:t>
            </a:r>
            <a:br>
              <a:rPr lang="en-US" dirty="0" smtClean="0">
                <a:latin typeface="Arial" pitchFamily="34" charset="0"/>
              </a:rPr>
            </a:br>
            <a:r>
              <a:rPr lang="en-US" dirty="0" smtClean="0">
                <a:latin typeface="Arial" pitchFamily="34" charset="0"/>
              </a:rPr>
              <a:t>              3a1. System reports that no match was found</a:t>
            </a:r>
          </a:p>
          <a:p>
            <a:pPr eaLnBrk="1" hangingPunct="1"/>
            <a:endParaRPr lang="en-US" dirty="0" smtClean="0">
              <a:latin typeface="Arial"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p:spPr>
        <p:txBody>
          <a:bodyPr/>
          <a:lstStyle/>
          <a:p>
            <a:fld id="{0A482768-2C73-4F86-9235-522755E18B68}" type="slidenum">
              <a:rPr lang="en-US" smtClean="0">
                <a:latin typeface="Times" pitchFamily="18" charset="0"/>
              </a:rPr>
              <a:pPr/>
              <a:t>4</a:t>
            </a:fld>
            <a:endParaRPr lang="en-US" smtClean="0">
              <a:latin typeface="Times" pitchFamily="18" charset="0"/>
            </a:endParaRPr>
          </a:p>
        </p:txBody>
      </p:sp>
      <p:sp>
        <p:nvSpPr>
          <p:cNvPr id="9219" name="Rectangle 2"/>
          <p:cNvSpPr>
            <a:spLocks noGrp="1" noRot="1" noChangeAspect="1" noChangeArrowheads="1" noTextEdit="1"/>
          </p:cNvSpPr>
          <p:nvPr>
            <p:ph type="sldImg"/>
          </p:nvPr>
        </p:nvSpPr>
        <p:spPr>
          <a:xfrm>
            <a:off x="382588" y="381000"/>
            <a:ext cx="4572000" cy="2573338"/>
          </a:xfrm>
          <a:ln/>
        </p:spPr>
      </p:sp>
      <p:sp>
        <p:nvSpPr>
          <p:cNvPr id="9220" name="Rectangle 3"/>
          <p:cNvSpPr>
            <a:spLocks noGrp="1" noChangeArrowheads="1"/>
          </p:cNvSpPr>
          <p:nvPr>
            <p:ph type="body" idx="1"/>
          </p:nvPr>
        </p:nvSpPr>
        <p:spPr>
          <a:noFill/>
          <a:ln/>
        </p:spPr>
        <p:txBody>
          <a:bodyPr/>
          <a:lstStyle/>
          <a:p>
            <a:r>
              <a:rPr lang="en-US" dirty="0" smtClean="0">
                <a:latin typeface="Arial" pitchFamily="34" charset="0"/>
              </a:rPr>
              <a:t>Put here the extensions, one at a time, each referring to the step of the main scenario.</a:t>
            </a:r>
          </a:p>
          <a:p>
            <a:endParaRPr lang="en-US" dirty="0" smtClean="0">
              <a:latin typeface="Arial" pitchFamily="34" charset="0"/>
            </a:endParaRPr>
          </a:p>
          <a:p>
            <a:pPr lvl="1">
              <a:buFontTx/>
              <a:buChar char="•"/>
            </a:pPr>
            <a:r>
              <a:rPr lang="en-US" dirty="0" smtClean="0">
                <a:latin typeface="Arial" pitchFamily="34" charset="0"/>
              </a:rPr>
              <a:t>The first step of the alternate path should explain the deviation</a:t>
            </a:r>
            <a:br>
              <a:rPr lang="en-US" dirty="0" smtClean="0">
                <a:latin typeface="Arial" pitchFamily="34" charset="0"/>
              </a:rPr>
            </a:br>
            <a:endParaRPr lang="en-US" dirty="0" smtClean="0">
              <a:latin typeface="Arial" pitchFamily="34" charset="0"/>
            </a:endParaRPr>
          </a:p>
          <a:p>
            <a:pPr lvl="1">
              <a:buFontTx/>
              <a:buChar char="•"/>
            </a:pPr>
            <a:r>
              <a:rPr lang="en-US" dirty="0" smtClean="0">
                <a:latin typeface="Arial" pitchFamily="34" charset="0"/>
              </a:rPr>
              <a:t>The first step has the same number as the step of the Main Success Scenario or basic flow that it came from.</a:t>
            </a:r>
            <a:br>
              <a:rPr lang="en-US" dirty="0" smtClean="0">
                <a:latin typeface="Arial" pitchFamily="34" charset="0"/>
              </a:rPr>
            </a:br>
            <a:endParaRPr lang="en-US" dirty="0" smtClean="0">
              <a:latin typeface="Arial" pitchFamily="34" charset="0"/>
            </a:endParaRPr>
          </a:p>
          <a:p>
            <a:pPr>
              <a:buFontTx/>
              <a:buChar char="•"/>
            </a:pPr>
            <a:endParaRPr lang="en-US" dirty="0" smtClean="0">
              <a:latin typeface="Arial" pitchFamily="34" charset="0"/>
            </a:endParaRPr>
          </a:p>
          <a:p>
            <a:pPr>
              <a:buFontTx/>
              <a:buChar char="•"/>
            </a:pPr>
            <a:r>
              <a:rPr lang="en-US" dirty="0" smtClean="0">
                <a:latin typeface="Arial" pitchFamily="34" charset="0"/>
              </a:rPr>
              <a:t>Steps should be numbered x.1, x.2, x.3 (x is the step number of the main flow that originated the alternate flow</a:t>
            </a:r>
            <a:br>
              <a:rPr lang="en-US" dirty="0" smtClean="0">
                <a:latin typeface="Arial" pitchFamily="34" charset="0"/>
              </a:rPr>
            </a:br>
            <a:endParaRPr lang="en-US" dirty="0" smtClean="0">
              <a:latin typeface="Arial" pitchFamily="34" charset="0"/>
            </a:endParaRPr>
          </a:p>
          <a:p>
            <a:pPr>
              <a:buFontTx/>
              <a:buChar char="•"/>
            </a:pPr>
            <a:r>
              <a:rPr lang="en-US" dirty="0" smtClean="0">
                <a:latin typeface="Arial" pitchFamily="34" charset="0"/>
              </a:rPr>
              <a:t>Last step of the alternate flow is where the use case ends.</a:t>
            </a:r>
            <a:br>
              <a:rPr lang="en-US" dirty="0" smtClean="0">
                <a:latin typeface="Arial" pitchFamily="34" charset="0"/>
              </a:rPr>
            </a:br>
            <a:endParaRPr lang="en-US" dirty="0" smtClean="0">
              <a:latin typeface="Arial" pitchFamily="34" charset="0"/>
            </a:endParaRPr>
          </a:p>
          <a:p>
            <a:pPr>
              <a:buFontTx/>
              <a:buChar char="•"/>
            </a:pPr>
            <a:r>
              <a:rPr lang="en-US" dirty="0" smtClean="0">
                <a:latin typeface="Arial" pitchFamily="34" charset="0"/>
              </a:rPr>
              <a:t>Post-Conditions are replace the post-conditions of the basic flow.</a:t>
            </a:r>
            <a:br>
              <a:rPr lang="en-US" dirty="0" smtClean="0">
                <a:latin typeface="Arial" pitchFamily="34" charset="0"/>
              </a:rPr>
            </a:br>
            <a:r>
              <a:rPr lang="en-US" dirty="0" smtClean="0">
                <a:latin typeface="Arial" pitchFamily="34" charset="0"/>
              </a:rPr>
              <a:t/>
            </a:r>
            <a:br>
              <a:rPr lang="en-US" dirty="0" smtClean="0">
                <a:latin typeface="Arial" pitchFamily="34" charset="0"/>
              </a:rPr>
            </a:br>
            <a:r>
              <a:rPr lang="en-US" dirty="0" smtClean="0">
                <a:latin typeface="Arial" pitchFamily="34" charset="0"/>
              </a:rPr>
              <a:t>&lt; step altered&gt;&lt;branch letter&gt;. &lt;condition&gt;:, followed by &lt;step altered&gt;&lt;branch letter&gt;&lt;step number&gt;. &lt;action or sub-use case&gt;, where “step altered” is the step at which condition occurs and we follow an alternative sequence of numbered steps. One possible action is "the use case continues at step &lt;step number&gt;".</a:t>
            </a:r>
            <a:br>
              <a:rPr lang="en-US" dirty="0" smtClean="0">
                <a:latin typeface="Arial" pitchFamily="34" charset="0"/>
              </a:rPr>
            </a:br>
            <a:r>
              <a:rPr lang="en-US" dirty="0" smtClean="0">
                <a:latin typeface="Arial" pitchFamily="34" charset="0"/>
              </a:rPr>
              <a:t/>
            </a:r>
            <a:br>
              <a:rPr lang="en-US" dirty="0" smtClean="0">
                <a:latin typeface="Arial" pitchFamily="34" charset="0"/>
              </a:rPr>
            </a:br>
            <a:r>
              <a:rPr lang="en-US" dirty="0" smtClean="0">
                <a:latin typeface="Arial" pitchFamily="34" charset="0"/>
              </a:rPr>
              <a:t>e.g., 3a. There are no matching customers:</a:t>
            </a:r>
            <a:br>
              <a:rPr lang="en-US" dirty="0" smtClean="0">
                <a:latin typeface="Arial" pitchFamily="34" charset="0"/>
              </a:rPr>
            </a:br>
            <a:r>
              <a:rPr lang="en-US" dirty="0" smtClean="0">
                <a:latin typeface="Arial" pitchFamily="34" charset="0"/>
              </a:rPr>
              <a:t>              3a1. </a:t>
            </a:r>
            <a:r>
              <a:rPr lang="en-US" smtClean="0">
                <a:latin typeface="Arial" pitchFamily="34" charset="0"/>
              </a:rPr>
              <a:t>System reports that no match was found</a:t>
            </a:r>
          </a:p>
          <a:p>
            <a:pPr eaLnBrk="1" hangingPunct="1"/>
            <a:endParaRPr lang="en-US" dirty="0" smtClean="0">
              <a:latin typeface="Arial"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without Pictur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1813" y="739775"/>
            <a:ext cx="11125199"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11126648"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3" y="3429451"/>
            <a:ext cx="11125199"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51AB1A54-131B-434B-AAD1-AD1F7D7DAA2B}" type="datetime1">
              <a:rPr lang="en-US"/>
              <a:pPr/>
              <a:t>6/18/2014</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a:xfrm>
            <a:off x="11276011" y="6934200"/>
            <a:ext cx="381661" cy="182880"/>
          </a:xfrm>
        </p:spPr>
        <p:txBody>
          <a:bodyPr/>
          <a:lstStyle/>
          <a:p>
            <a:fld id="{C51EAA63-D034-42AE-91FA-B13B9518C7BE}" type="slidenum">
              <a:rPr/>
              <a:pPr/>
              <a:t>‹#›</a:t>
            </a:fld>
            <a:endParaRPr dirty="0"/>
          </a:p>
        </p:txBody>
      </p:sp>
      <p:pic>
        <p:nvPicPr>
          <p:cNvPr id="14" name="Oracle red badge logo" descr="Oracle logo in white on red staging background"/>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Tree>
    <p:extLst>
      <p:ext uri="{BB962C8B-B14F-4D97-AF65-F5344CB8AC3E}">
        <p14:creationId xmlns:p14="http://schemas.microsoft.com/office/powerpoint/2010/main" xmlns="" val="399320028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p15="http://schemas.microsoft.com/office/powerpoint/2012/main" xmlns="">
        <p15:guide id="1" pos="3839"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1813" y="739775"/>
            <a:ext cx="11125199"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11126648"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4" name="Date Placeholder 3"/>
          <p:cNvSpPr>
            <a:spLocks noGrp="1"/>
          </p:cNvSpPr>
          <p:nvPr>
            <p:ph type="dt" sz="half" idx="10"/>
          </p:nvPr>
        </p:nvSpPr>
        <p:spPr/>
        <p:txBody>
          <a:bodyPr/>
          <a:lstStyle/>
          <a:p>
            <a:fld id="{BCD2CDC6-9352-4ED5-B272-74DDB6DCFEAF}" type="datetime1">
              <a:rPr lang="en-US"/>
              <a:pPr/>
              <a:t>6/18/2014</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a:xfrm>
            <a:off x="11276011" y="6934200"/>
            <a:ext cx="381661" cy="182880"/>
          </a:xfrm>
        </p:spPr>
        <p:txBody>
          <a:bodyPr/>
          <a:lstStyle/>
          <a:p>
            <a:fld id="{C51EAA63-D034-42AE-91FA-B13B9518C7BE}" type="slidenum">
              <a:rPr/>
              <a:pPr/>
              <a:t>‹#›</a:t>
            </a:fld>
            <a:endParaRPr dirty="0"/>
          </a:p>
        </p:txBody>
      </p:sp>
      <p:pic>
        <p:nvPicPr>
          <p:cNvPr id="9" name="Oracle red badge logo" descr="Oracle logo in white on red staging background"/>
          <p:cNvPicPr>
            <a:picLocks noChangeAspect="1"/>
          </p:cNvPicPr>
          <p:nvPr userDrawn="1"/>
        </p:nvPicPr>
        <p:blipFill>
          <a:blip r:embed="rId2"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Tree>
    <p:extLst>
      <p:ext uri="{BB962C8B-B14F-4D97-AF65-F5344CB8AC3E}">
        <p14:creationId xmlns:p14="http://schemas.microsoft.com/office/powerpoint/2010/main" xmlns="" val="240415743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Picture">
    <p:bg>
      <p:bgPr>
        <a:blipFill dpi="0" rotWithShape="1">
          <a:blip r:embed="rId2" cstate="print">
            <a:lum/>
            <a:extLst>
              <a:ext uri="{28A0092B-C50C-407E-A947-70E740481C1C}">
                <a14:useLocalDpi xmlns:a14="http://schemas.microsoft.com/office/drawing/2010/main" xmlns="" val="0"/>
              </a:ext>
            </a:extLst>
          </a:blip>
          <a:srcRect/>
          <a:stretch>
            <a:fillRect/>
          </a:stretch>
        </a:blipFill>
        <a:effectLst/>
      </p:bgPr>
    </p:bg>
    <p:spTree>
      <p:nvGrpSpPr>
        <p:cNvPr id="1" name=""/>
        <p:cNvGrpSpPr/>
        <p:nvPr/>
      </p:nvGrpSpPr>
      <p:grpSpPr>
        <a:xfrm>
          <a:off x="0" y="0"/>
          <a:ext cx="0" cy="0"/>
          <a:chOff x="0" y="0"/>
          <a:chExt cx="0" cy="0"/>
        </a:xfrm>
      </p:grpSpPr>
      <p:sp>
        <p:nvSpPr>
          <p:cNvPr id="10" name="Rectangle 9" descr="Full slide 4-color photo can be inserted here"/>
          <p:cNvSpPr/>
          <p:nvPr userDrawn="1"/>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8763000"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8764141"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4" y="3429451"/>
            <a:ext cx="87630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7C7481E7-6827-45FD-8717-13B961EEBD99}" type="datetime1">
              <a:rPr lang="en-US"/>
              <a:pPr/>
              <a:t>6/18/2014</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a:xfrm>
            <a:off x="11276011" y="6934200"/>
            <a:ext cx="381661" cy="182880"/>
          </a:xfrm>
        </p:spPr>
        <p:txBody>
          <a:bodyPr/>
          <a:lstStyle>
            <a:lvl1pPr>
              <a:defRPr>
                <a:solidFill>
                  <a:srgbClr val="BDC1C5"/>
                </a:solidFill>
              </a:defRPr>
            </a:lvl1pPr>
          </a:lstStyle>
          <a:p>
            <a:fld id="{C51EAA63-D034-42AE-91FA-B13B9518C7BE}" type="slidenum">
              <a:rPr/>
              <a:pPr/>
              <a:t>‹#›</a:t>
            </a:fld>
            <a:endParaRPr dirty="0"/>
          </a:p>
        </p:txBody>
      </p:sp>
      <p:pic>
        <p:nvPicPr>
          <p:cNvPr id="12" name="Oracle red badge logo" descr="Oracle logo in white on red staging background"/>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Tree>
    <p:extLst>
      <p:ext uri="{BB962C8B-B14F-4D97-AF65-F5344CB8AC3E}">
        <p14:creationId xmlns:p14="http://schemas.microsoft.com/office/powerpoint/2010/main" xmlns="" val="268782140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with Picture and Logo">
    <p:bg>
      <p:bgPr>
        <a:blipFill dpi="0" rotWithShape="1">
          <a:blip r:embed="rId2" cstate="print">
            <a:lum/>
            <a:extLst>
              <a:ext uri="{28A0092B-C50C-407E-A947-70E740481C1C}">
                <a14:useLocalDpi xmlns:a14="http://schemas.microsoft.com/office/drawing/2010/main" xmlns="" val="0"/>
              </a:ext>
            </a:extLst>
          </a:blip>
          <a:srcRect/>
          <a:stretch>
            <a:fillRect/>
          </a:stretch>
        </a:blipFill>
        <a:effectLst/>
      </p:bgPr>
    </p:bg>
    <p:spTree>
      <p:nvGrpSpPr>
        <p:cNvPr id="1" name=""/>
        <p:cNvGrpSpPr/>
        <p:nvPr/>
      </p:nvGrpSpPr>
      <p:grpSpPr>
        <a:xfrm>
          <a:off x="0" y="0"/>
          <a:ext cx="0" cy="0"/>
          <a:chOff x="0" y="0"/>
          <a:chExt cx="0" cy="0"/>
        </a:xfrm>
      </p:grpSpPr>
      <p:sp>
        <p:nvSpPr>
          <p:cNvPr id="22" name="Rectangle 21" descr="Full slide 4-color photo can be inserted here. Customer/Partner and secondary logo can be included"/>
          <p:cNvSpPr/>
          <p:nvPr/>
        </p:nvSpPr>
        <p:spPr bwMode="hidden">
          <a:xfrm>
            <a:off x="0" y="0"/>
            <a:ext cx="12188825" cy="6858000"/>
          </a:xfrm>
          <a:prstGeom prst="rect">
            <a:avLst/>
          </a:prstGeom>
          <a:solidFill>
            <a:srgbClr val="46575E">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8763000"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8764141"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4" y="3429451"/>
            <a:ext cx="87630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585FCE51-BA3E-43B9-8C27-47617E4B4FE5}" type="datetime1">
              <a:rPr lang="en-US"/>
              <a:pPr/>
              <a:t>6/18/2014</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a:xfrm>
            <a:off x="11276011" y="6934200"/>
            <a:ext cx="381661" cy="182880"/>
          </a:xfrm>
        </p:spPr>
        <p:txBody>
          <a:bodyPr/>
          <a:lstStyle>
            <a:lvl1pPr>
              <a:defRPr>
                <a:solidFill>
                  <a:srgbClr val="BCC0C4"/>
                </a:solidFill>
              </a:defRPr>
            </a:lvl1pPr>
          </a:lstStyle>
          <a:p>
            <a:fld id="{C51EAA63-D034-42AE-91FA-B13B9518C7BE}" type="slidenum">
              <a:rPr/>
              <a:pPr/>
              <a:t>‹#›</a:t>
            </a:fld>
            <a:endParaRPr dirty="0"/>
          </a:p>
        </p:txBody>
      </p:sp>
      <p:sp>
        <p:nvSpPr>
          <p:cNvPr id="12" name="Rectangle 11"/>
          <p:cNvSpPr/>
          <p:nvPr/>
        </p:nvSpPr>
        <p:spPr bwMode="white">
          <a:xfrm>
            <a:off x="9828212" y="0"/>
            <a:ext cx="1828800"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1" name="Text Placeholder 12"/>
          <p:cNvSpPr>
            <a:spLocks noGrp="1"/>
          </p:cNvSpPr>
          <p:nvPr>
            <p:ph type="body" sz="quarter" idx="15" hasCustomPrompt="1"/>
          </p:nvPr>
        </p:nvSpPr>
        <p:spPr>
          <a:xfrm>
            <a:off x="9904412" y="228600"/>
            <a:ext cx="1676400" cy="228600"/>
          </a:xfrm>
        </p:spPr>
        <p:txBody>
          <a:bodyPr anchor="b">
            <a:normAutofit/>
          </a:bodyPr>
          <a:lstStyle>
            <a:lvl1pPr marL="1588" indent="0" algn="ctr">
              <a:spcBef>
                <a:spcPts val="0"/>
              </a:spcBef>
              <a:buFontTx/>
              <a:buNone/>
              <a:defRPr sz="1400" baseline="0">
                <a:solidFill>
                  <a:schemeClr val="bg1"/>
                </a:solidFill>
              </a:defRPr>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text</a:t>
            </a:r>
          </a:p>
        </p:txBody>
      </p:sp>
      <p:pic>
        <p:nvPicPr>
          <p:cNvPr id="14" name="Oracle red badge logo" descr="Oracle logo in white on red staging background"/>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Tree>
    <p:extLst>
      <p:ext uri="{BB962C8B-B14F-4D97-AF65-F5344CB8AC3E}">
        <p14:creationId xmlns:p14="http://schemas.microsoft.com/office/powerpoint/2010/main" xmlns="" val="30637809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with Picture and 2 Logos">
    <p:bg>
      <p:bgPr>
        <a:blipFill dpi="0" rotWithShape="1">
          <a:blip r:embed="rId2" cstate="print">
            <a:lum/>
            <a:extLst>
              <a:ext uri="{28A0092B-C50C-407E-A947-70E740481C1C}">
                <a14:useLocalDpi xmlns:a14="http://schemas.microsoft.com/office/drawing/2010/main" xmlns="" val="0"/>
              </a:ext>
            </a:extLst>
          </a:blip>
          <a:srcRect/>
          <a:stretch>
            <a:fillRect/>
          </a:stretch>
        </a:blipFill>
        <a:effectLst/>
      </p:bgPr>
    </p:bg>
    <p:spTree>
      <p:nvGrpSpPr>
        <p:cNvPr id="1" name=""/>
        <p:cNvGrpSpPr/>
        <p:nvPr/>
      </p:nvGrpSpPr>
      <p:grpSpPr>
        <a:xfrm>
          <a:off x="0" y="0"/>
          <a:ext cx="0" cy="0"/>
          <a:chOff x="0" y="0"/>
          <a:chExt cx="0" cy="0"/>
        </a:xfrm>
      </p:grpSpPr>
      <p:sp>
        <p:nvSpPr>
          <p:cNvPr id="22" name="Rectangle 21" descr="Full slide 4-color photo can be inserted here. Customer/Partner and secondary logo can be included"/>
          <p:cNvSpPr/>
          <p:nvPr/>
        </p:nvSpPr>
        <p:spPr bwMode="hidden">
          <a:xfrm>
            <a:off x="0" y="0"/>
            <a:ext cx="12188825" cy="6858000"/>
          </a:xfrm>
          <a:prstGeom prst="rect">
            <a:avLst/>
          </a:prstGeom>
          <a:solidFill>
            <a:srgbClr val="46575E">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8763000"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8764141"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4" y="3429451"/>
            <a:ext cx="87630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585FCE51-BA3E-43B9-8C27-47617E4B4FE5}" type="datetime1">
              <a:rPr lang="en-US"/>
              <a:pPr/>
              <a:t>6/18/2014</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a:xfrm>
            <a:off x="11276011" y="6934200"/>
            <a:ext cx="381661" cy="182880"/>
          </a:xfrm>
        </p:spPr>
        <p:txBody>
          <a:bodyPr/>
          <a:lstStyle>
            <a:lvl1pPr>
              <a:defRPr>
                <a:solidFill>
                  <a:srgbClr val="BCC0C4"/>
                </a:solidFill>
              </a:defRPr>
            </a:lvl1pPr>
          </a:lstStyle>
          <a:p>
            <a:fld id="{C51EAA63-D034-42AE-91FA-B13B9518C7BE}" type="slidenum">
              <a:rPr/>
              <a:pPr/>
              <a:t>‹#›</a:t>
            </a:fld>
            <a:endParaRPr dirty="0"/>
          </a:p>
        </p:txBody>
      </p:sp>
      <p:sp>
        <p:nvSpPr>
          <p:cNvPr id="12" name="Rectangle 11"/>
          <p:cNvSpPr/>
          <p:nvPr/>
        </p:nvSpPr>
        <p:spPr bwMode="white">
          <a:xfrm>
            <a:off x="9828212" y="0"/>
            <a:ext cx="1828800"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1" name="Text Placeholder 12"/>
          <p:cNvSpPr>
            <a:spLocks noGrp="1"/>
          </p:cNvSpPr>
          <p:nvPr>
            <p:ph type="body" sz="quarter" idx="15" hasCustomPrompt="1"/>
          </p:nvPr>
        </p:nvSpPr>
        <p:spPr>
          <a:xfrm>
            <a:off x="9904412" y="228600"/>
            <a:ext cx="1676400" cy="228600"/>
          </a:xfrm>
        </p:spPr>
        <p:txBody>
          <a:bodyPr anchor="b">
            <a:normAutofit/>
          </a:bodyPr>
          <a:lstStyle>
            <a:lvl1pPr marL="1588" indent="0" algn="ctr">
              <a:spcBef>
                <a:spcPts val="0"/>
              </a:spcBef>
              <a:buFontTx/>
              <a:buNone/>
              <a:defRPr sz="1400" baseline="0">
                <a:solidFill>
                  <a:schemeClr val="bg1"/>
                </a:solidFill>
              </a:defRPr>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text</a:t>
            </a:r>
          </a:p>
        </p:txBody>
      </p:sp>
      <p:pic>
        <p:nvPicPr>
          <p:cNvPr id="14" name="Oracle red badge logo" descr="Oracle logo in white on red staging background"/>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
        <p:nvSpPr>
          <p:cNvPr id="15" name="Rectangle 14"/>
          <p:cNvSpPr/>
          <p:nvPr userDrawn="1"/>
        </p:nvSpPr>
        <p:spPr>
          <a:xfrm>
            <a:off x="9823443" y="5409983"/>
            <a:ext cx="1828800" cy="850392"/>
          </a:xfrm>
          <a:prstGeom prst="rect">
            <a:avLst/>
          </a:prstGeom>
          <a:solidFill>
            <a:schemeClr val="tx1"/>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a:p>
        </p:txBody>
      </p:sp>
    </p:spTree>
    <p:extLst>
      <p:ext uri="{BB962C8B-B14F-4D97-AF65-F5344CB8AC3E}">
        <p14:creationId xmlns:p14="http://schemas.microsoft.com/office/powerpoint/2010/main" xmlns="" val="141667824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dirty="0"/>
          </a:p>
        </p:txBody>
      </p:sp>
      <p:sp>
        <p:nvSpPr>
          <p:cNvPr id="3" name="Content Placeholder 2"/>
          <p:cNvSpPr>
            <a:spLocks noGrp="1"/>
          </p:cNvSpPr>
          <p:nvPr>
            <p:ph idx="1"/>
          </p:nvPr>
        </p:nvSpPr>
        <p:spPr>
          <a:xfrm>
            <a:off x="531151" y="1524001"/>
            <a:ext cx="11126522" cy="4419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CECCD66E-6DF0-4B16-8ACA-D0D93A7B1DC8}" type="datetime1">
              <a:rPr lang="en-US"/>
              <a:pPr/>
              <a:t>6/18/2014</a:t>
            </a:fld>
            <a:endParaRPr dirty="0"/>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207523840"/>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dirty="0"/>
          </a:p>
        </p:txBody>
      </p:sp>
      <p:sp>
        <p:nvSpPr>
          <p:cNvPr id="7" name="Text Placeholder 12"/>
          <p:cNvSpPr>
            <a:spLocks noGrp="1"/>
          </p:cNvSpPr>
          <p:nvPr>
            <p:ph type="body" sz="quarter" idx="13" hasCustomPrompt="1"/>
          </p:nvPr>
        </p:nvSpPr>
        <p:spPr>
          <a:xfrm>
            <a:off x="531813" y="1373741"/>
            <a:ext cx="11125199" cy="343299"/>
          </a:xfrm>
        </p:spPr>
        <p:txBody>
          <a:bodyPr>
            <a:noAutofit/>
          </a:bodyPr>
          <a:lstStyle>
            <a:lvl1pPr marL="1588" indent="0">
              <a:spcBef>
                <a:spcPts val="0"/>
              </a:spcBef>
              <a:buFontTx/>
              <a:buNone/>
              <a:defRPr sz="2400" b="1"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subtitle</a:t>
            </a:r>
          </a:p>
        </p:txBody>
      </p:sp>
      <p:sp>
        <p:nvSpPr>
          <p:cNvPr id="3" name="Content Placeholder 2"/>
          <p:cNvSpPr>
            <a:spLocks noGrp="1"/>
          </p:cNvSpPr>
          <p:nvPr>
            <p:ph idx="1"/>
          </p:nvPr>
        </p:nvSpPr>
        <p:spPr>
          <a:xfrm>
            <a:off x="531151" y="1981200"/>
            <a:ext cx="11126522" cy="3962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E248A2DF-98E5-4437-B842-E0DCD9A6A408}" type="datetime1">
              <a:rPr lang="en-US"/>
              <a:pPr/>
              <a:t>6/18/2014</a:t>
            </a:fld>
            <a:endParaRPr dirty="0"/>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337176835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Program Agenda">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mtClean="0"/>
              <a:t>Click to edit Master title style</a:t>
            </a:r>
            <a:endParaRPr dirty="0"/>
          </a:p>
        </p:txBody>
      </p:sp>
      <p:sp>
        <p:nvSpPr>
          <p:cNvPr id="8" name="Text Placeholder 7"/>
          <p:cNvSpPr>
            <a:spLocks noGrp="1"/>
          </p:cNvSpPr>
          <p:nvPr>
            <p:ph type="body" sz="quarter" idx="13"/>
          </p:nvPr>
        </p:nvSpPr>
        <p:spPr>
          <a:xfrm>
            <a:off x="2795931" y="1981199"/>
            <a:ext cx="8861082" cy="3962401"/>
          </a:xfrm>
        </p:spPr>
        <p:txBody>
          <a:bodyPr>
            <a:noAutofit/>
          </a:bodyPr>
          <a:lstStyle>
            <a:lvl1pPr marL="1588" indent="0">
              <a:spcBef>
                <a:spcPts val="2400"/>
              </a:spcBef>
              <a:buNone/>
              <a:defRPr sz="2800"/>
            </a:lvl1pPr>
            <a:lvl2pPr marL="1588" indent="0">
              <a:spcBef>
                <a:spcPts val="2400"/>
              </a:spcBef>
              <a:buNone/>
              <a:defRPr sz="2800"/>
            </a:lvl2pPr>
            <a:lvl3pPr marL="1588" indent="0">
              <a:spcBef>
                <a:spcPts val="2400"/>
              </a:spcBef>
              <a:buNone/>
              <a:defRPr sz="2800"/>
            </a:lvl3pPr>
            <a:lvl4pPr marL="1588" indent="0">
              <a:spcBef>
                <a:spcPts val="2400"/>
              </a:spcBef>
              <a:buNone/>
              <a:defRPr sz="2800"/>
            </a:lvl4pPr>
            <a:lvl5pPr marL="1588" indent="0">
              <a:spcBef>
                <a:spcPts val="2400"/>
              </a:spcBef>
              <a:buNone/>
              <a:defRPr sz="2800"/>
            </a:lvl5pPr>
            <a:lvl6pPr marL="1588" indent="0">
              <a:spcBef>
                <a:spcPts val="2400"/>
              </a:spcBef>
              <a:buNone/>
              <a:defRPr sz="2800"/>
            </a:lvl6pPr>
            <a:lvl7pPr marL="1588" indent="0">
              <a:spcBef>
                <a:spcPts val="2400"/>
              </a:spcBef>
              <a:buNone/>
              <a:defRPr sz="2800"/>
            </a:lvl7pPr>
            <a:lvl8pPr marL="1588" indent="0">
              <a:spcBef>
                <a:spcPts val="2400"/>
              </a:spcBef>
              <a:buNone/>
              <a:defRPr sz="2800"/>
            </a:lvl8pPr>
            <a:lvl9pPr marL="1588" indent="0">
              <a:spcBef>
                <a:spcPts val="2400"/>
              </a:spcBef>
              <a:buNone/>
              <a:defRPr sz="2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10"/>
          </p:nvPr>
        </p:nvSpPr>
        <p:spPr/>
        <p:txBody>
          <a:bodyPr>
            <a:noAutofit/>
          </a:bodyPr>
          <a:lstStyle/>
          <a:p>
            <a:fld id="{CECCD66E-6DF0-4B16-8ACA-D0D93A7B1DC8}" type="datetime1">
              <a:rPr lang="en-US"/>
              <a:pPr/>
              <a:t>6/18/2014</a:t>
            </a:fld>
            <a:endParaRPr dirty="0"/>
          </a:p>
        </p:txBody>
      </p:sp>
      <p:sp>
        <p:nvSpPr>
          <p:cNvPr id="5" name="Footer Placeholder 4"/>
          <p:cNvSpPr>
            <a:spLocks noGrp="1"/>
          </p:cNvSpPr>
          <p:nvPr>
            <p:ph type="ftr" sz="quarter" idx="11"/>
          </p:nvPr>
        </p:nvSpPr>
        <p:spPr/>
        <p:txBody>
          <a:bodyPr>
            <a:noAutofit/>
          </a:bodyPr>
          <a:lstStyle/>
          <a:p>
            <a:r>
              <a:rPr dirty="0"/>
              <a:t>Oracle Confidential – Internal/Restricted/Highly Restricted</a:t>
            </a:r>
          </a:p>
        </p:txBody>
      </p:sp>
      <p:sp>
        <p:nvSpPr>
          <p:cNvPr id="6" name="Slide Number Placeholder 5"/>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p14="http://schemas.microsoft.com/office/powerpoint/2010/main" xmlns="" val="681229641"/>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without Picture">
    <p:spTree>
      <p:nvGrpSpPr>
        <p:cNvPr id="1" name=""/>
        <p:cNvGrpSpPr/>
        <p:nvPr/>
      </p:nvGrpSpPr>
      <p:grpSpPr>
        <a:xfrm>
          <a:off x="0" y="0"/>
          <a:ext cx="0" cy="0"/>
          <a:chOff x="0" y="0"/>
          <a:chExt cx="0" cy="0"/>
        </a:xfrm>
      </p:grpSpPr>
      <p:sp>
        <p:nvSpPr>
          <p:cNvPr id="2" name="Title 1"/>
          <p:cNvSpPr>
            <a:spLocks noGrp="1"/>
          </p:cNvSpPr>
          <p:nvPr>
            <p:ph type="title"/>
          </p:nvPr>
        </p:nvSpPr>
        <p:spPr>
          <a:xfrm>
            <a:off x="531813" y="2600324"/>
            <a:ext cx="11125200" cy="1371600"/>
          </a:xfrm>
        </p:spPr>
        <p:txBody>
          <a:bodyPr anchor="b"/>
          <a:lstStyle>
            <a:lvl1pPr algn="l">
              <a:lnSpc>
                <a:spcPct val="80000"/>
              </a:lnSpc>
              <a:defRPr sz="4800" b="0" cap="none" baseline="0"/>
            </a:lvl1pPr>
          </a:lstStyle>
          <a:p>
            <a:r>
              <a:rPr lang="en-US" smtClean="0"/>
              <a:t>Click to edit Master title style</a:t>
            </a:r>
            <a:endParaRPr/>
          </a:p>
        </p:txBody>
      </p:sp>
      <p:sp>
        <p:nvSpPr>
          <p:cNvPr id="3" name="Text Placeholder 2"/>
          <p:cNvSpPr>
            <a:spLocks noGrp="1"/>
          </p:cNvSpPr>
          <p:nvPr>
            <p:ph type="body" idx="1"/>
          </p:nvPr>
        </p:nvSpPr>
        <p:spPr>
          <a:xfrm>
            <a:off x="531813" y="4038598"/>
            <a:ext cx="11125200" cy="914400"/>
          </a:xfrm>
        </p:spPr>
        <p:txBody>
          <a:bodyPr anchor="t">
            <a:noAutofit/>
          </a:bodyPr>
          <a:lstStyle>
            <a:lvl1pPr marL="0" indent="0">
              <a:spcBef>
                <a:spcPts val="0"/>
              </a:spcBef>
              <a:buNone/>
              <a:defRPr sz="2400" b="1">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3C35900-9CAD-4F88-ADA2-63803E0474C8}" type="datetime1">
              <a:rPr lang="en-US"/>
              <a:pPr/>
              <a:t>6/18/2014</a:t>
            </a:fld>
            <a:endParaRPr dirty="0"/>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151385333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Section Header with Picture">
    <p:bg>
      <p:bgPr>
        <a:blipFill dpi="0" rotWithShape="1">
          <a:blip r:embed="rId2" cstate="print">
            <a:lum/>
            <a:extLst>
              <a:ext uri="{28A0092B-C50C-407E-A947-70E740481C1C}">
                <a14:useLocalDpi xmlns:a14="http://schemas.microsoft.com/office/drawing/2010/main" xmlns="" val="0"/>
              </a:ext>
            </a:extLst>
          </a:blip>
          <a:srcRect/>
          <a:stretch>
            <a:fillRect/>
          </a:stretch>
        </a:blipFill>
        <a:effectLst/>
      </p:bgPr>
    </p:bg>
    <p:spTree>
      <p:nvGrpSpPr>
        <p:cNvPr id="1" name=""/>
        <p:cNvGrpSpPr/>
        <p:nvPr/>
      </p:nvGrpSpPr>
      <p:grpSpPr>
        <a:xfrm>
          <a:off x="0" y="0"/>
          <a:ext cx="0" cy="0"/>
          <a:chOff x="0" y="0"/>
          <a:chExt cx="0" cy="0"/>
        </a:xfrm>
      </p:grpSpPr>
      <p:sp>
        <p:nvSpPr>
          <p:cNvPr id="18" name="Rectangle 17" descr="Full bleed 4-color photo can be inserted here"/>
          <p:cNvSpPr/>
          <p:nvPr/>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7" name="Group 6"/>
          <p:cNvGrpSpPr/>
          <p:nvPr/>
        </p:nvGrpSpPr>
        <p:grpSpPr bwMode="gray">
          <a:xfrm>
            <a:off x="-287" y="0"/>
            <a:ext cx="12189399" cy="6858000"/>
            <a:chOff x="-287" y="0"/>
            <a:chExt cx="12189399" cy="6858000"/>
          </a:xfrm>
        </p:grpSpPr>
        <p:sp>
          <p:nvSpPr>
            <p:cNvPr id="9" name="Rectangle 8"/>
            <p:cNvSpPr/>
            <p:nvPr/>
          </p:nvSpPr>
          <p:spPr bwMode="gray">
            <a:xfrm>
              <a:off x="-287" y="0"/>
              <a:ext cx="193962" cy="685214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Rectangle 9"/>
            <p:cNvSpPr/>
            <p:nvPr/>
          </p:nvSpPr>
          <p:spPr bwMode="gray">
            <a:xfrm>
              <a:off x="11995151" y="5854"/>
              <a:ext cx="193960" cy="685214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286" y="6400800"/>
              <a:ext cx="12189396"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Rectangle 11"/>
            <p:cNvSpPr/>
            <p:nvPr/>
          </p:nvSpPr>
          <p:spPr bwMode="gray">
            <a:xfrm>
              <a:off x="-286" y="0"/>
              <a:ext cx="12189398" cy="192024"/>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sp>
        <p:nvSpPr>
          <p:cNvPr id="2" name="Title 1"/>
          <p:cNvSpPr>
            <a:spLocks noGrp="1"/>
          </p:cNvSpPr>
          <p:nvPr>
            <p:ph type="title"/>
          </p:nvPr>
        </p:nvSpPr>
        <p:spPr>
          <a:xfrm>
            <a:off x="531813" y="2600324"/>
            <a:ext cx="11125200" cy="1371600"/>
          </a:xfrm>
        </p:spPr>
        <p:txBody>
          <a:bodyPr anchor="b">
            <a:noAutofit/>
          </a:bodyPr>
          <a:lstStyle>
            <a:lvl1pPr algn="l">
              <a:lnSpc>
                <a:spcPct val="80000"/>
              </a:lnSpc>
              <a:defRPr sz="4800" b="0" cap="none" baseline="0"/>
            </a:lvl1pPr>
          </a:lstStyle>
          <a:p>
            <a:r>
              <a:rPr lang="en-US" smtClean="0"/>
              <a:t>Click to edit Master title style</a:t>
            </a:r>
            <a:endParaRPr dirty="0"/>
          </a:p>
        </p:txBody>
      </p:sp>
      <p:sp>
        <p:nvSpPr>
          <p:cNvPr id="3" name="Text Placeholder 2"/>
          <p:cNvSpPr>
            <a:spLocks noGrp="1"/>
          </p:cNvSpPr>
          <p:nvPr>
            <p:ph type="body" idx="1"/>
          </p:nvPr>
        </p:nvSpPr>
        <p:spPr>
          <a:xfrm>
            <a:off x="531813" y="4038598"/>
            <a:ext cx="11125200" cy="914400"/>
          </a:xfrm>
        </p:spPr>
        <p:txBody>
          <a:bodyPr anchor="t">
            <a:noAutofit/>
          </a:bodyPr>
          <a:lstStyle>
            <a:lvl1pPr marL="0" indent="0">
              <a:spcBef>
                <a:spcPts val="0"/>
              </a:spcBef>
              <a:buNone/>
              <a:defRPr sz="2400" b="1">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noAutofit/>
          </a:bodyPr>
          <a:lstStyle>
            <a:lvl1pPr>
              <a:defRPr>
                <a:solidFill>
                  <a:schemeClr val="bg1">
                    <a:lumMod val="60000"/>
                    <a:lumOff val="40000"/>
                  </a:schemeClr>
                </a:solidFill>
              </a:defRPr>
            </a:lvl1pPr>
          </a:lstStyle>
          <a:p>
            <a:fld id="{19816439-F3A6-4E53-9E59-0015DD1FA257}" type="datetime1">
              <a:rPr lang="en-US"/>
              <a:pPr/>
              <a:t>6/18/2014</a:t>
            </a:fld>
            <a:endParaRPr dirty="0"/>
          </a:p>
        </p:txBody>
      </p:sp>
      <p:sp>
        <p:nvSpPr>
          <p:cNvPr id="14" name="TextBox 13"/>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bg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noAutofit/>
          </a:bodyPr>
          <a:lstStyle>
            <a:lvl1pPr>
              <a:defRPr>
                <a:solidFill>
                  <a:schemeClr val="bg1">
                    <a:lumMod val="60000"/>
                    <a:lumOff val="40000"/>
                  </a:schemeClr>
                </a:solidFill>
              </a:defRPr>
            </a:lvl1pPr>
          </a:lstStyle>
          <a:p>
            <a:r>
              <a:rPr dirty="0"/>
              <a:t>Oracle Confidential – Internal/Restricted/Highly Restricted</a:t>
            </a:r>
          </a:p>
        </p:txBody>
      </p:sp>
      <p:sp>
        <p:nvSpPr>
          <p:cNvPr id="6" name="Slide Number Placeholder 5"/>
          <p:cNvSpPr>
            <a:spLocks noGrp="1"/>
          </p:cNvSpPr>
          <p:nvPr>
            <p:ph type="sldNum" sz="quarter" idx="12"/>
          </p:nvPr>
        </p:nvSpPr>
        <p:spPr/>
        <p:txBody>
          <a:bodyPr>
            <a:noAutofit/>
          </a:bodyPr>
          <a:lstStyle>
            <a:lvl1pPr>
              <a:defRPr>
                <a:solidFill>
                  <a:schemeClr val="bg1">
                    <a:lumMod val="60000"/>
                    <a:lumOff val="40000"/>
                  </a:schemeClr>
                </a:solidFill>
              </a:defRPr>
            </a:lvl1pPr>
          </a:lstStyle>
          <a:p>
            <a:fld id="{C51EAA63-D034-42AE-91FA-B13B9518C7BE}" type="slidenum">
              <a:rPr/>
              <a:pPr/>
              <a:t>‹#›</a:t>
            </a:fld>
            <a:endParaRPr dirty="0"/>
          </a:p>
        </p:txBody>
      </p:sp>
      <p:pic>
        <p:nvPicPr>
          <p:cNvPr id="15" name="Oracle red badge logo" descr="Oracle logo in white on red staging background"/>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Tree>
    <p:extLst>
      <p:ext uri="{BB962C8B-B14F-4D97-AF65-F5344CB8AC3E}">
        <p14:creationId xmlns:p14="http://schemas.microsoft.com/office/powerpoint/2010/main" xmlns="" val="11176673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nnouncement">
    <p:spTree>
      <p:nvGrpSpPr>
        <p:cNvPr id="1" name=""/>
        <p:cNvGrpSpPr/>
        <p:nvPr/>
      </p:nvGrpSpPr>
      <p:grpSpPr>
        <a:xfrm>
          <a:off x="0" y="0"/>
          <a:ext cx="0" cy="0"/>
          <a:chOff x="0" y="0"/>
          <a:chExt cx="0" cy="0"/>
        </a:xfrm>
      </p:grpSpPr>
      <p:sp>
        <p:nvSpPr>
          <p:cNvPr id="2" name="Title 1"/>
          <p:cNvSpPr>
            <a:spLocks noGrp="1"/>
          </p:cNvSpPr>
          <p:nvPr>
            <p:ph type="title"/>
          </p:nvPr>
        </p:nvSpPr>
        <p:spPr>
          <a:xfrm>
            <a:off x="531812" y="1905000"/>
            <a:ext cx="4800600" cy="1645920"/>
          </a:xfrm>
        </p:spPr>
        <p:txBody>
          <a:bodyPr anchor="b"/>
          <a:lstStyle>
            <a:lvl1pPr algn="l">
              <a:lnSpc>
                <a:spcPct val="80000"/>
              </a:lnSpc>
              <a:defRPr sz="4800" b="0"/>
            </a:lvl1pPr>
          </a:lstStyle>
          <a:p>
            <a:r>
              <a:rPr lang="en-US" smtClean="0"/>
              <a:t>Click to edit Master title style</a:t>
            </a:r>
            <a:endParaRPr dirty="0"/>
          </a:p>
        </p:txBody>
      </p:sp>
      <p:sp>
        <p:nvSpPr>
          <p:cNvPr id="4" name="Text Placeholder 3"/>
          <p:cNvSpPr>
            <a:spLocks noGrp="1"/>
          </p:cNvSpPr>
          <p:nvPr>
            <p:ph type="body" sz="half" idx="2"/>
          </p:nvPr>
        </p:nvSpPr>
        <p:spPr>
          <a:xfrm>
            <a:off x="531812" y="3657600"/>
            <a:ext cx="4800599" cy="1645920"/>
          </a:xfrm>
        </p:spPr>
        <p:txBody>
          <a:bodyPr>
            <a:noAutofit/>
          </a:bodyPr>
          <a:lstStyle>
            <a:lvl1pPr marL="0" indent="0">
              <a:spcBef>
                <a:spcPts val="0"/>
              </a:spcBef>
              <a:buNone/>
              <a:defRPr sz="2400" b="1"/>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Picture Placeholder 2" descr="A photo of your product can be included here"/>
          <p:cNvSpPr>
            <a:spLocks noGrp="1"/>
          </p:cNvSpPr>
          <p:nvPr>
            <p:ph type="pic" idx="1"/>
          </p:nvPr>
        </p:nvSpPr>
        <p:spPr>
          <a:xfrm>
            <a:off x="5588456" y="533400"/>
            <a:ext cx="6068558" cy="5410200"/>
          </a:xfrm>
          <a:no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5" name="Date Placeholder 4"/>
          <p:cNvSpPr>
            <a:spLocks noGrp="1"/>
          </p:cNvSpPr>
          <p:nvPr>
            <p:ph type="dt" sz="half" idx="10"/>
          </p:nvPr>
        </p:nvSpPr>
        <p:spPr/>
        <p:txBody>
          <a:bodyPr/>
          <a:lstStyle/>
          <a:p>
            <a:fld id="{6CFF0A86-8A92-4FBC-80CD-36517BAA55B7}" type="datetime1">
              <a:rPr lang="en-US"/>
              <a:pPr/>
              <a:t>6/18/2014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2670370585"/>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Remote Speaker Picture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EE11BFD-AD4C-4A98-9D38-1958507EA4E5}" type="datetime1">
              <a:rPr lang="en-US" smtClean="0"/>
              <a:pPr/>
              <a:t>6/18/2014</a:t>
            </a:fld>
            <a:endParaRPr lang="en-US" dirty="0"/>
          </a:p>
        </p:txBody>
      </p:sp>
      <p:sp>
        <p:nvSpPr>
          <p:cNvPr id="4" name="Footer Placeholder 3"/>
          <p:cNvSpPr>
            <a:spLocks noGrp="1"/>
          </p:cNvSpPr>
          <p:nvPr>
            <p:ph type="ftr" sz="quarter" idx="11"/>
          </p:nvPr>
        </p:nvSpPr>
        <p:spPr/>
        <p:txBody>
          <a:bodyPr/>
          <a:lstStyle/>
          <a:p>
            <a:r>
              <a:rPr lang="en-US" smtClean="0"/>
              <a:t>Oracle Confidential – Internal/Restricted/Highly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a:t>
            </a:fld>
            <a:endParaRPr lang="en-US" dirty="0"/>
          </a:p>
        </p:txBody>
      </p:sp>
      <p:sp>
        <p:nvSpPr>
          <p:cNvPr id="6" name="Picture Placeholder 2" descr="If presenting remotely, you can insert your photo here"/>
          <p:cNvSpPr>
            <a:spLocks noGrp="1" noChangeAspect="1"/>
          </p:cNvSpPr>
          <p:nvPr>
            <p:ph type="pic" idx="1"/>
          </p:nvPr>
        </p:nvSpPr>
        <p:spPr>
          <a:xfrm>
            <a:off x="2285999" y="1828800"/>
            <a:ext cx="3474720" cy="3841445"/>
          </a:xfrm>
          <a:no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1" name="Text Placeholder 10"/>
          <p:cNvSpPr>
            <a:spLocks noGrp="1"/>
          </p:cNvSpPr>
          <p:nvPr>
            <p:ph type="body" sz="quarter" idx="14"/>
          </p:nvPr>
        </p:nvSpPr>
        <p:spPr>
          <a:xfrm>
            <a:off x="6035040" y="1828799"/>
            <a:ext cx="5102352" cy="3840480"/>
          </a:xfrm>
        </p:spPr>
        <p:txBody>
          <a:bodyPr anchor="ctr" anchorCtr="0"/>
          <a:lstStyle>
            <a:lvl1pPr>
              <a:spcBef>
                <a:spcPts val="0"/>
              </a:spcBef>
              <a:spcAft>
                <a:spcPts val="800"/>
              </a:spcAft>
              <a:buClr>
                <a:schemeClr val="bg1"/>
              </a:buClr>
              <a:defRPr b="1"/>
            </a:lvl1pPr>
            <a:lvl2pPr marL="228600">
              <a:spcBef>
                <a:spcPts val="0"/>
              </a:spcBef>
              <a:buClr>
                <a:schemeClr val="bg1"/>
              </a:buClr>
              <a:defRPr/>
            </a:lvl2pPr>
          </a:lstStyle>
          <a:p>
            <a:pPr lvl="0"/>
            <a:r>
              <a:rPr lang="en-US" smtClean="0"/>
              <a:t>Click to edit Master text styles</a:t>
            </a:r>
          </a:p>
          <a:p>
            <a:pPr lvl="1"/>
            <a:r>
              <a:rPr lang="en-US" smtClean="0"/>
              <a:t>Second level</a:t>
            </a:r>
          </a:p>
        </p:txBody>
      </p:sp>
    </p:spTree>
    <p:extLst>
      <p:ext uri="{BB962C8B-B14F-4D97-AF65-F5344CB8AC3E}">
        <p14:creationId xmlns:p14="http://schemas.microsoft.com/office/powerpoint/2010/main" xmlns="" val="159625631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with Logo">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198812" y="1905000"/>
            <a:ext cx="8456613" cy="2209800"/>
          </a:xfrm>
        </p:spPr>
        <p:txBody>
          <a:bodyPr anchor="t"/>
          <a:lstStyle>
            <a:lvl1pPr marL="228600" indent="-228600" algn="l">
              <a:defRPr sz="4000" b="0"/>
            </a:lvl1pPr>
          </a:lstStyle>
          <a:p>
            <a:r>
              <a:rPr dirty="0"/>
              <a:t>“Click to type customer or partner quote surrounded by quotation marks.”</a:t>
            </a:r>
          </a:p>
        </p:txBody>
      </p:sp>
      <p:sp>
        <p:nvSpPr>
          <p:cNvPr id="4" name="Text Placeholder 3"/>
          <p:cNvSpPr>
            <a:spLocks noGrp="1"/>
          </p:cNvSpPr>
          <p:nvPr>
            <p:ph type="body" sz="half" idx="2" hasCustomPrompt="1"/>
          </p:nvPr>
        </p:nvSpPr>
        <p:spPr>
          <a:xfrm>
            <a:off x="3503611" y="4191000"/>
            <a:ext cx="8151813" cy="762000"/>
          </a:xfrm>
        </p:spPr>
        <p:txBody>
          <a:bodyPr>
            <a:noAutofit/>
          </a:bodyPr>
          <a:lstStyle>
            <a:lvl1pPr marL="292100" indent="-292100">
              <a:spcBef>
                <a:spcPts val="0"/>
              </a:spcBef>
              <a:buClr>
                <a:schemeClr val="tx1"/>
              </a:buClr>
              <a:buFont typeface="Arial" panose="020B0604020202020204" pitchFamily="34" charset="0"/>
              <a:buChar char="–"/>
              <a:defRPr sz="2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dirty="0"/>
              <a:t>Click to add Name, Title, Company</a:t>
            </a:r>
          </a:p>
        </p:txBody>
      </p:sp>
      <p:sp>
        <p:nvSpPr>
          <p:cNvPr id="5" name="Date Placeholder 4"/>
          <p:cNvSpPr>
            <a:spLocks noGrp="1"/>
          </p:cNvSpPr>
          <p:nvPr>
            <p:ph type="dt" sz="half" idx="10"/>
          </p:nvPr>
        </p:nvSpPr>
        <p:spPr/>
        <p:txBody>
          <a:bodyPr/>
          <a:lstStyle/>
          <a:p>
            <a:fld id="{FFFBC65A-03AE-423D-B3EC-68D1D32BF9D6}" type="datetime1">
              <a:rPr lang="en-US"/>
              <a:pPr/>
              <a:t>6/18/2014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94509846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with Picture">
    <p:spTree>
      <p:nvGrpSpPr>
        <p:cNvPr id="1" name=""/>
        <p:cNvGrpSpPr/>
        <p:nvPr/>
      </p:nvGrpSpPr>
      <p:grpSpPr>
        <a:xfrm>
          <a:off x="0" y="0"/>
          <a:ext cx="0" cy="0"/>
          <a:chOff x="0" y="0"/>
          <a:chExt cx="0" cy="0"/>
        </a:xfrm>
      </p:grpSpPr>
      <p:sp>
        <p:nvSpPr>
          <p:cNvPr id="8" name="Picture Placeholder 15" descr="Customer photo can be included here"/>
          <p:cNvSpPr>
            <a:spLocks noGrp="1" noChangeAspect="1"/>
          </p:cNvSpPr>
          <p:nvPr>
            <p:ph type="pic" sz="quarter" idx="14" hasCustomPrompt="1"/>
          </p:nvPr>
        </p:nvSpPr>
        <p:spPr>
          <a:xfrm>
            <a:off x="531812" y="1905000"/>
            <a:ext cx="2194560" cy="3072384"/>
          </a:xfrm>
          <a:noFill/>
        </p:spPr>
        <p:txBody>
          <a:bodyPr tIns="91440">
            <a:noAutofit/>
          </a:bodyPr>
          <a:lstStyle>
            <a:lvl1pPr marL="0" indent="0" algn="ctr">
              <a:spcBef>
                <a:spcPts val="0"/>
              </a:spcBef>
              <a:buNone/>
              <a:defRPr sz="1800" baseline="0">
                <a:solidFill>
                  <a:schemeClr val="tx1"/>
                </a:solidFill>
              </a:defRPr>
            </a:lvl1pPr>
          </a:lstStyle>
          <a:p>
            <a:r>
              <a:rPr dirty="0"/>
              <a:t>Click icon to insert picture</a:t>
            </a:r>
          </a:p>
        </p:txBody>
      </p:sp>
      <p:sp>
        <p:nvSpPr>
          <p:cNvPr id="2" name="Title 1"/>
          <p:cNvSpPr>
            <a:spLocks noGrp="1"/>
          </p:cNvSpPr>
          <p:nvPr>
            <p:ph type="title" hasCustomPrompt="1"/>
          </p:nvPr>
        </p:nvSpPr>
        <p:spPr>
          <a:xfrm>
            <a:off x="3198812" y="1905000"/>
            <a:ext cx="8456613" cy="2209800"/>
          </a:xfrm>
        </p:spPr>
        <p:txBody>
          <a:bodyPr anchor="t"/>
          <a:lstStyle>
            <a:lvl1pPr marL="228600" indent="-228600" algn="l">
              <a:defRPr sz="4000" b="0"/>
            </a:lvl1pPr>
          </a:lstStyle>
          <a:p>
            <a:r>
              <a:rPr dirty="0"/>
              <a:t>“Click to type customer or partner quote surrounded by quotation marks.”</a:t>
            </a:r>
          </a:p>
        </p:txBody>
      </p:sp>
      <p:sp>
        <p:nvSpPr>
          <p:cNvPr id="4" name="Text Placeholder 3"/>
          <p:cNvSpPr>
            <a:spLocks noGrp="1"/>
          </p:cNvSpPr>
          <p:nvPr>
            <p:ph type="body" sz="half" idx="2" hasCustomPrompt="1"/>
          </p:nvPr>
        </p:nvSpPr>
        <p:spPr>
          <a:xfrm>
            <a:off x="3503611" y="4191000"/>
            <a:ext cx="8151813" cy="762000"/>
          </a:xfrm>
        </p:spPr>
        <p:txBody>
          <a:bodyPr>
            <a:noAutofit/>
          </a:bodyPr>
          <a:lstStyle>
            <a:lvl1pPr marL="292100" indent="-292100">
              <a:spcBef>
                <a:spcPts val="0"/>
              </a:spcBef>
              <a:buClr>
                <a:schemeClr val="tx1"/>
              </a:buClr>
              <a:buFont typeface="Arial" panose="020B0604020202020204" pitchFamily="34" charset="0"/>
              <a:buChar char="–"/>
              <a:defRPr sz="2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dirty="0"/>
              <a:t>Click to add Name, Title, Company</a:t>
            </a:r>
          </a:p>
        </p:txBody>
      </p:sp>
      <p:sp>
        <p:nvSpPr>
          <p:cNvPr id="5" name="Date Placeholder 4"/>
          <p:cNvSpPr>
            <a:spLocks noGrp="1"/>
          </p:cNvSpPr>
          <p:nvPr>
            <p:ph type="dt" sz="half" idx="10"/>
          </p:nvPr>
        </p:nvSpPr>
        <p:spPr/>
        <p:txBody>
          <a:bodyPr/>
          <a:lstStyle/>
          <a:p>
            <a:fld id="{FFFBC65A-03AE-423D-B3EC-68D1D32BF9D6}" type="datetime1">
              <a:rPr lang="en-US"/>
              <a:pPr/>
              <a:t>6/18/2014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102776685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Content Placeholder 2"/>
          <p:cNvSpPr>
            <a:spLocks noGrp="1"/>
          </p:cNvSpPr>
          <p:nvPr>
            <p:ph sz="half" idx="1"/>
          </p:nvPr>
        </p:nvSpPr>
        <p:spPr>
          <a:xfrm>
            <a:off x="531813" y="1524001"/>
            <a:ext cx="5410199"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9" name="Straight Connector 8"/>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half" idx="2"/>
          </p:nvPr>
        </p:nvSpPr>
        <p:spPr>
          <a:xfrm>
            <a:off x="6246814" y="1524001"/>
            <a:ext cx="5410198"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F189F9BA-FB97-45D5-8F27-56629FBBC98C}" type="datetime1">
              <a:rPr lang="en-US"/>
              <a:pPr/>
              <a:t>6/18/2014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520166155"/>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hree Content">
    <p:spTree>
      <p:nvGrpSpPr>
        <p:cNvPr id="1" name=""/>
        <p:cNvGrpSpPr/>
        <p:nvPr/>
      </p:nvGrpSpPr>
      <p:grpSpPr>
        <a:xfrm>
          <a:off x="0" y="0"/>
          <a:ext cx="0" cy="0"/>
          <a:chOff x="0" y="0"/>
          <a:chExt cx="0" cy="0"/>
        </a:xfrm>
      </p:grpSpPr>
      <p:sp>
        <p:nvSpPr>
          <p:cNvPr id="11" name="Title 10"/>
          <p:cNvSpPr>
            <a:spLocks noGrp="1"/>
          </p:cNvSpPr>
          <p:nvPr>
            <p:ph type="title"/>
          </p:nvPr>
        </p:nvSpPr>
        <p:spPr/>
        <p:txBody>
          <a:bodyPr>
            <a:noAutofit/>
          </a:bodyPr>
          <a:lstStyle/>
          <a:p>
            <a:r>
              <a:rPr lang="en-US" smtClean="0"/>
              <a:t>Click to edit Master title style</a:t>
            </a:r>
            <a:endParaRPr dirty="0"/>
          </a:p>
        </p:txBody>
      </p:sp>
      <p:sp>
        <p:nvSpPr>
          <p:cNvPr id="3" name="Content Placeholder 2"/>
          <p:cNvSpPr>
            <a:spLocks noGrp="1"/>
          </p:cNvSpPr>
          <p:nvPr>
            <p:ph sz="half" idx="1"/>
          </p:nvPr>
        </p:nvSpPr>
        <p:spPr>
          <a:xfrm>
            <a:off x="531814"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9" name="Straight Connector 8"/>
          <p:cNvCxnSpPr/>
          <p:nvPr/>
        </p:nvCxnSpPr>
        <p:spPr bwMode="ltGray">
          <a:xfrm>
            <a:off x="418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half" idx="2"/>
          </p:nvPr>
        </p:nvSpPr>
        <p:spPr>
          <a:xfrm>
            <a:off x="4357052"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10" name="Straight Connector 9"/>
          <p:cNvCxnSpPr/>
          <p:nvPr/>
        </p:nvCxnSpPr>
        <p:spPr bwMode="ltGray">
          <a:xfrm>
            <a:off x="799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8" name="Content Placeholder 3"/>
          <p:cNvSpPr>
            <a:spLocks noGrp="1"/>
          </p:cNvSpPr>
          <p:nvPr>
            <p:ph sz="half" idx="13"/>
          </p:nvPr>
        </p:nvSpPr>
        <p:spPr>
          <a:xfrm>
            <a:off x="8182292"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AA91E92C-9068-4C32-AE92-C97502324FE4}" type="datetime1">
              <a:rPr lang="en-US"/>
              <a:pPr/>
              <a:t>6/18/2014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5337141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Four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31813" y="1524001"/>
            <a:ext cx="5410199"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Content Placeholder 3"/>
          <p:cNvSpPr>
            <a:spLocks noGrp="1"/>
          </p:cNvSpPr>
          <p:nvPr>
            <p:ph sz="half" idx="2"/>
          </p:nvPr>
        </p:nvSpPr>
        <p:spPr>
          <a:xfrm>
            <a:off x="6246814" y="1524001"/>
            <a:ext cx="5410198"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95EDC5EE-48A0-4FB5-B27F-88FDBE6F1684}" type="datetime1">
              <a:rPr lang="en-US"/>
              <a:pPr/>
              <a:t>6/18/2014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8" name="Content Placeholder 2"/>
          <p:cNvSpPr>
            <a:spLocks noGrp="1"/>
          </p:cNvSpPr>
          <p:nvPr>
            <p:ph sz="half" idx="13"/>
          </p:nvPr>
        </p:nvSpPr>
        <p:spPr>
          <a:xfrm>
            <a:off x="531813" y="3810001"/>
            <a:ext cx="5410199"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9" name="Content Placeholder 3"/>
          <p:cNvSpPr>
            <a:spLocks noGrp="1"/>
          </p:cNvSpPr>
          <p:nvPr>
            <p:ph sz="half" idx="14"/>
          </p:nvPr>
        </p:nvSpPr>
        <p:spPr>
          <a:xfrm>
            <a:off x="6246814" y="3810001"/>
            <a:ext cx="5410198"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1" name="Title 10"/>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p14="http://schemas.microsoft.com/office/powerpoint/2010/main" xmlns="" val="122633453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Quadrant for Infographic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Click to edit Master title style</a:t>
            </a:r>
            <a:endParaRPr dirty="0"/>
          </a:p>
        </p:txBody>
      </p:sp>
      <p:sp>
        <p:nvSpPr>
          <p:cNvPr id="12" name="Text Placeholder 11"/>
          <p:cNvSpPr>
            <a:spLocks noGrp="1"/>
          </p:cNvSpPr>
          <p:nvPr>
            <p:ph type="body" sz="quarter" idx="15"/>
          </p:nvPr>
        </p:nvSpPr>
        <p:spPr>
          <a:xfrm>
            <a:off x="2436811" y="1524001"/>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6" name="Text Placeholder 11"/>
          <p:cNvSpPr>
            <a:spLocks noGrp="1"/>
          </p:cNvSpPr>
          <p:nvPr>
            <p:ph type="body" sz="quarter" idx="16"/>
          </p:nvPr>
        </p:nvSpPr>
        <p:spPr>
          <a:xfrm>
            <a:off x="8151812" y="1524001"/>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cxnSp>
        <p:nvCxnSpPr>
          <p:cNvPr id="13" name="Straight Connector 12"/>
          <p:cNvCxnSpPr/>
          <p:nvPr/>
        </p:nvCxnSpPr>
        <p:spPr bwMode="ltGray">
          <a:xfrm flipH="1">
            <a:off x="531813" y="3733800"/>
            <a:ext cx="11125201" cy="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7" name="Text Placeholder 11"/>
          <p:cNvSpPr>
            <a:spLocks noGrp="1"/>
          </p:cNvSpPr>
          <p:nvPr>
            <p:ph type="body" sz="quarter" idx="17"/>
          </p:nvPr>
        </p:nvSpPr>
        <p:spPr>
          <a:xfrm>
            <a:off x="2436811" y="3931920"/>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18" name="Text Placeholder 11"/>
          <p:cNvSpPr>
            <a:spLocks noGrp="1"/>
          </p:cNvSpPr>
          <p:nvPr>
            <p:ph type="body" sz="quarter" idx="18"/>
          </p:nvPr>
        </p:nvSpPr>
        <p:spPr>
          <a:xfrm>
            <a:off x="8151812" y="3931920"/>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8A3CED5-6656-4A7A-BB77-071ABD96C5A2}" type="datetime1">
              <a:rPr lang="en-US"/>
              <a:pPr/>
              <a:t>6/18/2014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242812501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Metric">
    <p:spTree>
      <p:nvGrpSpPr>
        <p:cNvPr id="1" name=""/>
        <p:cNvGrpSpPr/>
        <p:nvPr/>
      </p:nvGrpSpPr>
      <p:grpSpPr>
        <a:xfrm>
          <a:off x="0" y="0"/>
          <a:ext cx="0" cy="0"/>
          <a:chOff x="0" y="0"/>
          <a:chExt cx="0" cy="0"/>
        </a:xfrm>
      </p:grpSpPr>
      <p:sp>
        <p:nvSpPr>
          <p:cNvPr id="2" name="Title 1" descr="A large metric can be called out here in font size 166pt, Calibri"/>
          <p:cNvSpPr>
            <a:spLocks noGrp="1"/>
          </p:cNvSpPr>
          <p:nvPr>
            <p:ph type="title" hasCustomPrompt="1"/>
          </p:nvPr>
        </p:nvSpPr>
        <p:spPr>
          <a:xfrm>
            <a:off x="760412" y="1524000"/>
            <a:ext cx="4076700" cy="2743200"/>
          </a:xfrm>
        </p:spPr>
        <p:txBody>
          <a:bodyPr anchor="ctr"/>
          <a:lstStyle>
            <a:lvl1pPr algn="r">
              <a:defRPr sz="16600" b="1">
                <a:solidFill>
                  <a:schemeClr val="accent5"/>
                </a:solidFill>
              </a:defRPr>
            </a:lvl1pPr>
          </a:lstStyle>
          <a:p>
            <a:r>
              <a:rPr lang="en-US" dirty="0" smtClean="0"/>
              <a:t>XX</a:t>
            </a:r>
            <a:endParaRPr lang="en-US" dirty="0"/>
          </a:p>
        </p:txBody>
      </p:sp>
      <p:sp>
        <p:nvSpPr>
          <p:cNvPr id="12" name="Text Placeholder 11"/>
          <p:cNvSpPr>
            <a:spLocks noGrp="1"/>
          </p:cNvSpPr>
          <p:nvPr>
            <p:ph type="body" sz="quarter" idx="15"/>
          </p:nvPr>
        </p:nvSpPr>
        <p:spPr>
          <a:xfrm>
            <a:off x="5256213" y="1524000"/>
            <a:ext cx="5029200" cy="2743200"/>
          </a:xfrm>
        </p:spPr>
        <p:txBody>
          <a:bodyPr anchor="ctr">
            <a:noAutofit/>
          </a:bodyPr>
          <a:lstStyle>
            <a:lvl1pPr marL="0" indent="0">
              <a:spcBef>
                <a:spcPts val="1200"/>
              </a:spcBef>
              <a:buFont typeface="Arial" panose="020B0604020202020204" pitchFamily="34" charset="0"/>
              <a:buNone/>
              <a:defRPr sz="28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8A3CED5-6656-4A7A-BB77-071ABD96C5A2}" type="datetime1">
              <a:rPr lang="en-US"/>
              <a:pPr/>
              <a:t>6/18/2014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3739386509"/>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1" name="Title 10"/>
          <p:cNvSpPr>
            <a:spLocks noGrp="1"/>
          </p:cNvSpPr>
          <p:nvPr>
            <p:ph type="title"/>
          </p:nvPr>
        </p:nvSpPr>
        <p:spPr/>
        <p:txBody>
          <a:bodyPr>
            <a:noAutofit/>
          </a:bodyPr>
          <a:lstStyle/>
          <a:p>
            <a:r>
              <a:rPr lang="en-US" smtClean="0"/>
              <a:t>Click to edit Master title style</a:t>
            </a:r>
            <a:endParaRPr dirty="0"/>
          </a:p>
        </p:txBody>
      </p:sp>
      <p:sp>
        <p:nvSpPr>
          <p:cNvPr id="3" name="Text Placeholder 2"/>
          <p:cNvSpPr>
            <a:spLocks noGrp="1"/>
          </p:cNvSpPr>
          <p:nvPr>
            <p:ph type="body" idx="1"/>
          </p:nvPr>
        </p:nvSpPr>
        <p:spPr>
          <a:xfrm>
            <a:off x="531812" y="1524000"/>
            <a:ext cx="5413248" cy="762000"/>
          </a:xfrm>
        </p:spPr>
        <p:txBody>
          <a:bodyPr anchor="ctr">
            <a:noAutofit/>
          </a:bodyPr>
          <a:lstStyle>
            <a:lvl1pPr marL="0" indent="0">
              <a:spcBef>
                <a:spcPts val="0"/>
              </a:spcBef>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31812" y="2362200"/>
            <a:ext cx="5413248" cy="35814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5" name="Text Placeholder 4"/>
          <p:cNvSpPr>
            <a:spLocks noGrp="1"/>
          </p:cNvSpPr>
          <p:nvPr>
            <p:ph type="body" sz="quarter" idx="3"/>
          </p:nvPr>
        </p:nvSpPr>
        <p:spPr>
          <a:xfrm>
            <a:off x="6243764" y="1524000"/>
            <a:ext cx="5413248" cy="762000"/>
          </a:xfrm>
        </p:spPr>
        <p:txBody>
          <a:bodyPr anchor="ctr">
            <a:noAutofit/>
          </a:bodyPr>
          <a:lstStyle>
            <a:lvl1pPr marL="0" indent="0">
              <a:spcBef>
                <a:spcPts val="0"/>
              </a:spcBef>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43764" y="2362200"/>
            <a:ext cx="5413248" cy="35814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7" name="Date Placeholder 6"/>
          <p:cNvSpPr>
            <a:spLocks noGrp="1"/>
          </p:cNvSpPr>
          <p:nvPr>
            <p:ph type="dt" sz="half" idx="10"/>
          </p:nvPr>
        </p:nvSpPr>
        <p:spPr/>
        <p:txBody>
          <a:bodyPr>
            <a:noAutofit/>
          </a:bodyPr>
          <a:lstStyle/>
          <a:p>
            <a:fld id="{35287FB7-DD26-4AD5-8D24-298016D86790}" type="datetime1">
              <a:rPr lang="en-US"/>
              <a:pPr/>
              <a:t>6/18/2014</a:t>
            </a:fld>
            <a:endParaRPr dirty="0"/>
          </a:p>
        </p:txBody>
      </p:sp>
      <p:sp>
        <p:nvSpPr>
          <p:cNvPr id="8" name="Footer Placeholder 7"/>
          <p:cNvSpPr>
            <a:spLocks noGrp="1"/>
          </p:cNvSpPr>
          <p:nvPr>
            <p:ph type="ftr" sz="quarter" idx="11"/>
          </p:nvPr>
        </p:nvSpPr>
        <p:spPr/>
        <p:txBody>
          <a:bodyPr>
            <a:noAutofit/>
          </a:bodyPr>
          <a:lstStyle/>
          <a:p>
            <a:r>
              <a:rPr dirty="0"/>
              <a:t>Oracle Confidential – Internal/Restricted/Highly Restricted</a:t>
            </a:r>
          </a:p>
        </p:txBody>
      </p:sp>
      <p:sp>
        <p:nvSpPr>
          <p:cNvPr id="9" name="Slide Number Placeholder 8"/>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p14="http://schemas.microsoft.com/office/powerpoint/2010/main" xmlns="" val="378700187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A52D99EC-ABE5-42A5-B15B-B8C044BE7365}" type="datetime1">
              <a:rPr lang="en-US"/>
              <a:pPr/>
              <a:t>6/18/2014</a:t>
            </a:fld>
            <a:endParaRPr dirty="0"/>
          </a:p>
        </p:txBody>
      </p:sp>
      <p:sp>
        <p:nvSpPr>
          <p:cNvPr id="4" name="Footer Placeholder 3"/>
          <p:cNvSpPr>
            <a:spLocks noGrp="1"/>
          </p:cNvSpPr>
          <p:nvPr>
            <p:ph type="ftr" sz="quarter" idx="11"/>
          </p:nvPr>
        </p:nvSpPr>
        <p:spPr/>
        <p:txBody>
          <a:bodyPr/>
          <a:lstStyle/>
          <a:p>
            <a:r>
              <a:rPr dirty="0"/>
              <a:t>Oracle Confidential – Internal/Restricted/Highly Restricted</a:t>
            </a:r>
          </a:p>
        </p:txBody>
      </p:sp>
      <p:sp>
        <p:nvSpPr>
          <p:cNvPr id="5" name="Slide Number Placeholder 4"/>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333769938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mtClean="0"/>
              <a:t>Click to edit Master title style</a:t>
            </a:r>
            <a:endParaRPr dirty="0"/>
          </a:p>
        </p:txBody>
      </p:sp>
      <p:sp>
        <p:nvSpPr>
          <p:cNvPr id="6" name="Text Placeholder 12"/>
          <p:cNvSpPr>
            <a:spLocks noGrp="1"/>
          </p:cNvSpPr>
          <p:nvPr>
            <p:ph type="body" sz="quarter" idx="13" hasCustomPrompt="1"/>
          </p:nvPr>
        </p:nvSpPr>
        <p:spPr>
          <a:xfrm>
            <a:off x="531814" y="1373741"/>
            <a:ext cx="11125198" cy="343299"/>
          </a:xfrm>
        </p:spPr>
        <p:txBody>
          <a:bodyPr>
            <a:noAutofit/>
          </a:bodyPr>
          <a:lstStyle>
            <a:lvl1pPr marL="1588" indent="0">
              <a:spcBef>
                <a:spcPts val="0"/>
              </a:spcBef>
              <a:buFontTx/>
              <a:buNone/>
              <a:defRPr sz="2400" b="1"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subtitle</a:t>
            </a:r>
          </a:p>
        </p:txBody>
      </p:sp>
      <p:sp>
        <p:nvSpPr>
          <p:cNvPr id="3" name="Date Placeholder 2"/>
          <p:cNvSpPr>
            <a:spLocks noGrp="1"/>
          </p:cNvSpPr>
          <p:nvPr>
            <p:ph type="dt" sz="half" idx="10"/>
          </p:nvPr>
        </p:nvSpPr>
        <p:spPr/>
        <p:txBody>
          <a:bodyPr/>
          <a:lstStyle/>
          <a:p>
            <a:fld id="{CD2D53DD-9B43-42E6-B664-927F3AEBDA21}" type="datetime1">
              <a:rPr lang="en-US"/>
              <a:pPr/>
              <a:t>6/18/2014</a:t>
            </a:fld>
            <a:endParaRPr dirty="0"/>
          </a:p>
        </p:txBody>
      </p:sp>
      <p:sp>
        <p:nvSpPr>
          <p:cNvPr id="4" name="Footer Placeholder 3"/>
          <p:cNvSpPr>
            <a:spLocks noGrp="1"/>
          </p:cNvSpPr>
          <p:nvPr>
            <p:ph type="ftr" sz="quarter" idx="11"/>
          </p:nvPr>
        </p:nvSpPr>
        <p:spPr/>
        <p:txBody>
          <a:bodyPr/>
          <a:lstStyle/>
          <a:p>
            <a:r>
              <a:rPr dirty="0"/>
              <a:t>Oracle Confidential – Internal/Restricted/Highly Restricted</a:t>
            </a:r>
          </a:p>
        </p:txBody>
      </p:sp>
      <p:sp>
        <p:nvSpPr>
          <p:cNvPr id="5" name="Slide Number Placeholder 4"/>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416362038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053D265-744D-4F8C-A86B-A5B53F14B0D6}" type="datetime1">
              <a:rPr lang="en-US"/>
              <a:pPr/>
              <a:t>6/18/2014</a:t>
            </a:fld>
            <a:endParaRPr dirty="0"/>
          </a:p>
        </p:txBody>
      </p:sp>
      <p:sp>
        <p:nvSpPr>
          <p:cNvPr id="3" name="Footer Placeholder 2"/>
          <p:cNvSpPr>
            <a:spLocks noGrp="1"/>
          </p:cNvSpPr>
          <p:nvPr>
            <p:ph type="ftr" sz="quarter" idx="11"/>
          </p:nvPr>
        </p:nvSpPr>
        <p:spPr/>
        <p:txBody>
          <a:bodyPr/>
          <a:lstStyle/>
          <a:p>
            <a:r>
              <a:rPr dirty="0"/>
              <a:t>Oracle Confidential – Internal/Restricted/Highly Restricted</a:t>
            </a:r>
          </a:p>
        </p:txBody>
      </p:sp>
      <p:sp>
        <p:nvSpPr>
          <p:cNvPr id="4" name="Slide Number Placeholder 3"/>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3608229342"/>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Content Placeholder 2" descr="Chart using colors from the approved palette included here"/>
          <p:cNvSpPr>
            <a:spLocks noGrp="1"/>
          </p:cNvSpPr>
          <p:nvPr>
            <p:ph idx="1"/>
          </p:nvPr>
        </p:nvSpPr>
        <p:spPr>
          <a:xfrm>
            <a:off x="531662" y="1524000"/>
            <a:ext cx="7589520"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Text Placeholder 3"/>
          <p:cNvSpPr>
            <a:spLocks noGrp="1"/>
          </p:cNvSpPr>
          <p:nvPr>
            <p:ph type="body" sz="half" idx="2"/>
          </p:nvPr>
        </p:nvSpPr>
        <p:spPr>
          <a:xfrm>
            <a:off x="8777288" y="1524001"/>
            <a:ext cx="2879725" cy="4419600"/>
          </a:xfrm>
        </p:spPr>
        <p:txBody>
          <a:bodyPr>
            <a:noAutofit/>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22C216A-5BF3-4B4A-AA09-367DB23952FA}" type="datetime1">
              <a:rPr lang="en-US"/>
              <a:pPr/>
              <a:t>6/18/2014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345785070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Picture Placeholder 2" descr="4-color photo can be included here"/>
          <p:cNvSpPr>
            <a:spLocks noGrp="1"/>
          </p:cNvSpPr>
          <p:nvPr>
            <p:ph type="pic" idx="1"/>
          </p:nvPr>
        </p:nvSpPr>
        <p:spPr bwMode="gray">
          <a:xfrm>
            <a:off x="531813" y="1524000"/>
            <a:ext cx="6095999" cy="4416725"/>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ext Placeholder 3"/>
          <p:cNvSpPr>
            <a:spLocks noGrp="1"/>
          </p:cNvSpPr>
          <p:nvPr>
            <p:ph type="body" sz="half" idx="2"/>
          </p:nvPr>
        </p:nvSpPr>
        <p:spPr>
          <a:xfrm>
            <a:off x="7008812" y="1524000"/>
            <a:ext cx="4648201" cy="4419600"/>
          </a:xfrm>
        </p:spPr>
        <p:txBody>
          <a:bodyPr>
            <a:noAutofit/>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A3E2FA5-E451-48BD-84C5-AAF06D19CB12}" type="datetime1">
              <a:rPr lang="en-US"/>
              <a:pPr/>
              <a:t>6/18/2014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305827476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wo Pictures with Captions">
    <p:spTree>
      <p:nvGrpSpPr>
        <p:cNvPr id="1" name=""/>
        <p:cNvGrpSpPr/>
        <p:nvPr/>
      </p:nvGrpSpPr>
      <p:grpSpPr>
        <a:xfrm>
          <a:off x="0" y="0"/>
          <a:ext cx="0" cy="0"/>
          <a:chOff x="0" y="0"/>
          <a:chExt cx="0" cy="0"/>
        </a:xfrm>
      </p:grpSpPr>
      <p:sp>
        <p:nvSpPr>
          <p:cNvPr id="11" name="Title 10"/>
          <p:cNvSpPr>
            <a:spLocks noGrp="1"/>
          </p:cNvSpPr>
          <p:nvPr>
            <p:ph type="title"/>
          </p:nvPr>
        </p:nvSpPr>
        <p:spPr/>
        <p:txBody>
          <a:bodyPr>
            <a:noAutofit/>
          </a:bodyPr>
          <a:lstStyle/>
          <a:p>
            <a:r>
              <a:rPr lang="en-US" smtClean="0"/>
              <a:t>Click to edit Master title style</a:t>
            </a:r>
            <a:endParaRPr dirty="0"/>
          </a:p>
        </p:txBody>
      </p:sp>
      <p:sp>
        <p:nvSpPr>
          <p:cNvPr id="3" name="Picture Placeholder 2" descr="Two 4-color photos can be included here"/>
          <p:cNvSpPr>
            <a:spLocks noGrp="1"/>
          </p:cNvSpPr>
          <p:nvPr>
            <p:ph type="pic" idx="1"/>
          </p:nvPr>
        </p:nvSpPr>
        <p:spPr bwMode="gray">
          <a:xfrm>
            <a:off x="531813" y="1524000"/>
            <a:ext cx="5413248" cy="347472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ext Placeholder 3"/>
          <p:cNvSpPr>
            <a:spLocks noGrp="1"/>
          </p:cNvSpPr>
          <p:nvPr>
            <p:ph type="body" sz="half" idx="2"/>
          </p:nvPr>
        </p:nvSpPr>
        <p:spPr>
          <a:xfrm>
            <a:off x="531812" y="5105400"/>
            <a:ext cx="5410200" cy="838200"/>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8" name="Straight Connector 7"/>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9" name="Picture Placeholder 2"/>
          <p:cNvSpPr>
            <a:spLocks noGrp="1"/>
          </p:cNvSpPr>
          <p:nvPr>
            <p:ph type="pic" idx="13"/>
          </p:nvPr>
        </p:nvSpPr>
        <p:spPr bwMode="gray">
          <a:xfrm>
            <a:off x="6246812" y="1524000"/>
            <a:ext cx="5413248" cy="347472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0" name="Text Placeholder 3"/>
          <p:cNvSpPr>
            <a:spLocks noGrp="1"/>
          </p:cNvSpPr>
          <p:nvPr>
            <p:ph type="body" sz="half" idx="14"/>
          </p:nvPr>
        </p:nvSpPr>
        <p:spPr>
          <a:xfrm>
            <a:off x="6246811" y="5105400"/>
            <a:ext cx="5410200" cy="838200"/>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4B64933-8490-48F1-856F-778E124FF883}" type="datetime1">
              <a:rPr lang="en-US"/>
              <a:pPr/>
              <a:t>6/18/2014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90898225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hree Pictures with Captions">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Picture Placeholder 2" descr="Three 4-color photos can be included here"/>
          <p:cNvSpPr>
            <a:spLocks noGrp="1"/>
          </p:cNvSpPr>
          <p:nvPr>
            <p:ph type="pic" idx="1"/>
          </p:nvPr>
        </p:nvSpPr>
        <p:spPr bwMode="gray">
          <a:xfrm>
            <a:off x="531813"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ext Placeholder 3"/>
          <p:cNvSpPr>
            <a:spLocks noGrp="1"/>
          </p:cNvSpPr>
          <p:nvPr>
            <p:ph type="body" sz="half" idx="2"/>
          </p:nvPr>
        </p:nvSpPr>
        <p:spPr>
          <a:xfrm>
            <a:off x="53181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1" name="Straight Connector 10"/>
          <p:cNvCxnSpPr/>
          <p:nvPr/>
        </p:nvCxnSpPr>
        <p:spPr bwMode="ltGray">
          <a:xfrm>
            <a:off x="418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9" name="Picture Placeholder 2"/>
          <p:cNvSpPr>
            <a:spLocks noGrp="1"/>
          </p:cNvSpPr>
          <p:nvPr>
            <p:ph type="pic" idx="13"/>
          </p:nvPr>
        </p:nvSpPr>
        <p:spPr bwMode="gray">
          <a:xfrm>
            <a:off x="4357052"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0" name="Text Placeholder 3"/>
          <p:cNvSpPr>
            <a:spLocks noGrp="1"/>
          </p:cNvSpPr>
          <p:nvPr>
            <p:ph type="body" sz="half" idx="14"/>
          </p:nvPr>
        </p:nvSpPr>
        <p:spPr>
          <a:xfrm>
            <a:off x="435705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2" name="Straight Connector 11"/>
          <p:cNvCxnSpPr/>
          <p:nvPr/>
        </p:nvCxnSpPr>
        <p:spPr bwMode="ltGray">
          <a:xfrm>
            <a:off x="799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3" name="Picture Placeholder 2"/>
          <p:cNvSpPr>
            <a:spLocks noGrp="1"/>
          </p:cNvSpPr>
          <p:nvPr>
            <p:ph type="pic" idx="15"/>
          </p:nvPr>
        </p:nvSpPr>
        <p:spPr bwMode="gray">
          <a:xfrm>
            <a:off x="8182292"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4" name="Text Placeholder 3"/>
          <p:cNvSpPr>
            <a:spLocks noGrp="1"/>
          </p:cNvSpPr>
          <p:nvPr>
            <p:ph type="body" sz="half" idx="16"/>
          </p:nvPr>
        </p:nvSpPr>
        <p:spPr>
          <a:xfrm>
            <a:off x="818229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E6F5346-BDDE-46E4-B222-C487F9E706DD}" type="datetime1">
              <a:rPr lang="en-US"/>
              <a:pPr/>
              <a:t>6/18/2014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279085471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martphone and Tablet: Horizontal">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mtClean="0"/>
              <a:t>Click to edit Master title style</a:t>
            </a:r>
            <a:endParaRPr dirty="0"/>
          </a:p>
        </p:txBody>
      </p:sp>
      <p:pic>
        <p:nvPicPr>
          <p:cNvPr id="2" name="Picture 1" descr="Photos, screen captures, graphics can be inserted in a white mobile phone and tablet"/>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3916717" y="1522826"/>
            <a:ext cx="6495366" cy="4567423"/>
          </a:xfrm>
          <a:prstGeom prst="rect">
            <a:avLst/>
          </a:prstGeom>
        </p:spPr>
      </p:pic>
      <p:sp>
        <p:nvSpPr>
          <p:cNvPr id="9" name="Picture Placeholder 2"/>
          <p:cNvSpPr>
            <a:spLocks noGrp="1"/>
          </p:cNvSpPr>
          <p:nvPr>
            <p:ph type="pic" idx="13"/>
          </p:nvPr>
        </p:nvSpPr>
        <p:spPr bwMode="gray">
          <a:xfrm>
            <a:off x="4532312" y="1850231"/>
            <a:ext cx="5246688" cy="3969544"/>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5" name="Date Placeholder 4"/>
          <p:cNvSpPr>
            <a:spLocks noGrp="1"/>
          </p:cNvSpPr>
          <p:nvPr>
            <p:ph type="dt" sz="half" idx="10"/>
          </p:nvPr>
        </p:nvSpPr>
        <p:spPr/>
        <p:txBody>
          <a:bodyPr/>
          <a:lstStyle/>
          <a:p>
            <a:fld id="{6A15AD86-CD0E-461B-AA18-D070A5CB2CAA}" type="datetime1">
              <a:rPr lang="en-US"/>
              <a:pPr/>
              <a:t>6/18/2014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pic>
        <p:nvPicPr>
          <p:cNvPr id="12" name="Picture 11" descr="Photos, screen captures, graphics can be inserted in a white mobile phone and tablet"/>
          <p:cNvPicPr>
            <a:picLocks noChangeAspect="1"/>
          </p:cNvPicPr>
          <p:nvPr userDrawn="1"/>
        </p:nvPicPr>
        <p:blipFill rotWithShape="1">
          <a:blip r:embed="rId3" cstate="print">
            <a:extLst>
              <a:ext uri="{28A0092B-C50C-407E-A947-70E740481C1C}">
                <a14:useLocalDpi xmlns:a14="http://schemas.microsoft.com/office/drawing/2010/main" xmlns="" val="0"/>
              </a:ext>
            </a:extLst>
          </a:blip>
          <a:srcRect/>
          <a:stretch/>
        </p:blipFill>
        <p:spPr>
          <a:xfrm>
            <a:off x="1770062" y="1828800"/>
            <a:ext cx="1840875" cy="3887139"/>
          </a:xfrm>
          <a:prstGeom prst="rect">
            <a:avLst/>
          </a:prstGeom>
        </p:spPr>
      </p:pic>
      <p:sp>
        <p:nvSpPr>
          <p:cNvPr id="13" name="Picture Placeholder 2"/>
          <p:cNvSpPr>
            <a:spLocks noGrp="1"/>
          </p:cNvSpPr>
          <p:nvPr>
            <p:ph type="pic" idx="1"/>
          </p:nvPr>
        </p:nvSpPr>
        <p:spPr bwMode="gray">
          <a:xfrm>
            <a:off x="1888693" y="2372664"/>
            <a:ext cx="1618488" cy="2834640"/>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Tree>
    <p:extLst>
      <p:ext uri="{BB962C8B-B14F-4D97-AF65-F5344CB8AC3E}">
        <p14:creationId xmlns:p14="http://schemas.microsoft.com/office/powerpoint/2010/main" xmlns="" val="745444510"/>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martphone and Tablet: Vertical">
    <p:spTree>
      <p:nvGrpSpPr>
        <p:cNvPr id="1" name=""/>
        <p:cNvGrpSpPr/>
        <p:nvPr/>
      </p:nvGrpSpPr>
      <p:grpSpPr>
        <a:xfrm>
          <a:off x="0" y="0"/>
          <a:ext cx="0" cy="0"/>
          <a:chOff x="0" y="0"/>
          <a:chExt cx="0" cy="0"/>
        </a:xfrm>
      </p:grpSpPr>
      <p:sp>
        <p:nvSpPr>
          <p:cNvPr id="2" name="Title 1"/>
          <p:cNvSpPr>
            <a:spLocks noGrp="1"/>
          </p:cNvSpPr>
          <p:nvPr>
            <p:ph type="title"/>
          </p:nvPr>
        </p:nvSpPr>
        <p:spPr>
          <a:xfrm>
            <a:off x="531812" y="406400"/>
            <a:ext cx="5852160" cy="889000"/>
          </a:xfrm>
        </p:spPr>
        <p:txBody>
          <a:bodyPr anchor="b">
            <a:noAutofit/>
          </a:bodyPr>
          <a:lstStyle>
            <a:lvl1pPr algn="l">
              <a:defRPr sz="3600" b="0"/>
            </a:lvl1pPr>
          </a:lstStyle>
          <a:p>
            <a:r>
              <a:rPr lang="en-US" smtClean="0"/>
              <a:t>Click to edit Master title style</a:t>
            </a:r>
            <a:endParaRPr dirty="0"/>
          </a:p>
        </p:txBody>
      </p:sp>
      <p:pic>
        <p:nvPicPr>
          <p:cNvPr id="13" name="Picture 12" descr="Photos, screen captures, graphics can be inserted in a white mobile phone and tablet"/>
          <p:cNvPicPr>
            <a:picLocks noChangeAspect="1"/>
          </p:cNvPicPr>
          <p:nvPr/>
        </p:nvPicPr>
        <p:blipFill rotWithShape="1">
          <a:blip r:embed="rId2" cstate="print">
            <a:extLst>
              <a:ext uri="{28A0092B-C50C-407E-A947-70E740481C1C}">
                <a14:useLocalDpi xmlns:a14="http://schemas.microsoft.com/office/drawing/2010/main" xmlns="" val="0"/>
              </a:ext>
            </a:extLst>
          </a:blip>
          <a:srcRect/>
          <a:stretch/>
        </p:blipFill>
        <p:spPr>
          <a:xfrm>
            <a:off x="3960812" y="1905000"/>
            <a:ext cx="1840875" cy="3887139"/>
          </a:xfrm>
          <a:prstGeom prst="rect">
            <a:avLst/>
          </a:prstGeom>
        </p:spPr>
      </p:pic>
      <p:sp>
        <p:nvSpPr>
          <p:cNvPr id="14" name="Picture Placeholder 2"/>
          <p:cNvSpPr>
            <a:spLocks noGrp="1"/>
          </p:cNvSpPr>
          <p:nvPr>
            <p:ph type="pic" idx="1"/>
          </p:nvPr>
        </p:nvSpPr>
        <p:spPr bwMode="gray">
          <a:xfrm>
            <a:off x="4079443" y="2448864"/>
            <a:ext cx="1618488" cy="2834640"/>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pic>
        <p:nvPicPr>
          <p:cNvPr id="10" name="Picture 9" descr="Photos, screen captures, graphics can be inserted in a white mobile phone and tablet"/>
          <p:cNvPicPr>
            <a:picLocks noChangeAspect="1"/>
          </p:cNvPicPr>
          <p:nvPr/>
        </p:nvPicPr>
        <p:blipFill rotWithShape="1">
          <a:blip r:embed="rId3" cstate="print">
            <a:extLst>
              <a:ext uri="{28A0092B-C50C-407E-A947-70E740481C1C}">
                <a14:useLocalDpi xmlns:a14="http://schemas.microsoft.com/office/drawing/2010/main" xmlns="" val="0"/>
              </a:ext>
            </a:extLst>
          </a:blip>
          <a:srcRect r="7518"/>
          <a:stretch/>
        </p:blipFill>
        <p:spPr>
          <a:xfrm rot="5400000">
            <a:off x="5748377" y="1113567"/>
            <a:ext cx="6007047" cy="4567423"/>
          </a:xfrm>
          <a:prstGeom prst="rect">
            <a:avLst/>
          </a:prstGeom>
        </p:spPr>
      </p:pic>
      <p:sp>
        <p:nvSpPr>
          <p:cNvPr id="9" name="Picture Placeholder 2"/>
          <p:cNvSpPr>
            <a:spLocks noGrp="1"/>
          </p:cNvSpPr>
          <p:nvPr>
            <p:ph type="pic" idx="13"/>
          </p:nvPr>
        </p:nvSpPr>
        <p:spPr bwMode="gray">
          <a:xfrm>
            <a:off x="6747673" y="1013144"/>
            <a:ext cx="3962137" cy="5252348"/>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5" name="Date Placeholder 4"/>
          <p:cNvSpPr>
            <a:spLocks noGrp="1"/>
          </p:cNvSpPr>
          <p:nvPr>
            <p:ph type="dt" sz="half" idx="10"/>
          </p:nvPr>
        </p:nvSpPr>
        <p:spPr/>
        <p:txBody>
          <a:bodyPr/>
          <a:lstStyle/>
          <a:p>
            <a:fld id="{6A15AD86-CD0E-461B-AA18-D070A5CB2CAA}" type="datetime1">
              <a:rPr lang="en-US"/>
              <a:pPr/>
              <a:t>6/18/2014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272063404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p15="http://schemas.microsoft.com/office/powerpoint/2012/main" xmlns="">
        <p15:guide id="1" orient="horz" pos="2160" userDrawn="1">
          <p15:clr>
            <a:srgbClr val="FBAE40"/>
          </p15:clr>
        </p15:guide>
        <p15:guide id="2" pos="3839"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ndroid Smartphone and Tablet: Horizontal">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mtClean="0"/>
              <a:t>Click to edit Master title style</a:t>
            </a:r>
            <a:endParaRPr dirty="0"/>
          </a:p>
        </p:txBody>
      </p:sp>
      <p:sp>
        <p:nvSpPr>
          <p:cNvPr id="5" name="Date Placeholder 4"/>
          <p:cNvSpPr>
            <a:spLocks noGrp="1"/>
          </p:cNvSpPr>
          <p:nvPr>
            <p:ph type="dt" sz="half" idx="10"/>
          </p:nvPr>
        </p:nvSpPr>
        <p:spPr/>
        <p:txBody>
          <a:bodyPr/>
          <a:lstStyle/>
          <a:p>
            <a:fld id="{6A15AD86-CD0E-461B-AA18-D070A5CB2CAA}" type="datetime1">
              <a:rPr lang="en-US"/>
              <a:pPr/>
              <a:t>6/18/2014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pic>
        <p:nvPicPr>
          <p:cNvPr id="14" name="Picture 13"/>
          <p:cNvPicPr>
            <a:picLocks noChangeAspect="1"/>
          </p:cNvPicPr>
          <p:nvPr userDrawn="1"/>
        </p:nvPicPr>
        <p:blipFill>
          <a:blip r:embed="rId2" cstate="screen">
            <a:extLst>
              <a:ext uri="{28A0092B-C50C-407E-A947-70E740481C1C}">
                <a14:useLocalDpi xmlns:a14="http://schemas.microsoft.com/office/drawing/2010/main" xmlns="" val="0"/>
              </a:ext>
            </a:extLst>
          </a:blip>
          <a:stretch>
            <a:fillRect/>
          </a:stretch>
        </p:blipFill>
        <p:spPr>
          <a:xfrm>
            <a:off x="4257675" y="1584167"/>
            <a:ext cx="5829300" cy="4109594"/>
          </a:xfrm>
          <a:prstGeom prst="rect">
            <a:avLst/>
          </a:prstGeom>
        </p:spPr>
      </p:pic>
      <p:sp>
        <p:nvSpPr>
          <p:cNvPr id="16" name="Picture Placeholder 2"/>
          <p:cNvSpPr>
            <a:spLocks noGrp="1"/>
          </p:cNvSpPr>
          <p:nvPr>
            <p:ph type="pic" idx="13"/>
          </p:nvPr>
        </p:nvSpPr>
        <p:spPr bwMode="gray">
          <a:xfrm>
            <a:off x="4532312" y="1971675"/>
            <a:ext cx="5246688" cy="3324225"/>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a:xfrm>
            <a:off x="1761299" y="1981200"/>
            <a:ext cx="1877251" cy="3634952"/>
          </a:xfrm>
          <a:prstGeom prst="rect">
            <a:avLst/>
          </a:prstGeom>
        </p:spPr>
      </p:pic>
      <p:sp>
        <p:nvSpPr>
          <p:cNvPr id="18" name="Picture Placeholder 2"/>
          <p:cNvSpPr>
            <a:spLocks noGrp="1"/>
          </p:cNvSpPr>
          <p:nvPr>
            <p:ph type="pic" idx="1"/>
          </p:nvPr>
        </p:nvSpPr>
        <p:spPr bwMode="gray">
          <a:xfrm>
            <a:off x="1885137" y="2363138"/>
            <a:ext cx="1631569" cy="2894661"/>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Tree>
    <p:extLst>
      <p:ext uri="{BB962C8B-B14F-4D97-AF65-F5344CB8AC3E}">
        <p14:creationId xmlns:p14="http://schemas.microsoft.com/office/powerpoint/2010/main" xmlns="" val="860819270"/>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ndroid Smartphone and Tablet: Vertical">
    <p:spTree>
      <p:nvGrpSpPr>
        <p:cNvPr id="1" name=""/>
        <p:cNvGrpSpPr/>
        <p:nvPr/>
      </p:nvGrpSpPr>
      <p:grpSpPr>
        <a:xfrm>
          <a:off x="0" y="0"/>
          <a:ext cx="0" cy="0"/>
          <a:chOff x="0" y="0"/>
          <a:chExt cx="0" cy="0"/>
        </a:xfrm>
      </p:grpSpPr>
      <p:sp>
        <p:nvSpPr>
          <p:cNvPr id="2" name="Title 1"/>
          <p:cNvSpPr>
            <a:spLocks noGrp="1"/>
          </p:cNvSpPr>
          <p:nvPr>
            <p:ph type="title"/>
          </p:nvPr>
        </p:nvSpPr>
        <p:spPr>
          <a:xfrm>
            <a:off x="531811" y="406400"/>
            <a:ext cx="5852160" cy="889000"/>
          </a:xfrm>
        </p:spPr>
        <p:txBody>
          <a:bodyPr anchor="b">
            <a:noAutofit/>
          </a:bodyPr>
          <a:lstStyle>
            <a:lvl1pPr algn="l">
              <a:defRPr sz="3600" b="0"/>
            </a:lvl1pPr>
          </a:lstStyle>
          <a:p>
            <a:r>
              <a:rPr lang="en-US" smtClean="0"/>
              <a:t>Click to edit Master title style</a:t>
            </a:r>
            <a:endParaRPr dirty="0"/>
          </a:p>
        </p:txBody>
      </p:sp>
      <p:sp>
        <p:nvSpPr>
          <p:cNvPr id="5" name="Date Placeholder 4"/>
          <p:cNvSpPr>
            <a:spLocks noGrp="1"/>
          </p:cNvSpPr>
          <p:nvPr>
            <p:ph type="dt" sz="half" idx="10"/>
          </p:nvPr>
        </p:nvSpPr>
        <p:spPr/>
        <p:txBody>
          <a:bodyPr/>
          <a:lstStyle/>
          <a:p>
            <a:fld id="{6A15AD86-CD0E-461B-AA18-D070A5CB2CAA}" type="datetime1">
              <a:rPr lang="en-US"/>
              <a:pPr/>
              <a:t>6/18/2014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pic>
        <p:nvPicPr>
          <p:cNvPr id="13" name="Picture 12"/>
          <p:cNvPicPr>
            <a:picLocks noChangeAspect="1"/>
          </p:cNvPicPr>
          <p:nvPr userDrawn="1"/>
        </p:nvPicPr>
        <p:blipFill rotWithShape="1">
          <a:blip r:embed="rId2" cstate="screen">
            <a:extLst>
              <a:ext uri="{28A0092B-C50C-407E-A947-70E740481C1C}">
                <a14:useLocalDpi xmlns:a14="http://schemas.microsoft.com/office/drawing/2010/main" xmlns="" val="0"/>
              </a:ext>
            </a:extLst>
          </a:blip>
          <a:srcRect r="3674"/>
          <a:stretch/>
        </p:blipFill>
        <p:spPr>
          <a:xfrm rot="5400000">
            <a:off x="5794266" y="1258781"/>
            <a:ext cx="5935471" cy="4345394"/>
          </a:xfrm>
          <a:prstGeom prst="rect">
            <a:avLst/>
          </a:prstGeom>
        </p:spPr>
      </p:pic>
      <p:sp>
        <p:nvSpPr>
          <p:cNvPr id="11" name="Picture Placeholder 2"/>
          <p:cNvSpPr>
            <a:spLocks noGrp="1"/>
          </p:cNvSpPr>
          <p:nvPr>
            <p:ph type="pic" idx="13"/>
          </p:nvPr>
        </p:nvSpPr>
        <p:spPr bwMode="gray">
          <a:xfrm>
            <a:off x="7019925" y="771524"/>
            <a:ext cx="3486149" cy="5534025"/>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pic>
        <p:nvPicPr>
          <p:cNvPr id="17" name="Picture 16"/>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a:xfrm>
            <a:off x="3961574" y="2019300"/>
            <a:ext cx="1877251" cy="3634952"/>
          </a:xfrm>
          <a:prstGeom prst="rect">
            <a:avLst/>
          </a:prstGeom>
        </p:spPr>
      </p:pic>
      <p:sp>
        <p:nvSpPr>
          <p:cNvPr id="18" name="Picture Placeholder 2"/>
          <p:cNvSpPr>
            <a:spLocks noGrp="1"/>
          </p:cNvSpPr>
          <p:nvPr>
            <p:ph type="pic" idx="14"/>
          </p:nvPr>
        </p:nvSpPr>
        <p:spPr bwMode="gray">
          <a:xfrm>
            <a:off x="4088968" y="2401238"/>
            <a:ext cx="1618488" cy="2894661"/>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Tree>
    <p:extLst>
      <p:ext uri="{BB962C8B-B14F-4D97-AF65-F5344CB8AC3E}">
        <p14:creationId xmlns:p14="http://schemas.microsoft.com/office/powerpoint/2010/main" xmlns="" val="187660172"/>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p15="http://schemas.microsoft.com/office/powerpoint/2012/main" xmlns="">
        <p15:guide id="1" orient="horz" pos="2160">
          <p15:clr>
            <a:srgbClr val="FBAE40"/>
          </p15:clr>
        </p15:guide>
        <p15:guide id="2" pos="3839">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Metric with Picture">
    <p:bg>
      <p:bgPr>
        <a:blipFill dpi="0" rotWithShape="1">
          <a:blip r:embed="rId2" cstate="print">
            <a:lum/>
            <a:extLst>
              <a:ext uri="{28A0092B-C50C-407E-A947-70E740481C1C}">
                <a14:useLocalDpi xmlns:a14="http://schemas.microsoft.com/office/drawing/2010/main" xmlns="" val="0"/>
              </a:ext>
            </a:extLst>
          </a:blip>
          <a:srcRect/>
          <a:stretch>
            <a:fillRect/>
          </a:stretch>
        </a:blipFill>
        <a:effectLst/>
      </p:bgPr>
    </p:bg>
    <p:spTree>
      <p:nvGrpSpPr>
        <p:cNvPr id="1" name=""/>
        <p:cNvGrpSpPr/>
        <p:nvPr/>
      </p:nvGrpSpPr>
      <p:grpSpPr>
        <a:xfrm>
          <a:off x="0" y="0"/>
          <a:ext cx="0" cy="0"/>
          <a:chOff x="0" y="0"/>
          <a:chExt cx="0" cy="0"/>
        </a:xfrm>
      </p:grpSpPr>
      <p:sp>
        <p:nvSpPr>
          <p:cNvPr id="8" name="Rectangle 7" descr="A large metric, brief statement, and 4-color photo can be included here"/>
          <p:cNvSpPr/>
          <p:nvPr/>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2" name="Group 1"/>
          <p:cNvGrpSpPr/>
          <p:nvPr/>
        </p:nvGrpSpPr>
        <p:grpSpPr>
          <a:xfrm>
            <a:off x="-287" y="0"/>
            <a:ext cx="12189399" cy="6858000"/>
            <a:chOff x="-287" y="0"/>
            <a:chExt cx="12189399" cy="6858000"/>
          </a:xfrm>
        </p:grpSpPr>
        <p:sp>
          <p:nvSpPr>
            <p:cNvPr id="10" name="Rectangle 9"/>
            <p:cNvSpPr/>
            <p:nvPr/>
          </p:nvSpPr>
          <p:spPr bwMode="gray">
            <a:xfrm>
              <a:off x="-287" y="0"/>
              <a:ext cx="193962" cy="6852146"/>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11995151" y="5854"/>
              <a:ext cx="193960" cy="6852146"/>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Rectangle 11"/>
            <p:cNvSpPr/>
            <p:nvPr/>
          </p:nvSpPr>
          <p:spPr bwMode="gray">
            <a:xfrm>
              <a:off x="-286" y="6400800"/>
              <a:ext cx="12189396" cy="457200"/>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3" name="Rectangle 12"/>
            <p:cNvSpPr/>
            <p:nvPr/>
          </p:nvSpPr>
          <p:spPr bwMode="gray">
            <a:xfrm>
              <a:off x="-286" y="0"/>
              <a:ext cx="12189398" cy="192024"/>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sp>
        <p:nvSpPr>
          <p:cNvPr id="3" name="Title 2"/>
          <p:cNvSpPr>
            <a:spLocks noGrp="1"/>
          </p:cNvSpPr>
          <p:nvPr>
            <p:ph type="title" hasCustomPrompt="1"/>
          </p:nvPr>
        </p:nvSpPr>
        <p:spPr>
          <a:xfrm>
            <a:off x="760412" y="609600"/>
            <a:ext cx="4572000" cy="2044700"/>
          </a:xfrm>
        </p:spPr>
        <p:txBody>
          <a:bodyPr/>
          <a:lstStyle>
            <a:lvl1pPr>
              <a:defRPr sz="13800" b="1"/>
            </a:lvl1pPr>
          </a:lstStyle>
          <a:p>
            <a:r>
              <a:rPr lang="en-US" dirty="0" smtClean="0"/>
              <a:t>XX</a:t>
            </a:r>
            <a:endParaRPr lang="en-US" dirty="0"/>
          </a:p>
        </p:txBody>
      </p:sp>
      <p:sp>
        <p:nvSpPr>
          <p:cNvPr id="22" name="Text Placeholder 12"/>
          <p:cNvSpPr>
            <a:spLocks noGrp="1"/>
          </p:cNvSpPr>
          <p:nvPr>
            <p:ph type="body" sz="quarter" idx="13" hasCustomPrompt="1"/>
          </p:nvPr>
        </p:nvSpPr>
        <p:spPr>
          <a:xfrm>
            <a:off x="760412" y="2666999"/>
            <a:ext cx="4572000" cy="1960881"/>
          </a:xfrm>
        </p:spPr>
        <p:txBody>
          <a:bodyPr>
            <a:noAutofit/>
          </a:bodyPr>
          <a:lstStyle>
            <a:lvl1pPr marL="1588" indent="0">
              <a:spcBef>
                <a:spcPts val="0"/>
              </a:spcBef>
              <a:buFontTx/>
              <a:buNone/>
              <a:defRPr sz="28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text</a:t>
            </a:r>
          </a:p>
        </p:txBody>
      </p:sp>
      <p:sp>
        <p:nvSpPr>
          <p:cNvPr id="5" name="Date Placeholder 4"/>
          <p:cNvSpPr>
            <a:spLocks noGrp="1"/>
          </p:cNvSpPr>
          <p:nvPr>
            <p:ph type="dt" sz="half" idx="10"/>
          </p:nvPr>
        </p:nvSpPr>
        <p:spPr/>
        <p:txBody>
          <a:bodyPr/>
          <a:lstStyle>
            <a:lvl1pPr>
              <a:defRPr>
                <a:solidFill>
                  <a:schemeClr val="bg1">
                    <a:lumMod val="60000"/>
                    <a:lumOff val="40000"/>
                  </a:schemeClr>
                </a:solidFill>
              </a:defRPr>
            </a:lvl1pPr>
          </a:lstStyle>
          <a:p>
            <a:fld id="{43D5EDE7-61B4-4C98-ADE6-D86346041BA3}" type="datetime1">
              <a:rPr lang="en-US"/>
              <a:pPr/>
              <a:t>6/18/2014</a:t>
            </a:fld>
            <a:endParaRPr dirty="0"/>
          </a:p>
        </p:txBody>
      </p:sp>
      <p:sp>
        <p:nvSpPr>
          <p:cNvPr id="14" name="TextBox 13"/>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bg1">
                    <a:lumMod val="60000"/>
                    <a:lumOff val="40000"/>
                  </a:schemeClr>
                </a:solidFill>
              </a:rPr>
              <a:t>Copyright © 2014 Oracle and/or its affiliates. All rights reserved.  |</a:t>
            </a:r>
          </a:p>
        </p:txBody>
      </p:sp>
      <p:sp>
        <p:nvSpPr>
          <p:cNvPr id="6" name="Footer Placeholder 5"/>
          <p:cNvSpPr>
            <a:spLocks noGrp="1"/>
          </p:cNvSpPr>
          <p:nvPr>
            <p:ph type="ftr" sz="quarter" idx="11"/>
          </p:nvPr>
        </p:nvSpPr>
        <p:spPr/>
        <p:txBody>
          <a:bodyPr/>
          <a:lstStyle>
            <a:lvl1pPr>
              <a:defRPr>
                <a:solidFill>
                  <a:schemeClr val="bg1">
                    <a:lumMod val="60000"/>
                    <a:lumOff val="40000"/>
                  </a:schemeClr>
                </a:solidFill>
              </a:defRPr>
            </a:lvl1p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lvl1pPr>
              <a:defRPr>
                <a:solidFill>
                  <a:schemeClr val="bg1">
                    <a:lumMod val="60000"/>
                    <a:lumOff val="40000"/>
                  </a:schemeClr>
                </a:solidFill>
              </a:defRPr>
            </a:lvl1pPr>
          </a:lstStyle>
          <a:p>
            <a:fld id="{C51EAA63-D034-42AE-91FA-B13B9518C7BE}" type="slidenum">
              <a:rPr/>
              <a:pPr/>
              <a:t>‹#›</a:t>
            </a:fld>
            <a:endParaRPr dirty="0"/>
          </a:p>
        </p:txBody>
      </p:sp>
      <p:pic>
        <p:nvPicPr>
          <p:cNvPr id="15" name="Oracle red badge logo" descr="Oracle logo in white on red staging background"/>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Tree>
    <p:extLst>
      <p:ext uri="{BB962C8B-B14F-4D97-AF65-F5344CB8AC3E}">
        <p14:creationId xmlns:p14="http://schemas.microsoft.com/office/powerpoint/2010/main" xmlns="" val="13818175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p15="http://schemas.microsoft.com/office/powerpoint/2012/main" xmlns="">
        <p15:guide id="1" orient="horz" pos="2160" userDrawn="1">
          <p15:clr>
            <a:srgbClr val="FBAE40"/>
          </p15:clr>
        </p15:guide>
        <p15:guide id="2" pos="3839"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Safe Harbor Front">
    <p:spTree>
      <p:nvGrpSpPr>
        <p:cNvPr id="1" name=""/>
        <p:cNvGrpSpPr/>
        <p:nvPr/>
      </p:nvGrpSpPr>
      <p:grpSpPr>
        <a:xfrm>
          <a:off x="0" y="0"/>
          <a:ext cx="0" cy="0"/>
          <a:chOff x="0" y="0"/>
          <a:chExt cx="0" cy="0"/>
        </a:xfrm>
      </p:grpSpPr>
      <p:sp>
        <p:nvSpPr>
          <p:cNvPr id="5" name="TextBox 4"/>
          <p:cNvSpPr txBox="1"/>
          <p:nvPr/>
        </p:nvSpPr>
        <p:spPr>
          <a:xfrm>
            <a:off x="531812" y="1371600"/>
            <a:ext cx="11125200" cy="889000"/>
          </a:xfrm>
          <a:prstGeom prst="rect">
            <a:avLst/>
          </a:prstGeom>
          <a:noFill/>
        </p:spPr>
        <p:txBody>
          <a:bodyPr wrap="none" lIns="0" tIns="0" rIns="0" bIns="0" rtlCol="0" anchor="b">
            <a:noAutofit/>
          </a:bodyPr>
          <a:lstStyle/>
          <a:p>
            <a:pPr>
              <a:lnSpc>
                <a:spcPct val="90000"/>
              </a:lnSpc>
            </a:pPr>
            <a:r>
              <a:rPr sz="3200" dirty="0">
                <a:latin typeface="+mj-lt"/>
              </a:rPr>
              <a:t>Safe Harbor</a:t>
            </a:r>
            <a:r>
              <a:rPr sz="3200" baseline="0" dirty="0">
                <a:latin typeface="+mj-lt"/>
              </a:rPr>
              <a:t> Statement</a:t>
            </a:r>
            <a:endParaRPr sz="3200" dirty="0">
              <a:latin typeface="+mj-lt"/>
            </a:endParaRPr>
          </a:p>
        </p:txBody>
      </p:sp>
      <p:sp>
        <p:nvSpPr>
          <p:cNvPr id="6" name="TextBox 5"/>
          <p:cNvSpPr txBox="1"/>
          <p:nvPr/>
        </p:nvSpPr>
        <p:spPr>
          <a:xfrm>
            <a:off x="531812" y="2514600"/>
            <a:ext cx="11125200" cy="2286000"/>
          </a:xfrm>
          <a:prstGeom prst="rect">
            <a:avLst/>
          </a:prstGeom>
          <a:noFill/>
        </p:spPr>
        <p:txBody>
          <a:bodyPr wrap="square" lIns="0" tIns="0" rIns="0" bIns="0" rtlCol="0" anchor="t">
            <a:noAutofit/>
          </a:bodyPr>
          <a:lstStyle/>
          <a:p>
            <a:pPr>
              <a:lnSpc>
                <a:spcPct val="90000"/>
              </a:lnSpc>
            </a:pPr>
            <a:r>
              <a:rPr sz="2400" dirty="0">
                <a:latin typeface="+mn-lt"/>
              </a:rPr>
              <a:t>The following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and timing of any features or functionality described for Oracle’s products remains at the sole discretion of Oracle.</a:t>
            </a:r>
          </a:p>
        </p:txBody>
      </p:sp>
      <p:sp>
        <p:nvSpPr>
          <p:cNvPr id="2" name="Date Placeholder 1"/>
          <p:cNvSpPr>
            <a:spLocks noGrp="1"/>
          </p:cNvSpPr>
          <p:nvPr>
            <p:ph type="dt" sz="half" idx="10"/>
          </p:nvPr>
        </p:nvSpPr>
        <p:spPr/>
        <p:txBody>
          <a:bodyPr>
            <a:noAutofit/>
          </a:bodyPr>
          <a:lstStyle/>
          <a:p>
            <a:fld id="{93A56FF2-64EC-4614-951E-8B8E4681BF2B}" type="datetime1">
              <a:rPr lang="en-US"/>
              <a:pPr/>
              <a:t>6/18/2014</a:t>
            </a:fld>
            <a:endParaRPr dirty="0"/>
          </a:p>
        </p:txBody>
      </p:sp>
      <p:sp>
        <p:nvSpPr>
          <p:cNvPr id="3" name="Footer Placeholder 2"/>
          <p:cNvSpPr>
            <a:spLocks noGrp="1"/>
          </p:cNvSpPr>
          <p:nvPr>
            <p:ph type="ftr" sz="quarter" idx="11"/>
          </p:nvPr>
        </p:nvSpPr>
        <p:spPr/>
        <p:txBody>
          <a:bodyPr>
            <a:noAutofit/>
          </a:bodyPr>
          <a:lstStyle/>
          <a:p>
            <a:r>
              <a:rPr dirty="0"/>
              <a:t>Oracle Confidential – Internal/Restricted/Highly Restricted</a:t>
            </a:r>
          </a:p>
        </p:txBody>
      </p:sp>
      <p:sp>
        <p:nvSpPr>
          <p:cNvPr id="4" name="Slide Number Placeholder 3"/>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p14="http://schemas.microsoft.com/office/powerpoint/2010/main" xmlns="" val="259788944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Safe Harbor Back">
    <p:spTree>
      <p:nvGrpSpPr>
        <p:cNvPr id="1" name=""/>
        <p:cNvGrpSpPr/>
        <p:nvPr/>
      </p:nvGrpSpPr>
      <p:grpSpPr>
        <a:xfrm>
          <a:off x="0" y="0"/>
          <a:ext cx="0" cy="0"/>
          <a:chOff x="0" y="0"/>
          <a:chExt cx="0" cy="0"/>
        </a:xfrm>
      </p:grpSpPr>
      <p:sp>
        <p:nvSpPr>
          <p:cNvPr id="5" name="TextBox 4"/>
          <p:cNvSpPr txBox="1"/>
          <p:nvPr/>
        </p:nvSpPr>
        <p:spPr>
          <a:xfrm>
            <a:off x="531812" y="1371600"/>
            <a:ext cx="11125200" cy="889000"/>
          </a:xfrm>
          <a:prstGeom prst="rect">
            <a:avLst/>
          </a:prstGeom>
          <a:noFill/>
        </p:spPr>
        <p:txBody>
          <a:bodyPr wrap="none" lIns="0" tIns="0" rIns="0" bIns="0" rtlCol="0" anchor="b">
            <a:noAutofit/>
          </a:bodyPr>
          <a:lstStyle/>
          <a:p>
            <a:pPr>
              <a:lnSpc>
                <a:spcPct val="90000"/>
              </a:lnSpc>
            </a:pPr>
            <a:r>
              <a:rPr sz="3200" dirty="0">
                <a:latin typeface="+mj-lt"/>
              </a:rPr>
              <a:t>Safe Harbor</a:t>
            </a:r>
            <a:r>
              <a:rPr sz="3200" baseline="0" dirty="0">
                <a:latin typeface="+mj-lt"/>
              </a:rPr>
              <a:t> Statement</a:t>
            </a:r>
            <a:endParaRPr sz="3200" dirty="0">
              <a:latin typeface="+mj-lt"/>
            </a:endParaRPr>
          </a:p>
        </p:txBody>
      </p:sp>
      <p:sp>
        <p:nvSpPr>
          <p:cNvPr id="6" name="TextBox 5"/>
          <p:cNvSpPr txBox="1"/>
          <p:nvPr/>
        </p:nvSpPr>
        <p:spPr>
          <a:xfrm>
            <a:off x="531812" y="2514600"/>
            <a:ext cx="11125200" cy="2286000"/>
          </a:xfrm>
          <a:prstGeom prst="rect">
            <a:avLst/>
          </a:prstGeom>
          <a:noFill/>
        </p:spPr>
        <p:txBody>
          <a:bodyPr wrap="square" lIns="0" tIns="0" rIns="0" bIns="0" rtlCol="0" anchor="t">
            <a:noAutofit/>
          </a:bodyPr>
          <a:lstStyle/>
          <a:p>
            <a:pPr>
              <a:lnSpc>
                <a:spcPct val="90000"/>
              </a:lnSpc>
            </a:pPr>
            <a:r>
              <a:rPr sz="2400" dirty="0">
                <a:latin typeface="+mn-lt"/>
              </a:rPr>
              <a:t>The preceding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and timing of any features or functionality described for Oracle’s products remains at the sole discretion of Oracle.</a:t>
            </a:r>
          </a:p>
        </p:txBody>
      </p:sp>
      <p:sp>
        <p:nvSpPr>
          <p:cNvPr id="2" name="Date Placeholder 1"/>
          <p:cNvSpPr>
            <a:spLocks noGrp="1"/>
          </p:cNvSpPr>
          <p:nvPr>
            <p:ph type="dt" sz="half" idx="10"/>
          </p:nvPr>
        </p:nvSpPr>
        <p:spPr/>
        <p:txBody>
          <a:bodyPr>
            <a:noAutofit/>
          </a:bodyPr>
          <a:lstStyle/>
          <a:p>
            <a:fld id="{AD051CE8-BCD3-4683-83D4-D0AC55C5EB15}" type="datetime1">
              <a:rPr lang="en-US"/>
              <a:pPr/>
              <a:t>6/18/2014</a:t>
            </a:fld>
            <a:endParaRPr dirty="0"/>
          </a:p>
        </p:txBody>
      </p:sp>
      <p:sp>
        <p:nvSpPr>
          <p:cNvPr id="3" name="Footer Placeholder 2"/>
          <p:cNvSpPr>
            <a:spLocks noGrp="1"/>
          </p:cNvSpPr>
          <p:nvPr>
            <p:ph type="ftr" sz="quarter" idx="11"/>
          </p:nvPr>
        </p:nvSpPr>
        <p:spPr/>
        <p:txBody>
          <a:bodyPr>
            <a:noAutofit/>
          </a:bodyPr>
          <a:lstStyle/>
          <a:p>
            <a:r>
              <a:rPr dirty="0"/>
              <a:t>Oracle Confidential – Internal/Restricted/Highly Restricted</a:t>
            </a:r>
          </a:p>
        </p:txBody>
      </p:sp>
      <p:sp>
        <p:nvSpPr>
          <p:cNvPr id="4" name="Slide Number Placeholder 3"/>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p14="http://schemas.microsoft.com/office/powerpoint/2010/main" xmlns="" val="235887190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Positioning Statement">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A9802F-4D43-4C32-8177-0644B387545A}" type="datetime1">
              <a:rPr lang="en-US"/>
              <a:pPr/>
              <a:t>6/18/2014</a:t>
            </a:fld>
            <a:endParaRPr dirty="0"/>
          </a:p>
        </p:txBody>
      </p:sp>
      <p:sp>
        <p:nvSpPr>
          <p:cNvPr id="3" name="Footer Placeholder 2"/>
          <p:cNvSpPr>
            <a:spLocks noGrp="1"/>
          </p:cNvSpPr>
          <p:nvPr>
            <p:ph type="ftr" sz="quarter" idx="11"/>
          </p:nvPr>
        </p:nvSpPr>
        <p:spPr/>
        <p:txBody>
          <a:bodyPr/>
          <a:lstStyle/>
          <a:p>
            <a:r>
              <a:rPr dirty="0"/>
              <a:t>Oracle Confidential – Internal/Restricted/Highly Restricted</a:t>
            </a:r>
          </a:p>
        </p:txBody>
      </p:sp>
      <p:sp>
        <p:nvSpPr>
          <p:cNvPr id="4" name="Slide Number Placeholder 3"/>
          <p:cNvSpPr>
            <a:spLocks noGrp="1"/>
          </p:cNvSpPr>
          <p:nvPr>
            <p:ph type="sldNum" sz="quarter" idx="12"/>
          </p:nvPr>
        </p:nvSpPr>
        <p:spPr/>
        <p:txBody>
          <a:bodyPr/>
          <a:lstStyle/>
          <a:p>
            <a:fld id="{C51EAA63-D034-42AE-91FA-B13B9518C7BE}" type="slidenum">
              <a:rPr/>
              <a:pPr/>
              <a:t>‹#›</a:t>
            </a:fld>
            <a:endParaRPr dirty="0"/>
          </a:p>
        </p:txBody>
      </p:sp>
      <p:pic>
        <p:nvPicPr>
          <p:cNvPr id="8" name="Picture 7" descr="&quot;Hardware and Software Engineered to work together&quot; tagline in red and black"/>
          <p:cNvPicPr>
            <a:picLocks noChangeAspect="1"/>
          </p:cNvPicPr>
          <p:nvPr userDrawn="1"/>
        </p:nvPicPr>
        <p:blipFill>
          <a:blip r:embed="rId2" cstate="print">
            <a:extLst>
              <a:ext uri="{28A0092B-C50C-407E-A947-70E740481C1C}">
                <a14:useLocalDpi xmlns:a14="http://schemas.microsoft.com/office/drawing/2010/main" xmlns="" val="0"/>
              </a:ext>
            </a:extLst>
          </a:blip>
          <a:stretch>
            <a:fillRect/>
          </a:stretch>
        </p:blipFill>
        <p:spPr>
          <a:xfrm>
            <a:off x="2820860" y="2313432"/>
            <a:ext cx="6547104" cy="1832339"/>
          </a:xfrm>
          <a:prstGeom prst="rect">
            <a:avLst/>
          </a:prstGeom>
        </p:spPr>
      </p:pic>
    </p:spTree>
    <p:extLst>
      <p:ext uri="{BB962C8B-B14F-4D97-AF65-F5344CB8AC3E}">
        <p14:creationId xmlns:p14="http://schemas.microsoft.com/office/powerpoint/2010/main" xmlns="" val="3709137495"/>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blank" preserve="1">
  <p:cSld name="Oracle logo">
    <p:bg bwMode="ltGray">
      <p:bgRef idx="1001">
        <a:schemeClr val="bg1"/>
      </p:bgRef>
    </p:bg>
    <p:spTree>
      <p:nvGrpSpPr>
        <p:cNvPr id="1" name=""/>
        <p:cNvGrpSpPr/>
        <p:nvPr/>
      </p:nvGrpSpPr>
      <p:grpSpPr>
        <a:xfrm>
          <a:off x="0" y="0"/>
          <a:ext cx="0" cy="0"/>
          <a:chOff x="0" y="0"/>
          <a:chExt cx="0" cy="0"/>
        </a:xfrm>
      </p:grpSpPr>
      <p:pic>
        <p:nvPicPr>
          <p:cNvPr id="2" name="Picture 1" descr="Oracle logo in white on red staging background. Light blue frame around perimete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bwMode="hidden">
          <a:xfrm>
            <a:off x="138023" y="129398"/>
            <a:ext cx="11912778" cy="6547450"/>
          </a:xfrm>
          <a:prstGeom prst="rect">
            <a:avLst/>
          </a:prstGeom>
          <a:noFill/>
          <a:ln>
            <a:noFill/>
          </a:ln>
        </p:spPr>
      </p:pic>
      <p:grpSp>
        <p:nvGrpSpPr>
          <p:cNvPr id="3" name="Group 2"/>
          <p:cNvGrpSpPr/>
          <p:nvPr userDrawn="1"/>
        </p:nvGrpSpPr>
        <p:grpSpPr>
          <a:xfrm>
            <a:off x="-287" y="0"/>
            <a:ext cx="12189399" cy="6858000"/>
            <a:chOff x="-287" y="0"/>
            <a:chExt cx="12189399" cy="6858000"/>
          </a:xfrm>
        </p:grpSpPr>
        <p:sp>
          <p:nvSpPr>
            <p:cNvPr id="6" name="Rectangle 5"/>
            <p:cNvSpPr/>
            <p:nvPr/>
          </p:nvSpPr>
          <p:spPr bwMode="gray">
            <a:xfrm>
              <a:off x="-287" y="0"/>
              <a:ext cx="193962"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Rectangle 6"/>
            <p:cNvSpPr/>
            <p:nvPr/>
          </p:nvSpPr>
          <p:spPr bwMode="gray">
            <a:xfrm>
              <a:off x="11995151" y="5854"/>
              <a:ext cx="193960"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Rectangle 7"/>
            <p:cNvSpPr/>
            <p:nvPr/>
          </p:nvSpPr>
          <p:spPr bwMode="gray">
            <a:xfrm>
              <a:off x="-286" y="6400800"/>
              <a:ext cx="12189396"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Rectangle 8"/>
            <p:cNvSpPr/>
            <p:nvPr/>
          </p:nvSpPr>
          <p:spPr bwMode="gray">
            <a:xfrm>
              <a:off x="-286" y="0"/>
              <a:ext cx="12189398" cy="19202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pic>
        <p:nvPicPr>
          <p:cNvPr id="11" name="Picture 10"/>
          <p:cNvPicPr>
            <a:picLocks noChangeAspect="1"/>
          </p:cNvPicPr>
          <p:nvPr userDrawn="1"/>
        </p:nvPicPr>
        <p:blipFill>
          <a:blip r:embed="rId3" cstate="screen">
            <a:extLst>
              <a:ext uri="{28A0092B-C50C-407E-A947-70E740481C1C}">
                <a14:useLocalDpi xmlns:a14="http://schemas.microsoft.com/office/drawing/2010/main" xmlns="" val="0"/>
              </a:ext>
            </a:extLst>
          </a:blip>
          <a:stretch>
            <a:fillRect/>
          </a:stretch>
        </p:blipFill>
        <p:spPr bwMode="black">
          <a:xfrm>
            <a:off x="3822128" y="2843826"/>
            <a:ext cx="4544568" cy="569547"/>
          </a:xfrm>
          <a:prstGeom prst="rect">
            <a:avLst/>
          </a:prstGeom>
        </p:spPr>
      </p:pic>
    </p:spTree>
    <p:extLst>
      <p:ext uri="{BB962C8B-B14F-4D97-AF65-F5344CB8AC3E}">
        <p14:creationId xmlns:p14="http://schemas.microsoft.com/office/powerpoint/2010/main" xmlns="" val="106575552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531151" y="1524001"/>
            <a:ext cx="11126522" cy="4419600"/>
          </a:xfrm>
        </p:spPr>
        <p:txBody>
          <a:bodyPr vert="eaVert">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noAutofit/>
          </a:bodyPr>
          <a:lstStyle/>
          <a:p>
            <a:fld id="{21991926-9D37-40E7-80C4-EC5F27AFCB67}" type="datetimeFigureOut">
              <a:rPr lang="en-US" smtClean="0"/>
              <a:pPr/>
              <a:t>6/18/2014</a:t>
            </a:fld>
            <a:endParaRPr lang="en-US"/>
          </a:p>
        </p:txBody>
      </p:sp>
      <p:sp>
        <p:nvSpPr>
          <p:cNvPr id="5" name="Footer Placeholder 4"/>
          <p:cNvSpPr>
            <a:spLocks noGrp="1"/>
          </p:cNvSpPr>
          <p:nvPr>
            <p:ph type="ftr" sz="quarter" idx="11"/>
          </p:nvPr>
        </p:nvSpPr>
        <p:spPr/>
        <p:txBody>
          <a:bodyPr>
            <a:noAutofit/>
          </a:bodyPr>
          <a:lstStyle/>
          <a:p>
            <a:endParaRPr lang="en-US"/>
          </a:p>
        </p:txBody>
      </p:sp>
      <p:sp>
        <p:nvSpPr>
          <p:cNvPr id="6" name="Slide Number Placeholder 5"/>
          <p:cNvSpPr>
            <a:spLocks noGrp="1"/>
          </p:cNvSpPr>
          <p:nvPr>
            <p:ph type="sldNum" sz="quarter" idx="12"/>
          </p:nvPr>
        </p:nvSpPr>
        <p:spPr/>
        <p:txBody>
          <a:bodyPr>
            <a:noAutofit/>
          </a:bodyPr>
          <a:lstStyle/>
          <a:p>
            <a:fld id="{D4EAF17A-378C-49D5-A479-C71FF9D7F1E7}" type="slidenum">
              <a:rPr lang="en-US" smtClean="0"/>
              <a:pPr/>
              <a:t>‹#›</a:t>
            </a:fld>
            <a:endParaRPr lang="en-US"/>
          </a:p>
        </p:txBody>
      </p:sp>
    </p:spTree>
    <p:extLst>
      <p:ext uri="{BB962C8B-B14F-4D97-AF65-F5344CB8AC3E}">
        <p14:creationId xmlns:p14="http://schemas.microsoft.com/office/powerpoint/2010/main" xmlns="" val="3862187121"/>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285413" y="533400"/>
            <a:ext cx="1371600" cy="5410200"/>
          </a:xfrm>
        </p:spPr>
        <p:txBody>
          <a:bodyPr vert="eaVert"/>
          <a:lstStyle>
            <a:lvl1pPr>
              <a:defRPr/>
            </a:lvl1pPr>
          </a:lstStyle>
          <a:p>
            <a:r>
              <a:rPr lang="en-US" smtClean="0"/>
              <a:t>Click to edit Master title style</a:t>
            </a:r>
            <a:endParaRPr dirty="0"/>
          </a:p>
        </p:txBody>
      </p:sp>
      <p:sp>
        <p:nvSpPr>
          <p:cNvPr id="3" name="Vertical Text Placeholder 2"/>
          <p:cNvSpPr>
            <a:spLocks noGrp="1"/>
          </p:cNvSpPr>
          <p:nvPr>
            <p:ph type="body" orient="vert" idx="1"/>
          </p:nvPr>
        </p:nvSpPr>
        <p:spPr>
          <a:xfrm>
            <a:off x="531813" y="533400"/>
            <a:ext cx="9524999" cy="5410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6D3D3DC0-E8DA-4DFB-93A6-6089D43271B1}" type="datetime1">
              <a:rPr lang="en-US"/>
              <a:pPr/>
              <a:t>6/18/2014</a:t>
            </a:fld>
            <a:endParaRPr dirty="0"/>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217345457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Border"/>
          <p:cNvGrpSpPr/>
          <p:nvPr/>
        </p:nvGrpSpPr>
        <p:grpSpPr>
          <a:xfrm>
            <a:off x="-287" y="0"/>
            <a:ext cx="12189399" cy="6858000"/>
            <a:chOff x="-287" y="0"/>
            <a:chExt cx="12189399" cy="6858000"/>
          </a:xfrm>
        </p:grpSpPr>
        <p:sp>
          <p:nvSpPr>
            <p:cNvPr id="8" name="Rectangle 7"/>
            <p:cNvSpPr/>
            <p:nvPr/>
          </p:nvSpPr>
          <p:spPr bwMode="gray">
            <a:xfrm>
              <a:off x="-287" y="0"/>
              <a:ext cx="193962"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Rectangle 8"/>
            <p:cNvSpPr/>
            <p:nvPr/>
          </p:nvSpPr>
          <p:spPr bwMode="gray">
            <a:xfrm>
              <a:off x="11995151" y="5854"/>
              <a:ext cx="193960"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Rectangle 9"/>
            <p:cNvSpPr/>
            <p:nvPr/>
          </p:nvSpPr>
          <p:spPr bwMode="gray">
            <a:xfrm>
              <a:off x="-286" y="6400800"/>
              <a:ext cx="12189396"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286" y="0"/>
              <a:ext cx="12189398" cy="19202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pic>
        <p:nvPicPr>
          <p:cNvPr id="19" name="Oracle red badge logo" descr="Oracle logo in white on red staging background"/>
          <p:cNvPicPr>
            <a:picLocks noChangeAspect="1"/>
          </p:cNvPicPr>
          <p:nvPr/>
        </p:nvPicPr>
        <p:blipFill>
          <a:blip r:embed="rId40"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
        <p:nvSpPr>
          <p:cNvPr id="2" name="Title Placeholder 1"/>
          <p:cNvSpPr>
            <a:spLocks noGrp="1"/>
          </p:cNvSpPr>
          <p:nvPr>
            <p:ph type="title"/>
          </p:nvPr>
        </p:nvSpPr>
        <p:spPr>
          <a:xfrm>
            <a:off x="531812" y="406400"/>
            <a:ext cx="11125200" cy="889000"/>
          </a:xfrm>
          <a:prstGeom prst="rect">
            <a:avLst/>
          </a:prstGeom>
        </p:spPr>
        <p:txBody>
          <a:bodyPr vert="horz" lIns="0" tIns="0" rIns="0" bIns="0" rtlCol="0" anchor="b">
            <a:noAutofit/>
          </a:bodyPr>
          <a:lstStyle/>
          <a:p>
            <a:r>
              <a:rPr lang="en-US" smtClean="0"/>
              <a:t>Click to edit Master title style</a:t>
            </a:r>
            <a:endParaRPr dirty="0"/>
          </a:p>
        </p:txBody>
      </p:sp>
      <p:sp>
        <p:nvSpPr>
          <p:cNvPr id="3" name="Text Placeholder 2"/>
          <p:cNvSpPr>
            <a:spLocks noGrp="1"/>
          </p:cNvSpPr>
          <p:nvPr>
            <p:ph type="body" idx="1"/>
          </p:nvPr>
        </p:nvSpPr>
        <p:spPr>
          <a:xfrm>
            <a:off x="531151" y="1524001"/>
            <a:ext cx="11126522" cy="4419600"/>
          </a:xfrm>
          <a:prstGeom prst="rect">
            <a:avLst/>
          </a:prstGeom>
        </p:spPr>
        <p:txBody>
          <a:bodyPr vert="horz" lIns="0" tIns="0" rIns="0" bIns="0" rtlCol="0">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2"/>
          </p:nvPr>
        </p:nvSpPr>
        <p:spPr>
          <a:xfrm>
            <a:off x="4563214" y="6556248"/>
            <a:ext cx="1226398" cy="182880"/>
          </a:xfrm>
          <a:prstGeom prst="rect">
            <a:avLst/>
          </a:prstGeom>
        </p:spPr>
        <p:txBody>
          <a:bodyPr vert="horz" wrap="none" lIns="0" tIns="0" rIns="0" bIns="0" rtlCol="0" anchor="ctr"/>
          <a:lstStyle>
            <a:lvl1pPr algn="r">
              <a:defRPr sz="800">
                <a:solidFill>
                  <a:schemeClr val="tx1">
                    <a:lumMod val="60000"/>
                    <a:lumOff val="40000"/>
                  </a:schemeClr>
                </a:solidFill>
              </a:defRPr>
            </a:lvl1pPr>
          </a:lstStyle>
          <a:p>
            <a:fld id="{1EE11BFD-AD4C-4A98-9D38-1958507EA4E5}" type="datetime1">
              <a:rPr lang="en-US"/>
              <a:pPr/>
              <a:t>6/18/2014</a:t>
            </a:fld>
            <a:endParaRPr dirty="0"/>
          </a:p>
        </p:txBody>
      </p:sp>
      <p:sp>
        <p:nvSpPr>
          <p:cNvPr id="15" name="TextBox 14"/>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3"/>
          </p:nvPr>
        </p:nvSpPr>
        <p:spPr>
          <a:xfrm>
            <a:off x="8777289" y="6556248"/>
            <a:ext cx="2498723" cy="182880"/>
          </a:xfrm>
          <a:prstGeom prst="rect">
            <a:avLst/>
          </a:prstGeom>
        </p:spPr>
        <p:txBody>
          <a:bodyPr vert="horz" wrap="none" lIns="0" tIns="0" rIns="0" bIns="0" rtlCol="0" anchor="ctr"/>
          <a:lstStyle>
            <a:lvl1pPr algn="l">
              <a:defRPr sz="800">
                <a:solidFill>
                  <a:schemeClr val="tx1">
                    <a:lumMod val="60000"/>
                    <a:lumOff val="40000"/>
                  </a:schemeClr>
                </a:solidFill>
              </a:defRPr>
            </a:lvl1pPr>
          </a:lstStyle>
          <a:p>
            <a:r>
              <a:rPr dirty="0"/>
              <a:t>Oracle Confidential – Internal/Restricted/Highly Restricted</a:t>
            </a:r>
          </a:p>
        </p:txBody>
      </p:sp>
      <p:sp>
        <p:nvSpPr>
          <p:cNvPr id="6" name="Slide Number Placeholder 5"/>
          <p:cNvSpPr>
            <a:spLocks noGrp="1"/>
          </p:cNvSpPr>
          <p:nvPr>
            <p:ph type="sldNum" sz="quarter" idx="4"/>
          </p:nvPr>
        </p:nvSpPr>
        <p:spPr>
          <a:xfrm>
            <a:off x="11276011" y="6556248"/>
            <a:ext cx="381661" cy="182880"/>
          </a:xfrm>
          <a:prstGeom prst="rect">
            <a:avLst/>
          </a:prstGeom>
        </p:spPr>
        <p:txBody>
          <a:bodyPr vert="horz" wrap="none" lIns="0" tIns="0" rIns="0" bIns="0" rtlCol="0" anchor="ctr"/>
          <a:lstStyle>
            <a:lvl1pPr algn="r">
              <a:defRPr sz="800">
                <a:solidFill>
                  <a:schemeClr val="tx1">
                    <a:lumMod val="60000"/>
                    <a:lumOff val="40000"/>
                  </a:schemeClr>
                </a:solidFill>
              </a:defRPr>
            </a:lvl1pPr>
          </a:lstStyle>
          <a:p>
            <a:fld id="{C51EAA63-D034-42AE-91FA-B13B9518C7BE}" type="slidenum">
              <a:rPr/>
              <a:pPr/>
              <a:t>‹#›</a:t>
            </a:fld>
            <a:endParaRPr dirty="0"/>
          </a:p>
        </p:txBody>
      </p:sp>
    </p:spTree>
    <p:extLst>
      <p:ext uri="{BB962C8B-B14F-4D97-AF65-F5344CB8AC3E}">
        <p14:creationId xmlns:p14="http://schemas.microsoft.com/office/powerpoint/2010/main" xmlns="" val="3193062027"/>
      </p:ext>
    </p:extLst>
  </p:cSld>
  <p:clrMap bg1="lt1" tx1="dk1" bg2="lt2" tx2="dk2" accent1="accent1" accent2="accent2" accent3="accent3" accent4="accent4" accent5="accent5" accent6="accent6" hlink="hlink" folHlink="folHlink"/>
  <p:sldLayoutIdLst>
    <p:sldLayoutId id="2147483660" r:id="rId1"/>
    <p:sldLayoutId id="2147483649" r:id="rId2"/>
    <p:sldLayoutId id="2147483662" r:id="rId3"/>
    <p:sldLayoutId id="2147483689" r:id="rId4"/>
    <p:sldLayoutId id="2147483693" r:id="rId5"/>
    <p:sldLayoutId id="2147483650" r:id="rId6"/>
    <p:sldLayoutId id="2147483663" r:id="rId7"/>
    <p:sldLayoutId id="2147483686" r:id="rId8"/>
    <p:sldLayoutId id="2147483651" r:id="rId9"/>
    <p:sldLayoutId id="2147483665" r:id="rId10"/>
    <p:sldLayoutId id="2147483669" r:id="rId11"/>
    <p:sldLayoutId id="2147483692" r:id="rId12"/>
    <p:sldLayoutId id="2147483683" r:id="rId13"/>
    <p:sldLayoutId id="2147483670" r:id="rId14"/>
    <p:sldLayoutId id="2147483652" r:id="rId15"/>
    <p:sldLayoutId id="2147483671" r:id="rId16"/>
    <p:sldLayoutId id="2147483672" r:id="rId17"/>
    <p:sldLayoutId id="2147483679" r:id="rId18"/>
    <p:sldLayoutId id="2147483685" r:id="rId19"/>
    <p:sldLayoutId id="2147483688" r:id="rId20"/>
    <p:sldLayoutId id="2147483654" r:id="rId21"/>
    <p:sldLayoutId id="2147483666" r:id="rId22"/>
    <p:sldLayoutId id="2147483655" r:id="rId23"/>
    <p:sldLayoutId id="2147483656" r:id="rId24"/>
    <p:sldLayoutId id="2147483657" r:id="rId25"/>
    <p:sldLayoutId id="2147483673" r:id="rId26"/>
    <p:sldLayoutId id="2147483674" r:id="rId27"/>
    <p:sldLayoutId id="2147483682" r:id="rId28"/>
    <p:sldLayoutId id="2147483684" r:id="rId29"/>
    <p:sldLayoutId id="2147483690" r:id="rId30"/>
    <p:sldLayoutId id="2147483691" r:id="rId31"/>
    <p:sldLayoutId id="2147483668" r:id="rId32"/>
    <p:sldLayoutId id="2147483675" r:id="rId33"/>
    <p:sldLayoutId id="2147483676" r:id="rId34"/>
    <p:sldLayoutId id="2147483667" r:id="rId35"/>
    <p:sldLayoutId id="2147483661" r:id="rId36"/>
    <p:sldLayoutId id="2147483687" r:id="rId37"/>
    <p:sldLayoutId id="2147483659" r:id="rId38"/>
  </p:sldLayoutIdLst>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hf hdr="0" dt="0"/>
  <p:txStyles>
    <p:titleStyle>
      <a:lvl1pPr algn="l" defTabSz="914400" rtl="0" eaLnBrk="1" latinLnBrk="0" hangingPunct="1">
        <a:lnSpc>
          <a:spcPct val="8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200"/>
        </a:spcBef>
        <a:buClr>
          <a:schemeClr val="tx1">
            <a:lumMod val="60000"/>
            <a:lumOff val="40000"/>
          </a:schemeClr>
        </a:buClr>
        <a:buFont typeface="Arial" panose="020B0604020202020204" pitchFamily="34" charset="0"/>
        <a:buChar char="•"/>
        <a:defRPr sz="2800" kern="1200">
          <a:solidFill>
            <a:schemeClr val="tx1"/>
          </a:solidFill>
          <a:latin typeface="+mn-lt"/>
          <a:ea typeface="+mn-ea"/>
          <a:cs typeface="+mn-cs"/>
        </a:defRPr>
      </a:lvl1pPr>
      <a:lvl2pPr marL="502920" indent="-228600" algn="l" defTabSz="914400" rtl="0" eaLnBrk="1" latinLnBrk="0" hangingPunct="1">
        <a:lnSpc>
          <a:spcPct val="90000"/>
        </a:lnSpc>
        <a:spcBef>
          <a:spcPts val="800"/>
        </a:spcBef>
        <a:buClr>
          <a:schemeClr val="tx1">
            <a:lumMod val="60000"/>
            <a:lumOff val="40000"/>
          </a:schemeClr>
        </a:buClr>
        <a:buFont typeface="Arial" panose="020B0604020202020204" pitchFamily="34" charset="0"/>
        <a:buChar char="–"/>
        <a:defRPr sz="2400" kern="1200">
          <a:solidFill>
            <a:schemeClr val="tx1"/>
          </a:solidFill>
          <a:latin typeface="+mn-lt"/>
          <a:ea typeface="+mn-ea"/>
          <a:cs typeface="+mn-cs"/>
        </a:defRPr>
      </a:lvl2pPr>
      <a:lvl3pPr marL="7315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2000" kern="1200">
          <a:solidFill>
            <a:schemeClr val="tx1"/>
          </a:solidFill>
          <a:latin typeface="+mn-lt"/>
          <a:ea typeface="+mn-ea"/>
          <a:cs typeface="+mn-cs"/>
        </a:defRPr>
      </a:lvl3pPr>
      <a:lvl4pPr marL="9601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800" kern="1200">
          <a:solidFill>
            <a:schemeClr val="tx1"/>
          </a:solidFill>
          <a:latin typeface="+mn-lt"/>
          <a:ea typeface="+mn-ea"/>
          <a:cs typeface="+mn-cs"/>
        </a:defRPr>
      </a:lvl4pPr>
      <a:lvl5pPr marL="11887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5pPr>
      <a:lvl6pPr marL="14173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6pPr>
      <a:lvl7pPr marL="16459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7pPr>
      <a:lvl8pPr marL="18745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8pPr>
      <a:lvl9pPr marL="21031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xmlns="">
        <p15:guide id="1" orient="horz" pos="2160" userDrawn="1">
          <p15:clr>
            <a:srgbClr val="F26B43"/>
          </p15:clr>
        </p15:guide>
        <p15:guide id="2" pos="3839" userDrawn="1">
          <p15:clr>
            <a:srgbClr val="F26B43"/>
          </p15:clr>
        </p15:guide>
        <p15:guide id="4" orient="horz" pos="412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15.wm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pPr eaLnBrk="1" hangingPunct="1"/>
            <a:r>
              <a:rPr lang="en-US" dirty="0" smtClean="0"/>
              <a:t>Use Case Specification Template - Header</a:t>
            </a:r>
          </a:p>
        </p:txBody>
      </p:sp>
      <p:sp>
        <p:nvSpPr>
          <p:cNvPr id="3075" name="Rectangle 3"/>
          <p:cNvSpPr>
            <a:spLocks noGrp="1" noChangeArrowheads="1"/>
          </p:cNvSpPr>
          <p:nvPr>
            <p:ph idx="1"/>
          </p:nvPr>
        </p:nvSpPr>
        <p:spPr/>
        <p:txBody>
          <a:bodyPr/>
          <a:lstStyle/>
          <a:p>
            <a:pPr eaLnBrk="1" hangingPunct="1"/>
            <a:r>
              <a:rPr lang="en-US" sz="2400" dirty="0" smtClean="0"/>
              <a:t>Context of Use  - how often, volume of use</a:t>
            </a:r>
          </a:p>
          <a:p>
            <a:pPr eaLnBrk="1" hangingPunct="1"/>
            <a:r>
              <a:rPr lang="en-US" sz="2400" dirty="0" smtClean="0"/>
              <a:t>Scope   </a:t>
            </a:r>
          </a:p>
          <a:p>
            <a:pPr eaLnBrk="1" hangingPunct="1"/>
            <a:r>
              <a:rPr lang="en-US" sz="2400" dirty="0" smtClean="0"/>
              <a:t>Level  </a:t>
            </a:r>
          </a:p>
          <a:p>
            <a:pPr eaLnBrk="1" hangingPunct="1"/>
            <a:r>
              <a:rPr lang="en-US" sz="2400" dirty="0" smtClean="0"/>
              <a:t>Primary Actor	</a:t>
            </a:r>
          </a:p>
          <a:p>
            <a:pPr eaLnBrk="1" hangingPunct="1"/>
            <a:r>
              <a:rPr lang="en-US" sz="2400" dirty="0" smtClean="0"/>
              <a:t>Secondary Actors</a:t>
            </a:r>
          </a:p>
          <a:p>
            <a:pPr eaLnBrk="1" hangingPunct="1"/>
            <a:r>
              <a:rPr lang="en-US" sz="2400" dirty="0" smtClean="0"/>
              <a:t>Assumptions	</a:t>
            </a:r>
          </a:p>
          <a:p>
            <a:pPr eaLnBrk="1" hangingPunct="1"/>
            <a:r>
              <a:rPr lang="en-US" sz="2400" dirty="0" smtClean="0"/>
              <a:t>Pre-Conditions – what must be true about the data before the use case begins	</a:t>
            </a:r>
          </a:p>
          <a:p>
            <a:pPr eaLnBrk="1" hangingPunct="1"/>
            <a:r>
              <a:rPr lang="en-US" sz="2400" dirty="0" smtClean="0"/>
              <a:t>Post-Conditions – what data has changed after the use case ends.</a:t>
            </a:r>
          </a:p>
          <a:p>
            <a:pPr eaLnBrk="1" hangingPunct="1"/>
            <a:r>
              <a:rPr lang="en-US" sz="2400" dirty="0" smtClean="0"/>
              <a:t>Trigger – the action taken by the primary actor to start the use case</a:t>
            </a:r>
          </a:p>
          <a:p>
            <a:pPr eaLnBrk="1" hangingPunct="1"/>
            <a:r>
              <a:rPr lang="en-US" sz="2400" dirty="0" smtClean="0"/>
              <a:t>Issues List – should be resolved before review/sign off</a:t>
            </a:r>
          </a:p>
          <a:p>
            <a:pPr eaLnBrk="1" hangingPunct="1"/>
            <a:endParaRPr lang="en-US" sz="2700" dirty="0" smtClean="0"/>
          </a:p>
        </p:txBody>
      </p:sp>
      <p:pic>
        <p:nvPicPr>
          <p:cNvPr id="3077" name="Picture 1056"/>
          <p:cNvPicPr>
            <a:picLocks noChangeAspect="1" noChangeArrowheads="1"/>
          </p:cNvPicPr>
          <p:nvPr/>
        </p:nvPicPr>
        <p:blipFill>
          <a:blip r:embed="rId3" cstate="print"/>
          <a:srcRect/>
          <a:stretch>
            <a:fillRect/>
          </a:stretch>
        </p:blipFill>
        <p:spPr bwMode="auto">
          <a:xfrm>
            <a:off x="1674812" y="1997075"/>
            <a:ext cx="605209" cy="365125"/>
          </a:xfrm>
          <a:prstGeom prst="rect">
            <a:avLst/>
          </a:prstGeom>
          <a:noFill/>
          <a:ln w="9525">
            <a:noFill/>
            <a:miter lim="800000"/>
            <a:headEnd/>
            <a:tailEnd/>
          </a:ln>
        </p:spPr>
      </p:pic>
      <p:pic>
        <p:nvPicPr>
          <p:cNvPr id="3078" name="Picture 5"/>
          <p:cNvPicPr>
            <a:picLocks noChangeAspect="1" noChangeArrowheads="1"/>
          </p:cNvPicPr>
          <p:nvPr/>
        </p:nvPicPr>
        <p:blipFill>
          <a:blip r:embed="rId4" cstate="print"/>
          <a:srcRect/>
          <a:stretch>
            <a:fillRect/>
          </a:stretch>
        </p:blipFill>
        <p:spPr bwMode="auto">
          <a:xfrm>
            <a:off x="1598612" y="2392363"/>
            <a:ext cx="829517" cy="427037"/>
          </a:xfrm>
          <a:prstGeom prst="rect">
            <a:avLst/>
          </a:prstGeom>
          <a:noFill/>
          <a:ln w="9525">
            <a:noFill/>
            <a:miter lim="800000"/>
            <a:headEnd/>
            <a:tailEnd/>
          </a:ln>
        </p:spPr>
      </p:pic>
    </p:spTree>
  </p:cSld>
  <p:clrMapOvr>
    <a:masterClrMapping/>
  </p:clrMapOvr>
  <p:transition spd="med" advTm="2110">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03"/>
          <p:cNvSpPr>
            <a:spLocks noGrp="1" noChangeArrowheads="1"/>
          </p:cNvSpPr>
          <p:nvPr>
            <p:ph type="title"/>
          </p:nvPr>
        </p:nvSpPr>
        <p:spPr>
          <a:noFill/>
        </p:spPr>
        <p:txBody>
          <a:bodyPr/>
          <a:lstStyle/>
          <a:p>
            <a:pPr eaLnBrk="1" hangingPunct="1"/>
            <a:r>
              <a:rPr lang="en-US" smtClean="0"/>
              <a:t>Main Success Scenario </a:t>
            </a:r>
          </a:p>
        </p:txBody>
      </p:sp>
      <p:graphicFrame>
        <p:nvGraphicFramePr>
          <p:cNvPr id="7" name="Content Placeholder 6"/>
          <p:cNvGraphicFramePr>
            <a:graphicFrameLocks noGrp="1"/>
          </p:cNvGraphicFramePr>
          <p:nvPr>
            <p:ph idx="1"/>
          </p:nvPr>
        </p:nvGraphicFramePr>
        <p:xfrm>
          <a:off x="531813" y="1524000"/>
          <a:ext cx="11125200" cy="4246880"/>
        </p:xfrm>
        <a:graphic>
          <a:graphicData uri="http://schemas.openxmlformats.org/drawingml/2006/table">
            <a:tbl>
              <a:tblPr firstRow="1" bandRow="1">
                <a:tableStyleId>{5FD0F851-EC5A-4D38-B0AD-8093EC10F338}</a:tableStyleId>
              </a:tblPr>
              <a:tblGrid>
                <a:gridCol w="5562600"/>
                <a:gridCol w="5562600"/>
              </a:tblGrid>
              <a:tr h="370840">
                <a:tc>
                  <a:txBody>
                    <a:bodyPr/>
                    <a:lstStyle/>
                    <a:p>
                      <a:r>
                        <a:rPr lang="en-US" dirty="0" smtClean="0"/>
                        <a:t>What the Actor Does</a:t>
                      </a:r>
                      <a:endParaRPr lang="en-US" dirty="0"/>
                    </a:p>
                  </a:txBody>
                  <a:tcPr/>
                </a:tc>
                <a:tc>
                  <a:txBody>
                    <a:bodyPr/>
                    <a:lstStyle/>
                    <a:p>
                      <a:r>
                        <a:rPr lang="en-US" dirty="0" smtClean="0"/>
                        <a:t>What the System Does</a:t>
                      </a:r>
                      <a:endParaRPr lang="en-US" dirty="0"/>
                    </a:p>
                  </a:txBody>
                  <a:tcPr/>
                </a:tc>
              </a:tr>
              <a:tr h="370840">
                <a:tc>
                  <a:txBody>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dirty="0" smtClean="0"/>
                        <a:t>This use case begins when the &lt;actor&gt; </a:t>
                      </a:r>
                      <a:r>
                        <a:rPr lang="en-US" sz="1800" dirty="0" smtClean="0">
                          <a:solidFill>
                            <a:schemeClr val="tx1"/>
                          </a:solidFill>
                        </a:rPr>
                        <a:t>selects the</a:t>
                      </a:r>
                      <a:r>
                        <a:rPr lang="en-US" sz="1800" baseline="0" dirty="0" smtClean="0">
                          <a:solidFill>
                            <a:schemeClr val="tx1"/>
                          </a:solidFill>
                        </a:rPr>
                        <a:t> option to &lt;use case name</a:t>
                      </a:r>
                      <a:r>
                        <a:rPr lang="en-US" sz="1800" dirty="0" smtClean="0">
                          <a:solidFill>
                            <a:schemeClr val="tx1"/>
                          </a:solidFill>
                        </a:rPr>
                        <a:t>&gt;.</a:t>
                      </a:r>
                      <a:endParaRPr kumimoji="0" lang="en-US" sz="1800" b="0" i="0" u="none" strike="noStrike" cap="none" normalizeH="0" baseline="0" dirty="0" smtClean="0">
                        <a:ln>
                          <a:noFill/>
                        </a:ln>
                        <a:solidFill>
                          <a:schemeClr val="tx1"/>
                        </a:solidFill>
                        <a:effectLst/>
                        <a:latin typeface="Arial" charset="0"/>
                      </a:endParaRPr>
                    </a:p>
                  </a:txBody>
                  <a:tcPr/>
                </a:tc>
                <a:tc>
                  <a:txBody>
                    <a:bodyPr/>
                    <a:lstStyle/>
                    <a:p>
                      <a:pPr marL="342900" indent="-342900">
                        <a:buFont typeface="+mj-lt"/>
                        <a:buAutoNum type="arabicPeriod" startAt="2"/>
                      </a:pPr>
                      <a:r>
                        <a:rPr lang="en-US" dirty="0" smtClean="0"/>
                        <a:t>The system &lt;does</a:t>
                      </a:r>
                      <a:r>
                        <a:rPr lang="en-US" baseline="0" dirty="0" smtClean="0"/>
                        <a:t> something&gt;.</a:t>
                      </a:r>
                      <a:endParaRPr lang="en-US" dirty="0"/>
                    </a:p>
                  </a:txBody>
                  <a:tcPr/>
                </a:tc>
              </a:tr>
              <a:tr h="370840">
                <a:tc>
                  <a:txBody>
                    <a:bodyPr/>
                    <a:lstStyle/>
                    <a:p>
                      <a:pPr marL="342900" indent="-342900">
                        <a:buFont typeface="+mj-lt"/>
                        <a:buAutoNum type="arabicPeriod" startAt="3"/>
                      </a:pPr>
                      <a:r>
                        <a:rPr lang="en-US" dirty="0" smtClean="0"/>
                        <a:t>The &lt;primary actor&gt; &lt;does</a:t>
                      </a:r>
                      <a:r>
                        <a:rPr lang="en-US" baseline="0" dirty="0" smtClean="0"/>
                        <a:t> something&gt;.</a:t>
                      </a:r>
                      <a:endParaRPr lang="en-US" dirty="0"/>
                    </a:p>
                  </a:txBody>
                  <a:tcPr/>
                </a:tc>
                <a:tc>
                  <a:txBody>
                    <a:bodyPr/>
                    <a:lstStyle/>
                    <a:p>
                      <a:pPr marL="342900" marR="0" indent="-342900" algn="l" defTabSz="914400" rtl="0" eaLnBrk="1" fontAlgn="auto" latinLnBrk="0" hangingPunct="1">
                        <a:lnSpc>
                          <a:spcPct val="100000"/>
                        </a:lnSpc>
                        <a:spcBef>
                          <a:spcPts val="0"/>
                        </a:spcBef>
                        <a:spcAft>
                          <a:spcPts val="0"/>
                        </a:spcAft>
                        <a:buClrTx/>
                        <a:buSzTx/>
                        <a:buFont typeface="+mj-lt"/>
                        <a:buAutoNum type="arabicPeriod" startAt="4"/>
                        <a:tabLst/>
                        <a:defRPr/>
                      </a:pPr>
                      <a:r>
                        <a:rPr lang="en-US" dirty="0" smtClean="0"/>
                        <a:t>The system &lt;does</a:t>
                      </a:r>
                      <a:r>
                        <a:rPr lang="en-US" baseline="0" dirty="0" smtClean="0"/>
                        <a:t> something&gt;.</a:t>
                      </a:r>
                      <a:endParaRPr lang="en-US" dirty="0" smtClean="0"/>
                    </a:p>
                  </a:txBody>
                  <a:tcPr/>
                </a:tc>
              </a:tr>
              <a:tr h="370840">
                <a:tc>
                  <a:txBody>
                    <a:bodyPr/>
                    <a:lstStyle/>
                    <a:p>
                      <a:pPr marL="342900" indent="-342900">
                        <a:buFont typeface="+mj-lt"/>
                        <a:buAutoNum type="arabicPeriod" startAt="5"/>
                      </a:pPr>
                      <a:r>
                        <a:rPr lang="en-US" dirty="0" smtClean="0"/>
                        <a:t>The &lt;secondary actor&gt;</a:t>
                      </a:r>
                      <a:r>
                        <a:rPr lang="en-US" baseline="0" dirty="0" smtClean="0"/>
                        <a:t> &lt;does something&gt;.</a:t>
                      </a:r>
                      <a:endParaRPr lang="en-US" dirty="0"/>
                    </a:p>
                  </a:txBody>
                  <a:tcPr/>
                </a:tc>
                <a:tc>
                  <a:txBody>
                    <a:bodyPr/>
                    <a:lstStyle/>
                    <a:p>
                      <a:endParaRPr lang="en-US"/>
                    </a:p>
                  </a:txBody>
                  <a:tcPr/>
                </a:tc>
              </a:tr>
              <a:tr h="370840">
                <a:tc>
                  <a:txBody>
                    <a:bodyPr/>
                    <a:lstStyle/>
                    <a:p>
                      <a:endParaRPr lang="en-US"/>
                    </a:p>
                  </a:txBody>
                  <a:tcPr/>
                </a:tc>
                <a:tc>
                  <a:txBody>
                    <a:bodyPr/>
                    <a:lstStyle/>
                    <a:p>
                      <a:endParaRPr lang="en-US"/>
                    </a:p>
                  </a:txBody>
                  <a:tcPr/>
                </a:tc>
              </a:tr>
              <a:tr h="370840">
                <a:tc>
                  <a:txBody>
                    <a:bodyPr/>
                    <a:lstStyle/>
                    <a:p>
                      <a:endParaRPr lang="en-US"/>
                    </a:p>
                  </a:txBody>
                  <a:tcPr/>
                </a:tc>
                <a:tc>
                  <a:txBody>
                    <a:bodyPr/>
                    <a:lstStyle/>
                    <a:p>
                      <a:endParaRPr lang="en-US"/>
                    </a:p>
                  </a:txBody>
                  <a:tcPr/>
                </a:tc>
              </a:tr>
              <a:tr h="370840">
                <a:tc>
                  <a:txBody>
                    <a:bodyPr/>
                    <a:lstStyle/>
                    <a:p>
                      <a:endParaRPr lang="en-US"/>
                    </a:p>
                  </a:txBody>
                  <a:tcPr/>
                </a:tc>
                <a:tc>
                  <a:txBody>
                    <a:bodyPr/>
                    <a:lstStyle/>
                    <a:p>
                      <a:endParaRPr lang="en-US"/>
                    </a:p>
                  </a:txBody>
                  <a:tcPr/>
                </a:tc>
              </a:tr>
              <a:tr h="370840">
                <a:tc>
                  <a:txBody>
                    <a:bodyPr/>
                    <a:lstStyle/>
                    <a:p>
                      <a:endParaRPr lang="en-US"/>
                    </a:p>
                  </a:txBody>
                  <a:tcPr/>
                </a:tc>
                <a:tc>
                  <a:txBody>
                    <a:bodyPr/>
                    <a:lstStyle/>
                    <a:p>
                      <a:endParaRPr lang="en-US"/>
                    </a:p>
                  </a:txBody>
                  <a:tcPr/>
                </a:tc>
              </a:tr>
              <a:tr h="370840">
                <a:tc>
                  <a:txBody>
                    <a:bodyPr/>
                    <a:lstStyle/>
                    <a:p>
                      <a:endParaRPr lang="en-US"/>
                    </a:p>
                  </a:txBody>
                  <a:tcPr/>
                </a:tc>
                <a:tc>
                  <a:txBody>
                    <a:bodyPr/>
                    <a:lstStyle/>
                    <a:p>
                      <a:endParaRPr lang="en-US"/>
                    </a:p>
                  </a:txBody>
                  <a:tcPr/>
                </a:tc>
              </a:tr>
              <a:tr h="370840">
                <a:tc>
                  <a:txBody>
                    <a:bodyPr/>
                    <a:lstStyle/>
                    <a:p>
                      <a:endParaRPr lang="en-US"/>
                    </a:p>
                  </a:txBody>
                  <a:tcPr/>
                </a:tc>
                <a:tc>
                  <a:txBody>
                    <a:bodyPr/>
                    <a:lstStyle/>
                    <a:p>
                      <a:pPr marL="347472" indent="-347472"/>
                      <a:r>
                        <a:rPr lang="en-US" dirty="0" smtClean="0"/>
                        <a:t>X.    The use case ends when the system &lt;is</a:t>
                      </a:r>
                      <a:r>
                        <a:rPr lang="en-US" baseline="0" dirty="0" smtClean="0"/>
                        <a:t> ready to do it all over again.&gt;</a:t>
                      </a:r>
                      <a:endParaRPr lang="en-US" dirty="0"/>
                    </a:p>
                  </a:txBody>
                  <a:tcPr/>
                </a:tc>
              </a:tr>
            </a:tbl>
          </a:graphicData>
        </a:graphic>
      </p:graphicFrame>
      <p:sp>
        <p:nvSpPr>
          <p:cNvPr id="5" name="Rectangle 4"/>
          <p:cNvSpPr/>
          <p:nvPr/>
        </p:nvSpPr>
        <p:spPr>
          <a:xfrm>
            <a:off x="0" y="0"/>
            <a:ext cx="767896" cy="743712"/>
          </a:xfrm>
          <a:prstGeom prst="rect">
            <a:avLst/>
          </a:prstGeom>
          <a:gradFill flip="none" rotWithShape="1">
            <a:gsLst>
              <a:gs pos="20000">
                <a:srgbClr val="AA0000"/>
              </a:gs>
              <a:gs pos="90000">
                <a:srgbClr val="FF1414"/>
              </a:gs>
            </a:gsLst>
            <a:lin ang="162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lang="en-US"/>
          </a:p>
        </p:txBody>
      </p:sp>
    </p:spTree>
  </p:cSld>
  <p:clrMapOvr>
    <a:masterClrMapping/>
  </p:clrMapOvr>
  <p:transition spd="med">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03"/>
          <p:cNvSpPr>
            <a:spLocks noGrp="1" noChangeArrowheads="1"/>
          </p:cNvSpPr>
          <p:nvPr>
            <p:ph type="title"/>
          </p:nvPr>
        </p:nvSpPr>
        <p:spPr>
          <a:noFill/>
        </p:spPr>
        <p:txBody>
          <a:bodyPr/>
          <a:lstStyle/>
          <a:p>
            <a:pPr eaLnBrk="1" hangingPunct="1"/>
            <a:r>
              <a:rPr lang="en-US" dirty="0" smtClean="0"/>
              <a:t>Alternate Flows</a:t>
            </a:r>
          </a:p>
        </p:txBody>
      </p:sp>
      <p:graphicFrame>
        <p:nvGraphicFramePr>
          <p:cNvPr id="7" name="Content Placeholder 6"/>
          <p:cNvGraphicFramePr>
            <a:graphicFrameLocks noGrp="1"/>
          </p:cNvGraphicFramePr>
          <p:nvPr>
            <p:ph idx="1"/>
          </p:nvPr>
        </p:nvGraphicFramePr>
        <p:xfrm>
          <a:off x="531813" y="1524000"/>
          <a:ext cx="11125200" cy="3235960"/>
        </p:xfrm>
        <a:graphic>
          <a:graphicData uri="http://schemas.openxmlformats.org/drawingml/2006/table">
            <a:tbl>
              <a:tblPr firstRow="1" bandRow="1">
                <a:tableStyleId>{5FD0F851-EC5A-4D38-B0AD-8093EC10F338}</a:tableStyleId>
              </a:tblPr>
              <a:tblGrid>
                <a:gridCol w="5562600"/>
                <a:gridCol w="5562600"/>
              </a:tblGrid>
              <a:tr h="370840">
                <a:tc>
                  <a:txBody>
                    <a:bodyPr/>
                    <a:lstStyle/>
                    <a:p>
                      <a:r>
                        <a:rPr lang="en-US" dirty="0" smtClean="0"/>
                        <a:t>What the Actor Does</a:t>
                      </a:r>
                      <a:endParaRPr lang="en-US" dirty="0"/>
                    </a:p>
                  </a:txBody>
                  <a:tcPr/>
                </a:tc>
                <a:tc>
                  <a:txBody>
                    <a:bodyPr/>
                    <a:lstStyle/>
                    <a:p>
                      <a:r>
                        <a:rPr lang="en-US" dirty="0" smtClean="0"/>
                        <a:t>What the System Does</a:t>
                      </a:r>
                      <a:endParaRPr lang="en-US" dirty="0"/>
                    </a:p>
                  </a:txBody>
                  <a:tcPr/>
                </a:tc>
              </a:tr>
              <a:tr h="370840">
                <a:tc>
                  <a:txBody>
                    <a:bodyPr/>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r>
                        <a:rPr lang="en-US" dirty="0" smtClean="0"/>
                        <a:t>&lt;step altered&gt; &lt;branch letter&gt;  &lt;condition&gt;</a:t>
                      </a:r>
                      <a:endParaRPr kumimoji="0" lang="en-US" sz="1800" b="0" i="0" u="none" strike="noStrike" cap="none" normalizeH="0" baseline="0" dirty="0" smtClean="0">
                        <a:ln>
                          <a:noFill/>
                        </a:ln>
                        <a:solidFill>
                          <a:schemeClr val="tx1"/>
                        </a:solidFill>
                        <a:effectLst/>
                        <a:latin typeface="Arial" charset="0"/>
                      </a:endParaRPr>
                    </a:p>
                  </a:txBody>
                  <a:tcPr/>
                </a:tc>
                <a:tc>
                  <a:txBody>
                    <a:bodyPr/>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r>
                        <a:rPr lang="en-US" dirty="0" smtClean="0"/>
                        <a:t>&lt;step altered&gt; &lt;branch letter&gt;  &lt;step number&gt;.&lt;action</a:t>
                      </a:r>
                      <a:r>
                        <a:rPr lang="en-US" baseline="0" dirty="0" smtClean="0"/>
                        <a:t> or sub-use case&gt;</a:t>
                      </a:r>
                      <a:endParaRPr kumimoji="0" lang="en-US" sz="1800" b="0" i="0" u="none" strike="noStrike" cap="none" normalizeH="0" baseline="0" dirty="0" smtClean="0">
                        <a:ln>
                          <a:noFill/>
                        </a:ln>
                        <a:solidFill>
                          <a:schemeClr val="tx1"/>
                        </a:solidFill>
                        <a:effectLst/>
                        <a:latin typeface="Arial" charset="0"/>
                      </a:endParaRPr>
                    </a:p>
                  </a:txBody>
                  <a:tcPr/>
                </a:tc>
              </a:tr>
              <a:tr h="370840">
                <a:tc>
                  <a:txBody>
                    <a:bodyPr/>
                    <a:lstStyle/>
                    <a:p>
                      <a:pPr marL="342900" indent="-342900">
                        <a:buFont typeface="+mj-lt"/>
                        <a:buNone/>
                      </a:pPr>
                      <a:endParaRPr lang="en-US" dirty="0"/>
                    </a:p>
                  </a:txBody>
                  <a:tcPr/>
                </a:tc>
                <a:tc>
                  <a:txBody>
                    <a:bodyPr/>
                    <a:lstStyle/>
                    <a:p>
                      <a:pPr marL="342900" marR="0" indent="-342900" algn="l" defTabSz="914400" rtl="0" eaLnBrk="1" fontAlgn="auto" latinLnBrk="0" hangingPunct="1">
                        <a:lnSpc>
                          <a:spcPct val="100000"/>
                        </a:lnSpc>
                        <a:spcBef>
                          <a:spcPts val="0"/>
                        </a:spcBef>
                        <a:spcAft>
                          <a:spcPts val="0"/>
                        </a:spcAft>
                        <a:buClrTx/>
                        <a:buSzTx/>
                        <a:buFont typeface="+mj-lt"/>
                        <a:buNone/>
                        <a:tabLst/>
                        <a:defRPr/>
                      </a:pPr>
                      <a:endParaRPr lang="en-US" dirty="0" smtClean="0"/>
                    </a:p>
                  </a:txBody>
                  <a:tcPr/>
                </a:tc>
              </a:tr>
              <a:tr h="370840">
                <a:tc>
                  <a:txBody>
                    <a:bodyPr/>
                    <a:lstStyle/>
                    <a:p>
                      <a:pPr marL="342900" indent="-342900">
                        <a:buFont typeface="+mj-lt"/>
                        <a:buNone/>
                      </a:pPr>
                      <a:endParaRPr lang="en-US" dirty="0"/>
                    </a:p>
                  </a:txBody>
                  <a:tcPr/>
                </a:tc>
                <a:tc>
                  <a:txBody>
                    <a:bodyPr/>
                    <a:lstStyle/>
                    <a:p>
                      <a:endParaRPr lang="en-US"/>
                    </a:p>
                  </a:txBody>
                  <a:tcPr/>
                </a:tc>
              </a:tr>
              <a:tr h="370840">
                <a:tc>
                  <a:txBody>
                    <a:bodyPr/>
                    <a:lstStyle/>
                    <a:p>
                      <a:endParaRPr lang="en-US"/>
                    </a:p>
                  </a:txBody>
                  <a:tcPr/>
                </a:tc>
                <a:tc>
                  <a:txBody>
                    <a:bodyPr/>
                    <a:lstStyle/>
                    <a:p>
                      <a:endParaRPr lang="en-US"/>
                    </a:p>
                  </a:txBody>
                  <a:tcPr/>
                </a:tc>
              </a:tr>
              <a:tr h="370840">
                <a:tc>
                  <a:txBody>
                    <a:bodyPr/>
                    <a:lstStyle/>
                    <a:p>
                      <a:endParaRPr lang="en-US"/>
                    </a:p>
                  </a:txBody>
                  <a:tcPr/>
                </a:tc>
                <a:tc>
                  <a:txBody>
                    <a:bodyPr/>
                    <a:lstStyle/>
                    <a:p>
                      <a:endParaRPr lang="en-US"/>
                    </a:p>
                  </a:txBody>
                  <a:tcPr/>
                </a:tc>
              </a:tr>
              <a:tr h="370840">
                <a:tc>
                  <a:txBody>
                    <a:bodyPr/>
                    <a:lstStyle/>
                    <a:p>
                      <a:endParaRPr lang="en-US" dirty="0"/>
                    </a:p>
                  </a:txBody>
                  <a:tcPr/>
                </a:tc>
                <a:tc>
                  <a:txBody>
                    <a:bodyPr/>
                    <a:lstStyle/>
                    <a:p>
                      <a:endParaRPr lang="en-US"/>
                    </a:p>
                  </a:txBody>
                  <a:tcPr/>
                </a:tc>
              </a:tr>
              <a:tr h="370840">
                <a:tc>
                  <a:txBody>
                    <a:bodyPr/>
                    <a:lstStyle/>
                    <a:p>
                      <a:endParaRPr lang="en-US"/>
                    </a:p>
                  </a:txBody>
                  <a:tcPr/>
                </a:tc>
                <a:tc>
                  <a:txBody>
                    <a:bodyPr/>
                    <a:lstStyle/>
                    <a:p>
                      <a:endParaRPr lang="en-US" dirty="0"/>
                    </a:p>
                  </a:txBody>
                  <a:tcPr/>
                </a:tc>
              </a:tr>
            </a:tbl>
          </a:graphicData>
        </a:graphic>
      </p:graphicFrame>
      <p:sp>
        <p:nvSpPr>
          <p:cNvPr id="5" name="Rectangle 4"/>
          <p:cNvSpPr/>
          <p:nvPr/>
        </p:nvSpPr>
        <p:spPr>
          <a:xfrm>
            <a:off x="0" y="0"/>
            <a:ext cx="767896" cy="743712"/>
          </a:xfrm>
          <a:prstGeom prst="rect">
            <a:avLst/>
          </a:prstGeom>
          <a:gradFill flip="none" rotWithShape="1">
            <a:gsLst>
              <a:gs pos="20000">
                <a:srgbClr val="AA0000"/>
              </a:gs>
              <a:gs pos="90000">
                <a:srgbClr val="FF1414"/>
              </a:gs>
            </a:gsLst>
            <a:lin ang="162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lang="en-US"/>
          </a:p>
        </p:txBody>
      </p:sp>
      <p:sp>
        <p:nvSpPr>
          <p:cNvPr id="6" name="TextBox 5"/>
          <p:cNvSpPr txBox="1"/>
          <p:nvPr/>
        </p:nvSpPr>
        <p:spPr>
          <a:xfrm>
            <a:off x="531812" y="5105400"/>
            <a:ext cx="6934200" cy="914400"/>
          </a:xfrm>
          <a:prstGeom prst="rect">
            <a:avLst/>
          </a:prstGeom>
          <a:noFill/>
        </p:spPr>
        <p:txBody>
          <a:bodyPr wrap="square" lIns="0" tIns="0" rIns="0" bIns="0" rtlCol="0">
            <a:noAutofit/>
          </a:bodyPr>
          <a:lstStyle/>
          <a:p>
            <a:r>
              <a:rPr lang="en-US" sz="2000" dirty="0" smtClean="0"/>
              <a:t>Alternate Flow Scenarios Post-Condition(s)</a:t>
            </a:r>
          </a:p>
          <a:p>
            <a:pPr>
              <a:buFont typeface="Arial" pitchFamily="34" charset="0"/>
              <a:buChar char="•"/>
            </a:pPr>
            <a:r>
              <a:rPr lang="en-US" sz="2000" dirty="0" smtClean="0"/>
              <a:t>Condition 1</a:t>
            </a:r>
          </a:p>
          <a:p>
            <a:pPr>
              <a:buFont typeface="Arial" pitchFamily="34" charset="0"/>
              <a:buChar char="•"/>
            </a:pPr>
            <a:r>
              <a:rPr lang="en-US" sz="2000" dirty="0" smtClean="0"/>
              <a:t>Condition 2</a:t>
            </a:r>
          </a:p>
          <a:p>
            <a:pPr>
              <a:lnSpc>
                <a:spcPct val="90000"/>
              </a:lnSpc>
            </a:pPr>
            <a:endParaRPr lang="en-US" dirty="0"/>
          </a:p>
        </p:txBody>
      </p:sp>
    </p:spTree>
  </p:cSld>
  <p:clrMapOvr>
    <a:masterClrMapping/>
  </p:clrMapOvr>
  <p:transition spd="med">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03"/>
          <p:cNvSpPr>
            <a:spLocks noGrp="1" noChangeArrowheads="1"/>
          </p:cNvSpPr>
          <p:nvPr>
            <p:ph type="title"/>
          </p:nvPr>
        </p:nvSpPr>
        <p:spPr>
          <a:noFill/>
        </p:spPr>
        <p:txBody>
          <a:bodyPr/>
          <a:lstStyle/>
          <a:p>
            <a:pPr eaLnBrk="1" hangingPunct="1"/>
            <a:r>
              <a:rPr lang="en-US" dirty="0" smtClean="0"/>
              <a:t>Exception Flows</a:t>
            </a:r>
          </a:p>
        </p:txBody>
      </p:sp>
      <p:graphicFrame>
        <p:nvGraphicFramePr>
          <p:cNvPr id="7" name="Content Placeholder 6"/>
          <p:cNvGraphicFramePr>
            <a:graphicFrameLocks noGrp="1"/>
          </p:cNvGraphicFramePr>
          <p:nvPr>
            <p:ph idx="1"/>
          </p:nvPr>
        </p:nvGraphicFramePr>
        <p:xfrm>
          <a:off x="531813" y="1524000"/>
          <a:ext cx="11125200" cy="3235960"/>
        </p:xfrm>
        <a:graphic>
          <a:graphicData uri="http://schemas.openxmlformats.org/drawingml/2006/table">
            <a:tbl>
              <a:tblPr firstRow="1" bandRow="1">
                <a:tableStyleId>{5FD0F851-EC5A-4D38-B0AD-8093EC10F338}</a:tableStyleId>
              </a:tblPr>
              <a:tblGrid>
                <a:gridCol w="5562600"/>
                <a:gridCol w="5562600"/>
              </a:tblGrid>
              <a:tr h="370840">
                <a:tc>
                  <a:txBody>
                    <a:bodyPr/>
                    <a:lstStyle/>
                    <a:p>
                      <a:r>
                        <a:rPr lang="en-US" dirty="0" smtClean="0"/>
                        <a:t>What the Actor Does</a:t>
                      </a:r>
                      <a:endParaRPr lang="en-US" dirty="0"/>
                    </a:p>
                  </a:txBody>
                  <a:tcPr/>
                </a:tc>
                <a:tc>
                  <a:txBody>
                    <a:bodyPr/>
                    <a:lstStyle/>
                    <a:p>
                      <a:r>
                        <a:rPr lang="en-US" dirty="0" smtClean="0"/>
                        <a:t>What the System Does</a:t>
                      </a:r>
                      <a:endParaRPr lang="en-US" dirty="0"/>
                    </a:p>
                  </a:txBody>
                  <a:tcPr/>
                </a:tc>
              </a:tr>
              <a:tr h="370840">
                <a:tc>
                  <a:txBody>
                    <a:bodyPr/>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r>
                        <a:rPr lang="en-US" dirty="0" smtClean="0"/>
                        <a:t>&lt;step altered&gt; &lt;branch letter&gt;  &lt;condition&gt;</a:t>
                      </a:r>
                      <a:endParaRPr kumimoji="0" lang="en-US" sz="1800" b="0" i="0" u="none" strike="noStrike" cap="none" normalizeH="0" baseline="0" dirty="0" smtClean="0">
                        <a:ln>
                          <a:noFill/>
                        </a:ln>
                        <a:solidFill>
                          <a:schemeClr val="tx1"/>
                        </a:solidFill>
                        <a:effectLst/>
                        <a:latin typeface="Arial" charset="0"/>
                      </a:endParaRPr>
                    </a:p>
                  </a:txBody>
                  <a:tcPr/>
                </a:tc>
                <a:tc>
                  <a:txBody>
                    <a:bodyPr/>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r>
                        <a:rPr lang="en-US" dirty="0" smtClean="0"/>
                        <a:t>&lt;step altered&gt; &lt;branch letter&gt;  &lt;step number&gt;.&lt;action</a:t>
                      </a:r>
                      <a:r>
                        <a:rPr lang="en-US" baseline="0" dirty="0" smtClean="0"/>
                        <a:t> or sub-use case&gt;</a:t>
                      </a:r>
                      <a:endParaRPr kumimoji="0" lang="en-US" sz="1800" b="0" i="0" u="none" strike="noStrike" cap="none" normalizeH="0" baseline="0" dirty="0" smtClean="0">
                        <a:ln>
                          <a:noFill/>
                        </a:ln>
                        <a:solidFill>
                          <a:schemeClr val="tx1"/>
                        </a:solidFill>
                        <a:effectLst/>
                        <a:latin typeface="Arial" charset="0"/>
                      </a:endParaRPr>
                    </a:p>
                  </a:txBody>
                  <a:tcPr/>
                </a:tc>
              </a:tr>
              <a:tr h="370840">
                <a:tc>
                  <a:txBody>
                    <a:bodyPr/>
                    <a:lstStyle/>
                    <a:p>
                      <a:pPr marL="342900" indent="-342900">
                        <a:buFont typeface="+mj-lt"/>
                        <a:buNone/>
                      </a:pPr>
                      <a:endParaRPr lang="en-US" dirty="0"/>
                    </a:p>
                  </a:txBody>
                  <a:tcPr/>
                </a:tc>
                <a:tc>
                  <a:txBody>
                    <a:bodyPr/>
                    <a:lstStyle/>
                    <a:p>
                      <a:pPr marL="342900" marR="0" indent="-342900" algn="l" defTabSz="914400" rtl="0" eaLnBrk="1" fontAlgn="auto" latinLnBrk="0" hangingPunct="1">
                        <a:lnSpc>
                          <a:spcPct val="100000"/>
                        </a:lnSpc>
                        <a:spcBef>
                          <a:spcPts val="0"/>
                        </a:spcBef>
                        <a:spcAft>
                          <a:spcPts val="0"/>
                        </a:spcAft>
                        <a:buClrTx/>
                        <a:buSzTx/>
                        <a:buFont typeface="+mj-lt"/>
                        <a:buNone/>
                        <a:tabLst/>
                        <a:defRPr/>
                      </a:pPr>
                      <a:endParaRPr lang="en-US" dirty="0" smtClean="0"/>
                    </a:p>
                  </a:txBody>
                  <a:tcPr/>
                </a:tc>
              </a:tr>
              <a:tr h="370840">
                <a:tc>
                  <a:txBody>
                    <a:bodyPr/>
                    <a:lstStyle/>
                    <a:p>
                      <a:pPr marL="342900" indent="-342900">
                        <a:buFont typeface="+mj-lt"/>
                        <a:buNone/>
                      </a:pPr>
                      <a:endParaRPr lang="en-US" dirty="0"/>
                    </a:p>
                  </a:txBody>
                  <a:tcPr/>
                </a:tc>
                <a:tc>
                  <a:txBody>
                    <a:bodyPr/>
                    <a:lstStyle/>
                    <a:p>
                      <a:endParaRPr lang="en-US"/>
                    </a:p>
                  </a:txBody>
                  <a:tcPr/>
                </a:tc>
              </a:tr>
              <a:tr h="370840">
                <a:tc>
                  <a:txBody>
                    <a:bodyPr/>
                    <a:lstStyle/>
                    <a:p>
                      <a:endParaRPr lang="en-US"/>
                    </a:p>
                  </a:txBody>
                  <a:tcPr/>
                </a:tc>
                <a:tc>
                  <a:txBody>
                    <a:bodyPr/>
                    <a:lstStyle/>
                    <a:p>
                      <a:endParaRPr lang="en-US"/>
                    </a:p>
                  </a:txBody>
                  <a:tcPr/>
                </a:tc>
              </a:tr>
              <a:tr h="370840">
                <a:tc>
                  <a:txBody>
                    <a:bodyPr/>
                    <a:lstStyle/>
                    <a:p>
                      <a:endParaRPr lang="en-US"/>
                    </a:p>
                  </a:txBody>
                  <a:tcPr/>
                </a:tc>
                <a:tc>
                  <a:txBody>
                    <a:bodyPr/>
                    <a:lstStyle/>
                    <a:p>
                      <a:endParaRPr lang="en-US"/>
                    </a:p>
                  </a:txBody>
                  <a:tcPr/>
                </a:tc>
              </a:tr>
              <a:tr h="370840">
                <a:tc>
                  <a:txBody>
                    <a:bodyPr/>
                    <a:lstStyle/>
                    <a:p>
                      <a:endParaRPr lang="en-US" dirty="0"/>
                    </a:p>
                  </a:txBody>
                  <a:tcPr/>
                </a:tc>
                <a:tc>
                  <a:txBody>
                    <a:bodyPr/>
                    <a:lstStyle/>
                    <a:p>
                      <a:endParaRPr lang="en-US"/>
                    </a:p>
                  </a:txBody>
                  <a:tcPr/>
                </a:tc>
              </a:tr>
              <a:tr h="370840">
                <a:tc>
                  <a:txBody>
                    <a:bodyPr/>
                    <a:lstStyle/>
                    <a:p>
                      <a:endParaRPr lang="en-US"/>
                    </a:p>
                  </a:txBody>
                  <a:tcPr/>
                </a:tc>
                <a:tc>
                  <a:txBody>
                    <a:bodyPr/>
                    <a:lstStyle/>
                    <a:p>
                      <a:endParaRPr lang="en-US" dirty="0"/>
                    </a:p>
                  </a:txBody>
                  <a:tcPr/>
                </a:tc>
              </a:tr>
            </a:tbl>
          </a:graphicData>
        </a:graphic>
      </p:graphicFrame>
      <p:sp>
        <p:nvSpPr>
          <p:cNvPr id="5" name="Rectangle 4"/>
          <p:cNvSpPr/>
          <p:nvPr/>
        </p:nvSpPr>
        <p:spPr>
          <a:xfrm>
            <a:off x="0" y="0"/>
            <a:ext cx="767896" cy="743712"/>
          </a:xfrm>
          <a:prstGeom prst="rect">
            <a:avLst/>
          </a:prstGeom>
          <a:gradFill flip="none" rotWithShape="1">
            <a:gsLst>
              <a:gs pos="20000">
                <a:srgbClr val="AA0000"/>
              </a:gs>
              <a:gs pos="90000">
                <a:srgbClr val="FF1414"/>
              </a:gs>
            </a:gsLst>
            <a:lin ang="162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lang="en-US"/>
          </a:p>
        </p:txBody>
      </p:sp>
      <p:sp>
        <p:nvSpPr>
          <p:cNvPr id="6" name="TextBox 5"/>
          <p:cNvSpPr txBox="1"/>
          <p:nvPr/>
        </p:nvSpPr>
        <p:spPr>
          <a:xfrm>
            <a:off x="531812" y="5105400"/>
            <a:ext cx="6934200" cy="914400"/>
          </a:xfrm>
          <a:prstGeom prst="rect">
            <a:avLst/>
          </a:prstGeom>
          <a:noFill/>
        </p:spPr>
        <p:txBody>
          <a:bodyPr wrap="square" lIns="0" tIns="0" rIns="0" bIns="0" rtlCol="0">
            <a:noAutofit/>
          </a:bodyPr>
          <a:lstStyle/>
          <a:p>
            <a:r>
              <a:rPr lang="en-US" sz="2000" dirty="0" err="1" smtClean="0"/>
              <a:t>ExceptionFlow</a:t>
            </a:r>
            <a:r>
              <a:rPr lang="en-US" sz="2000" dirty="0" smtClean="0"/>
              <a:t> Scenarios Post-Condition(s)</a:t>
            </a:r>
          </a:p>
          <a:p>
            <a:pPr>
              <a:buFont typeface="Arial" pitchFamily="34" charset="0"/>
              <a:buChar char="•"/>
            </a:pPr>
            <a:r>
              <a:rPr lang="en-US" sz="2000" dirty="0" smtClean="0"/>
              <a:t>Condition 1</a:t>
            </a:r>
          </a:p>
          <a:p>
            <a:pPr>
              <a:buFont typeface="Arial" pitchFamily="34" charset="0"/>
              <a:buChar char="•"/>
            </a:pPr>
            <a:r>
              <a:rPr lang="en-US" sz="2000" dirty="0" smtClean="0"/>
              <a:t>Condition 2</a:t>
            </a:r>
          </a:p>
          <a:p>
            <a:pPr>
              <a:lnSpc>
                <a:spcPct val="90000"/>
              </a:lnSpc>
            </a:pPr>
            <a:endParaRPr lang="en-US" dirty="0"/>
          </a:p>
        </p:txBody>
      </p:sp>
    </p:spTree>
  </p:cSld>
  <p:clrMapOvr>
    <a:masterClrMapping/>
  </p:clrMapOvr>
  <p:transition spd="med">
    <p:fade/>
  </p:transition>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blank">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5"/>
        </a:solidFill>
        <a:ln w="19050">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lnSpc>
            <a:spcPct val="90000"/>
          </a:lnSpc>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accent5"/>
          </a:solidFill>
          <a:miter lim="800000"/>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90000"/>
          </a:lnSpc>
          <a:defRPr/>
        </a:defPPr>
      </a:lstStyle>
    </a:txDef>
  </a:objectDefaults>
  <a:extraClrSchemeLst/>
  <a:extLst>
    <a:ext uri="{05A4C25C-085E-4340-85A3-A5531E510DB2}">
      <thm15:themeFamily xmlns:thm15="http://schemas.microsoft.com/office/thememl/2012/main" xmlns="" name="Oracle_16x9_2014_521" id="{11138A86-4CFD-4AAE-84ED-85FDB159739F}" vid="{ADD436DE-0EC9-4932-BD4C-5E9FA04FA01B}"/>
    </a:ext>
  </a:extLst>
</a:theme>
</file>

<file path=ppt/theme/theme2.xml><?xml version="1.0" encoding="utf-8"?>
<a:theme xmlns:a="http://schemas.openxmlformats.org/drawingml/2006/main" name="Office Theme">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blank</Template>
  <TotalTime>19</TotalTime>
  <Words>561</Words>
  <Application>Microsoft Office PowerPoint</Application>
  <PresentationFormat>Custom</PresentationFormat>
  <Paragraphs>68</Paragraphs>
  <Slides>4</Slides>
  <Notes>4</Notes>
  <HiddenSlides>0</HiddenSlides>
  <MMClips>0</MMClips>
  <ScaleCrop>false</ScaleCrop>
  <HeadingPairs>
    <vt:vector size="4" baseType="variant">
      <vt:variant>
        <vt:lpstr>Theme</vt:lpstr>
      </vt:variant>
      <vt:variant>
        <vt:i4>1</vt:i4>
      </vt:variant>
      <vt:variant>
        <vt:lpstr>Slide Titles</vt:lpstr>
      </vt:variant>
      <vt:variant>
        <vt:i4>4</vt:i4>
      </vt:variant>
    </vt:vector>
  </HeadingPairs>
  <TitlesOfParts>
    <vt:vector size="5" baseType="lpstr">
      <vt:lpstr>blank</vt:lpstr>
      <vt:lpstr>Use Case Specification Template - Header</vt:lpstr>
      <vt:lpstr>Main Success Scenario </vt:lpstr>
      <vt:lpstr>Alternate Flows</vt:lpstr>
      <vt:lpstr>Exception Flows</vt:lpstr>
    </vt:vector>
  </TitlesOfParts>
  <Company>Oracle Corporation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RA.024 Use Case Specification</dc:title>
  <dc:creator>Oracle Global Methods</dc:creator>
  <cp:keywords>OUM</cp:keywords>
  <dc:description>Copyright © 2014 Oracle and/or its affiliates.  All rights reserved.</dc:description>
  <cp:lastModifiedBy>masander</cp:lastModifiedBy>
  <cp:revision>5</cp:revision>
  <dcterms:created xsi:type="dcterms:W3CDTF">2014-06-17T19:24:55Z</dcterms:created>
  <dcterms:modified xsi:type="dcterms:W3CDTF">2014-06-18T14:22:54Z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2343037</vt:lpwstr>
  </property>
  <property fmtid="{D5CDD505-2E9C-101B-9397-08002B2CF9AE}" pid="3" name="NXPowerLiteSettings">
    <vt:lpwstr>F98007B004F000</vt:lpwstr>
  </property>
  <property fmtid="{D5CDD505-2E9C-101B-9397-08002B2CF9AE}" pid="4" name="NXPowerLiteVersion">
    <vt:lpwstr>D5.0.2</vt:lpwstr>
  </property>
</Properties>
</file>