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slideLayouts/slideLayout28.xml" ContentType="application/vnd.openxmlformats-officedocument.presentationml.slideLayout+xml"/>
  <Override PartName="/ppt/slideLayouts/slideLayout37.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15.xml" ContentType="application/vnd.openxmlformats-officedocument.presentationml.slideLayout+xml"/>
  <Override PartName="/ppt/slideLayouts/slideLayout26.xml" ContentType="application/vnd.openxmlformats-officedocument.presentationml.slideLayout+xml"/>
  <Override PartName="/ppt/slideLayouts/slideLayout35.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slideLayouts/slideLayout22.xml" ContentType="application/vnd.openxmlformats-officedocument.presentationml.slideLayout+xml"/>
  <Override PartName="/ppt/slideLayouts/slideLayout24.xml" ContentType="application/vnd.openxmlformats-officedocument.presentationml.slideLayout+xml"/>
  <Override PartName="/ppt/slideLayouts/slideLayout33.xml" ContentType="application/vnd.openxmlformats-officedocument.presentationml.slideLayout+xml"/>
  <Override PartName="/ppt/slides/slide10.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20.xml" ContentType="application/vnd.openxmlformats-officedocument.presentationml.slideLayout+xml"/>
  <Override PartName="/ppt/slideLayouts/slideLayout31.xml" ContentType="application/vnd.openxmlformats-officedocument.presentationml.slideLayout+xml"/>
  <Override PartName="/docProps/custom.xml" ContentType="application/vnd.openxmlformats-officedocument.custom-properties+xml"/>
  <Override PartName="/ppt/notesSlides/notesSlide9.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docProps/core.xml" ContentType="application/vnd.openxmlformats-package.core-properties+xml"/>
  <Override PartName="/ppt/slides/slide5.xml" ContentType="application/vnd.openxmlformats-officedocument.presentationml.slide+xml"/>
  <Override PartName="/ppt/slideLayouts/slideLayout7.xml" ContentType="application/vnd.openxmlformats-officedocument.presentationml.slideLayout+xml"/>
  <Override PartName="/ppt/slideLayouts/slideLayout29.xml" ContentType="application/vnd.openxmlformats-officedocument.presentationml.slideLayout+xml"/>
  <Override PartName="/ppt/slideLayouts/slideLayout38.xml" ContentType="application/vnd.openxmlformats-officedocument.presentationml.slideLayout+xml"/>
  <Default Extension="png" ContentType="image/png"/>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Layouts/slideLayout18.xml" ContentType="application/vnd.openxmlformats-officedocument.presentationml.slideLayout+xml"/>
  <Override PartName="/ppt/slideLayouts/slideLayout27.xml" ContentType="application/vnd.openxmlformats-officedocument.presentationml.slideLayout+xml"/>
  <Override PartName="/ppt/slideLayouts/slideLayout3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Layouts/slideLayout3.xml" ContentType="application/vnd.openxmlformats-officedocument.presentationml.slideLayout+xml"/>
  <Override PartName="/ppt/slideLayouts/slideLayout16.xml" ContentType="application/vnd.openxmlformats-officedocument.presentationml.slideLayout+xml"/>
  <Override PartName="/ppt/slideLayouts/slideLayout25.xml" ContentType="application/vnd.openxmlformats-officedocument.presentationml.slideLayout+xml"/>
  <Override PartName="/ppt/slideLayouts/slideLayout34.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tags/tag1.xml" ContentType="application/vnd.openxmlformats-officedocument.presentationml.tags+xml"/>
  <Override PartName="/ppt/slideLayouts/slideLayout1.xml" ContentType="application/vnd.openxmlformats-officedocument.presentationml.slideLayout+xml"/>
  <Override PartName="/ppt/slideLayouts/slideLayout14.xml" ContentType="application/vnd.openxmlformats-officedocument.presentationml.slideLayout+xml"/>
  <Override PartName="/ppt/slideLayouts/slideLayout23.xml" ContentType="application/vnd.openxmlformats-officedocument.presentationml.slideLayout+xml"/>
  <Override PartName="/ppt/slideLayouts/slideLayout32.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Layouts/slideLayout12.xml" ContentType="application/vnd.openxmlformats-officedocument.presentationml.slideLayout+xml"/>
  <Override PartName="/ppt/slideLayouts/slideLayout21.xml" ContentType="application/vnd.openxmlformats-officedocument.presentationml.slideLayout+xml"/>
  <Override PartName="/ppt/slideLayouts/slideLayout30.xml" ContentType="application/vnd.openxmlformats-officedocument.presentationml.slideLayout+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11.xml" ContentType="application/vnd.openxmlformats-officedocument.presentationml.notes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handoutMasterIdLst>
    <p:handoutMasterId r:id="rId17"/>
  </p:handoutMasterIdLst>
  <p:sldIdLst>
    <p:sldId id="354" r:id="rId2"/>
    <p:sldId id="258" r:id="rId3"/>
    <p:sldId id="372" r:id="rId4"/>
    <p:sldId id="373" r:id="rId5"/>
    <p:sldId id="391" r:id="rId6"/>
    <p:sldId id="376" r:id="rId7"/>
    <p:sldId id="392" r:id="rId8"/>
    <p:sldId id="393" r:id="rId9"/>
    <p:sldId id="394" r:id="rId10"/>
    <p:sldId id="395" r:id="rId11"/>
    <p:sldId id="396" r:id="rId12"/>
    <p:sldId id="397" r:id="rId13"/>
    <p:sldId id="398" r:id="rId14"/>
    <p:sldId id="289" r:id="rId15"/>
  </p:sldIdLst>
  <p:sldSz cx="12188825" cy="6858000"/>
  <p:notesSz cx="6858000" cy="9144000"/>
  <p:custDataLst>
    <p:tags r:id="rId18"/>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7" pos="335">
          <p15:clr>
            <a:srgbClr val="A4A3A4"/>
          </p15:clr>
        </p15:guide>
      </p15:sldGuideLst>
    </p:ext>
    <p:ext uri="{2D200454-40CA-4A62-9FC3-DE9A4176ACB9}">
      <p15:notesGuideLst xmlns:p15="http://schemas.microsoft.com/office/powerpoint/2012/main" xmlns="">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clrMru>
    <a:srgbClr val="FFFFCC"/>
    <a:srgbClr val="000000"/>
    <a:srgbClr val="7F7F7F"/>
  </p:clrMru>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FD0F851-EC5A-4D38-B0AD-8093EC10F338}">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1760" autoAdjust="0"/>
  </p:normalViewPr>
  <p:slideViewPr>
    <p:cSldViewPr>
      <p:cViewPr varScale="1">
        <p:scale>
          <a:sx n="71" d="100"/>
          <a:sy n="71" d="100"/>
        </p:scale>
        <p:origin x="-1290" y="-102"/>
      </p:cViewPr>
      <p:guideLst>
        <p:guide orient="horz" pos="2160"/>
        <p:guide pos="335"/>
      </p:guideLst>
    </p:cSldViewPr>
  </p:slideViewPr>
  <p:outlineViewPr>
    <p:cViewPr>
      <p:scale>
        <a:sx n="33" d="100"/>
        <a:sy n="33" d="100"/>
      </p:scale>
      <p:origin x="0" y="-10368"/>
    </p:cViewPr>
  </p:outlineViewPr>
  <p:notesTextViewPr>
    <p:cViewPr>
      <p:scale>
        <a:sx n="1" d="1"/>
        <a:sy n="1" d="1"/>
      </p:scale>
      <p:origin x="0" y="0"/>
    </p:cViewPr>
  </p:notesTextViewPr>
  <p:sorterViewPr>
    <p:cViewPr>
      <p:scale>
        <a:sx n="31" d="100"/>
        <a:sy n="31" d="100"/>
      </p:scale>
      <p:origin x="0" y="0"/>
    </p:cViewPr>
  </p:sorterViewPr>
  <p:notesViewPr>
    <p:cSldViewPr>
      <p:cViewPr varScale="1">
        <p:scale>
          <a:sx n="83" d="100"/>
          <a:sy n="83" d="100"/>
        </p:scale>
        <p:origin x="-3156" y="-78"/>
      </p:cViewPr>
      <p:guideLst>
        <p:guide orient="horz" pos="2880"/>
        <p:guide pos="2160"/>
      </p:guideLst>
    </p:cSldViewPr>
  </p:notes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gs" Target="tags/tag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oleObject" Target="file:///C:\Kunder\Nets\SOA%20maturity%20assessment\Lossi%20Assessment\Results%20LOSSI%20assessment\SOA%20Maturity%20Model%20Capabilities.xlsm" TargetMode="External"/></Relationships>
</file>

<file path=ppt/charts/chart1.xml><?xml version="1.0" encoding="utf-8"?>
<c:chartSpace xmlns:c="http://schemas.openxmlformats.org/drawingml/2006/chart" xmlns:a="http://schemas.openxmlformats.org/drawingml/2006/main" xmlns:r="http://schemas.openxmlformats.org/officeDocument/2006/relationships">
  <c:date1904 val="1"/>
  <c:lang val="en-US"/>
  <c:style val="26"/>
  <c:chart>
    <c:autoTitleDeleted val="1"/>
    <c:plotArea>
      <c:layout>
        <c:manualLayout>
          <c:layoutTarget val="inner"/>
          <c:xMode val="edge"/>
          <c:yMode val="edge"/>
          <c:x val="0.22635919801572421"/>
          <c:y val="0.27840826348319381"/>
          <c:w val="0.34212489482999692"/>
          <c:h val="0.58766050138160142"/>
        </c:manualLayout>
      </c:layout>
      <c:radarChart>
        <c:radarStyle val="marker"/>
        <c:ser>
          <c:idx val="1"/>
          <c:order val="0"/>
          <c:tx>
            <c:strRef>
              <c:f>SpiderGraph!$A$16</c:f>
              <c:strCache>
                <c:ptCount val="1"/>
                <c:pt idx="0">
                  <c:v>Current Maturity</c:v>
                </c:pt>
              </c:strCache>
            </c:strRef>
          </c:tx>
          <c:spPr>
            <a:ln w="25400">
              <a:solidFill>
                <a:srgbClr val="2506E0"/>
              </a:solidFill>
            </a:ln>
          </c:spPr>
          <c:marker>
            <c:symbol val="none"/>
          </c:marker>
          <c:cat>
            <c:strRef>
              <c:f>SpiderGraph!$A$6:$A$13</c:f>
              <c:strCache>
                <c:ptCount val="8"/>
                <c:pt idx="0">
                  <c:v>Business &amp; Strategy</c:v>
                </c:pt>
                <c:pt idx="1">
                  <c:v>Architecture</c:v>
                </c:pt>
                <c:pt idx="2">
                  <c:v>Infrastructure</c:v>
                </c:pt>
                <c:pt idx="3">
                  <c:v>Information</c:v>
                </c:pt>
                <c:pt idx="4">
                  <c:v>Operations, Administration &amp; Management</c:v>
                </c:pt>
                <c:pt idx="5">
                  <c:v>Projects, Portfolios &amp; Services</c:v>
                </c:pt>
                <c:pt idx="6">
                  <c:v>Organization</c:v>
                </c:pt>
                <c:pt idx="7">
                  <c:v>Governance</c:v>
                </c:pt>
              </c:strCache>
            </c:strRef>
          </c:cat>
          <c:val>
            <c:numRef>
              <c:f>SpiderGraph!$B$6:$B$13</c:f>
              <c:numCache>
                <c:formatCode>0.00</c:formatCode>
                <c:ptCount val="8"/>
                <c:pt idx="0">
                  <c:v>0.8333333333333337</c:v>
                </c:pt>
                <c:pt idx="1">
                  <c:v>2.3499999999999988</c:v>
                </c:pt>
                <c:pt idx="2">
                  <c:v>1.7222222222222219</c:v>
                </c:pt>
                <c:pt idx="3">
                  <c:v>1</c:v>
                </c:pt>
                <c:pt idx="4">
                  <c:v>0</c:v>
                </c:pt>
                <c:pt idx="5">
                  <c:v>1.2857142857142816</c:v>
                </c:pt>
                <c:pt idx="6">
                  <c:v>1.1666666666666667</c:v>
                </c:pt>
                <c:pt idx="7">
                  <c:v>2.2000000000000002</c:v>
                </c:pt>
              </c:numCache>
            </c:numRef>
          </c:val>
        </c:ser>
        <c:ser>
          <c:idx val="0"/>
          <c:order val="1"/>
          <c:tx>
            <c:strRef>
              <c:f>SpiderGraph!$A$17</c:f>
              <c:strCache>
                <c:ptCount val="1"/>
                <c:pt idx="0">
                  <c:v>Current Adoption</c:v>
                </c:pt>
              </c:strCache>
            </c:strRef>
          </c:tx>
          <c:spPr>
            <a:ln w="25400"/>
          </c:spPr>
          <c:marker>
            <c:symbol val="none"/>
          </c:marker>
          <c:cat>
            <c:strRef>
              <c:f>SpiderGraph!$A$6:$A$13</c:f>
              <c:strCache>
                <c:ptCount val="8"/>
                <c:pt idx="0">
                  <c:v>Business &amp; Strategy</c:v>
                </c:pt>
                <c:pt idx="1">
                  <c:v>Architecture</c:v>
                </c:pt>
                <c:pt idx="2">
                  <c:v>Infrastructure</c:v>
                </c:pt>
                <c:pt idx="3">
                  <c:v>Information</c:v>
                </c:pt>
                <c:pt idx="4">
                  <c:v>Operations, Administration &amp; Management</c:v>
                </c:pt>
                <c:pt idx="5">
                  <c:v>Projects, Portfolios &amp; Services</c:v>
                </c:pt>
                <c:pt idx="6">
                  <c:v>Organization</c:v>
                </c:pt>
                <c:pt idx="7">
                  <c:v>Governance</c:v>
                </c:pt>
              </c:strCache>
            </c:strRef>
          </c:cat>
          <c:val>
            <c:numRef>
              <c:f>SpiderGraph!$C$6:$C$13</c:f>
              <c:numCache>
                <c:formatCode>0.00</c:formatCode>
                <c:ptCount val="8"/>
                <c:pt idx="0">
                  <c:v>1</c:v>
                </c:pt>
                <c:pt idx="1">
                  <c:v>2.4499999999999997</c:v>
                </c:pt>
                <c:pt idx="2">
                  <c:v>2.2222222222222232</c:v>
                </c:pt>
                <c:pt idx="3">
                  <c:v>1.2222222222222219</c:v>
                </c:pt>
                <c:pt idx="4">
                  <c:v>0</c:v>
                </c:pt>
                <c:pt idx="5">
                  <c:v>1.5714285714285721</c:v>
                </c:pt>
                <c:pt idx="6">
                  <c:v>2</c:v>
                </c:pt>
                <c:pt idx="7">
                  <c:v>2.7</c:v>
                </c:pt>
              </c:numCache>
            </c:numRef>
          </c:val>
        </c:ser>
        <c:axId val="118342784"/>
        <c:axId val="125710336"/>
      </c:radarChart>
      <c:catAx>
        <c:axId val="118342784"/>
        <c:scaling>
          <c:orientation val="minMax"/>
        </c:scaling>
        <c:axPos val="b"/>
        <c:majorGridlines/>
        <c:numFmt formatCode="General" sourceLinked="1"/>
        <c:majorTickMark val="none"/>
        <c:tickLblPos val="nextTo"/>
        <c:txPr>
          <a:bodyPr rot="0" vert="horz"/>
          <a:lstStyle/>
          <a:p>
            <a:pPr>
              <a:defRPr/>
            </a:pPr>
            <a:endParaRPr lang="en-US"/>
          </a:p>
        </c:txPr>
        <c:crossAx val="125710336"/>
        <c:crosses val="autoZero"/>
        <c:lblAlgn val="ctr"/>
        <c:lblOffset val="100"/>
      </c:catAx>
      <c:valAx>
        <c:axId val="125710336"/>
        <c:scaling>
          <c:orientation val="minMax"/>
          <c:max val="5"/>
          <c:min val="0"/>
        </c:scaling>
        <c:axPos val="l"/>
        <c:majorGridlines/>
        <c:numFmt formatCode="0" sourceLinked="0"/>
        <c:majorTickMark val="none"/>
        <c:tickLblPos val="nextTo"/>
        <c:txPr>
          <a:bodyPr rot="0" vert="horz"/>
          <a:lstStyle/>
          <a:p>
            <a:pPr>
              <a:defRPr/>
            </a:pPr>
            <a:endParaRPr lang="en-US"/>
          </a:p>
        </c:txPr>
        <c:crossAx val="118342784"/>
        <c:crosses val="autoZero"/>
        <c:crossBetween val="between"/>
        <c:majorUnit val="1"/>
        <c:minorUnit val="0.5"/>
      </c:valAx>
    </c:plotArea>
    <c:legend>
      <c:legendPos val="r"/>
      <c:layout/>
    </c:legend>
    <c:plotVisOnly val="1"/>
    <c:dispBlanksAs val="gap"/>
  </c:chart>
  <c:externalData r:id="rId1"/>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1E821AA6-70BE-4FDE-A8DC-DB381A688FD8}" type="datetimeFigureOut">
              <a:rPr lang="en-US"/>
              <a:pPr/>
              <a:t>10/16/2014</a:t>
            </a:fld>
            <a:endParaRPr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197E47EA-D299-42CE-88BF-4E1035596DA5}" type="slidenum">
              <a:rPr/>
              <a:pPr/>
              <a:t>‹#›</a:t>
            </a:fld>
            <a:endParaRPr dirty="0"/>
          </a:p>
        </p:txBody>
      </p:sp>
    </p:spTree>
    <p:extLst>
      <p:ext uri="{BB962C8B-B14F-4D97-AF65-F5344CB8AC3E}">
        <p14:creationId xmlns:p14="http://schemas.microsoft.com/office/powerpoint/2010/main" xmlns="" val="196681185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382588" y="381000"/>
            <a:ext cx="4572000" cy="2573090"/>
          </a:xfrm>
          <a:prstGeom prst="rect">
            <a:avLst/>
          </a:prstGeom>
          <a:noFill/>
          <a:ln w="12700">
            <a:solidFill>
              <a:prstClr val="black"/>
            </a:solidFill>
          </a:ln>
        </p:spPr>
        <p:txBody>
          <a:bodyPr vert="horz" lIns="91440" tIns="45720" rIns="91440" bIns="45720" rtlCol="0" anchor="ctr"/>
          <a:lstStyle/>
          <a:p>
            <a:endParaRPr dirty="0"/>
          </a:p>
        </p:txBody>
      </p:sp>
      <p:sp>
        <p:nvSpPr>
          <p:cNvPr id="5" name="Notes Placeholder 4"/>
          <p:cNvSpPr>
            <a:spLocks noGrp="1"/>
          </p:cNvSpPr>
          <p:nvPr>
            <p:ph type="body" sz="quarter" idx="3"/>
          </p:nvPr>
        </p:nvSpPr>
        <p:spPr>
          <a:xfrm>
            <a:off x="381000" y="3124200"/>
            <a:ext cx="6096000" cy="5334000"/>
          </a:xfrm>
          <a:prstGeom prst="rect">
            <a:avLst/>
          </a:prstGeom>
        </p:spPr>
        <p:txBody>
          <a:bodyPr vert="horz" lIns="0" tIns="0" rIns="0" bIns="91440" rtlCol="0">
            <a:normAutofit/>
          </a:bodyPr>
          <a:lstStyle/>
          <a:p>
            <a:pPr lvl="0"/>
            <a:r>
              <a:rPr/>
              <a:t>Click to edit Master text styles</a:t>
            </a:r>
          </a:p>
          <a:p>
            <a:pPr lvl="1"/>
            <a:r>
              <a:rPr/>
              <a:t>Second level</a:t>
            </a:r>
          </a:p>
          <a:p>
            <a:pPr lvl="2"/>
            <a:r>
              <a:rPr/>
              <a:t>Third level</a:t>
            </a:r>
          </a:p>
          <a:p>
            <a:pPr lvl="3"/>
            <a:r>
              <a:rPr/>
              <a:t>Fourth level</a:t>
            </a:r>
          </a:p>
          <a:p>
            <a:pPr lvl="4"/>
            <a:r>
              <a:rPr/>
              <a:t>Fifth level</a:t>
            </a:r>
          </a:p>
        </p:txBody>
      </p:sp>
      <p:sp>
        <p:nvSpPr>
          <p:cNvPr id="6" name="Footer Placeholder 5"/>
          <p:cNvSpPr>
            <a:spLocks noGrp="1"/>
          </p:cNvSpPr>
          <p:nvPr>
            <p:ph type="ftr" sz="quarter" idx="4"/>
          </p:nvPr>
        </p:nvSpPr>
        <p:spPr>
          <a:xfrm>
            <a:off x="381000" y="8610600"/>
            <a:ext cx="4648200" cy="227013"/>
          </a:xfrm>
          <a:prstGeom prst="rect">
            <a:avLst/>
          </a:prstGeom>
        </p:spPr>
        <p:txBody>
          <a:bodyPr vert="horz" lIns="91440" tIns="45720" rIns="91440" bIns="45720" rtlCol="0" anchor="b"/>
          <a:lstStyle>
            <a:lvl1pPr algn="l">
              <a:defRPr sz="1200"/>
            </a:lvl1pPr>
          </a:lstStyle>
          <a:p>
            <a:endParaRPr dirty="0"/>
          </a:p>
        </p:txBody>
      </p:sp>
      <p:sp>
        <p:nvSpPr>
          <p:cNvPr id="7" name="Slide Number Placeholder 6"/>
          <p:cNvSpPr>
            <a:spLocks noGrp="1"/>
          </p:cNvSpPr>
          <p:nvPr>
            <p:ph type="sldNum" sz="quarter" idx="5"/>
          </p:nvPr>
        </p:nvSpPr>
        <p:spPr>
          <a:xfrm>
            <a:off x="5715000" y="8610600"/>
            <a:ext cx="762000" cy="227013"/>
          </a:xfrm>
          <a:prstGeom prst="rect">
            <a:avLst/>
          </a:prstGeom>
        </p:spPr>
        <p:txBody>
          <a:bodyPr vert="horz" lIns="91440" tIns="45720" rIns="91440" bIns="45720" rtlCol="0" anchor="b"/>
          <a:lstStyle>
            <a:lvl1pPr algn="r">
              <a:defRPr sz="1200"/>
            </a:lvl1pPr>
          </a:lstStyle>
          <a:p>
            <a:fld id="{8C72D9AE-7182-4680-8F79-479C4181FF08}" type="slidenum">
              <a:rPr/>
              <a:pPr/>
              <a:t>‹#›</a:t>
            </a:fld>
            <a:endParaRPr dirty="0"/>
          </a:p>
        </p:txBody>
      </p:sp>
    </p:spTree>
    <p:extLst>
      <p:ext uri="{BB962C8B-B14F-4D97-AF65-F5344CB8AC3E}">
        <p14:creationId xmlns:p14="http://schemas.microsoft.com/office/powerpoint/2010/main" xmlns="" val="973114905"/>
      </p:ext>
    </p:extLst>
  </p:cSld>
  <p:clrMap bg1="lt1" tx1="dk1" bg2="lt2" tx2="dk2" accent1="accent1" accent2="accent2" accent3="accent3" accent4="accent4" accent5="accent5" accent6="accent6" hlink="hlink" folHlink="folHlink"/>
  <p:notesStyle>
    <a:lvl1pPr marL="0" algn="l" defTabSz="914400" rtl="0" eaLnBrk="1" latinLnBrk="0" hangingPunct="1">
      <a:spcBef>
        <a:spcPts val="600"/>
      </a:spcBef>
      <a:defRPr sz="1100" kern="1200">
        <a:solidFill>
          <a:schemeClr val="tx1"/>
        </a:solidFill>
        <a:latin typeface="+mn-lt"/>
        <a:ea typeface="+mn-ea"/>
        <a:cs typeface="+mn-cs"/>
      </a:defRPr>
    </a:lvl1pPr>
    <a:lvl2pPr marL="228600" indent="-114300" algn="l" defTabSz="914400" rtl="0" eaLnBrk="1" latinLnBrk="0" hangingPunct="1">
      <a:spcBef>
        <a:spcPts val="600"/>
      </a:spcBef>
      <a:buFont typeface="Arial" panose="020B0604020202020204" pitchFamily="34" charset="0"/>
      <a:buChar char="•"/>
      <a:defRPr sz="1050" kern="1200">
        <a:solidFill>
          <a:schemeClr val="tx1"/>
        </a:solidFill>
        <a:latin typeface="+mn-lt"/>
        <a:ea typeface="+mn-ea"/>
        <a:cs typeface="+mn-cs"/>
      </a:defRPr>
    </a:lvl2pPr>
    <a:lvl3pPr marL="400050" indent="-114300" algn="l" defTabSz="914400" rtl="0" eaLnBrk="1" latinLnBrk="0" hangingPunct="1">
      <a:spcBef>
        <a:spcPts val="600"/>
      </a:spcBef>
      <a:buFont typeface="Arial" panose="020B0604020202020204" pitchFamily="34" charset="0"/>
      <a:buChar char="–"/>
      <a:defRPr sz="900" kern="1200">
        <a:solidFill>
          <a:schemeClr val="tx1"/>
        </a:solidFill>
        <a:latin typeface="+mn-lt"/>
        <a:ea typeface="+mn-ea"/>
        <a:cs typeface="+mn-cs"/>
      </a:defRPr>
    </a:lvl3pPr>
    <a:lvl4pPr marL="571500" indent="-114300" algn="l" defTabSz="914400" rtl="0" eaLnBrk="1" latinLnBrk="0" hangingPunct="1">
      <a:spcBef>
        <a:spcPts val="600"/>
      </a:spcBef>
      <a:buFont typeface="Arial" panose="020B0604020202020204" pitchFamily="34" charset="0"/>
      <a:buChar char="•"/>
      <a:defRPr sz="900" kern="1200">
        <a:solidFill>
          <a:schemeClr val="tx1"/>
        </a:solidFill>
        <a:latin typeface="+mn-lt"/>
        <a:ea typeface="+mn-ea"/>
        <a:cs typeface="+mn-cs"/>
      </a:defRPr>
    </a:lvl4pPr>
    <a:lvl5pPr marL="742950" indent="-114300" algn="l" defTabSz="914400" rtl="0" eaLnBrk="1" latinLnBrk="0" hangingPunct="1">
      <a:spcBef>
        <a:spcPts val="600"/>
      </a:spcBef>
      <a:buFont typeface="Arial" panose="020B0604020202020204" pitchFamily="34" charset="0"/>
      <a:buChar char="–"/>
      <a:defRPr sz="8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381000"/>
            <a:ext cx="4572000" cy="2573338"/>
          </a:xfrm>
        </p:spPr>
      </p:sp>
      <p:sp>
        <p:nvSpPr>
          <p:cNvPr id="3" name="Notes Placeholder 2"/>
          <p:cNvSpPr>
            <a:spLocks noGrp="1"/>
          </p:cNvSpPr>
          <p:nvPr>
            <p:ph type="body" idx="1"/>
          </p:nvPr>
        </p:nvSpPr>
        <p:spPr/>
        <p:txBody>
          <a:bodyPr/>
          <a:lstStyle/>
          <a:p>
            <a:r>
              <a:rPr lang="en-US" dirty="0" smtClean="0"/>
              <a:t>This template provides guidance </a:t>
            </a:r>
            <a:r>
              <a:rPr lang="en-US" dirty="0" smtClean="0"/>
              <a:t>for creating a Maturity Analysis Presentation to present the results of a Maturity Assessment.  Update the examples provided to</a:t>
            </a:r>
            <a:r>
              <a:rPr lang="en-US" baseline="0" dirty="0" smtClean="0"/>
              <a:t> fit your specific assessment.  Be sure to remove irrelevant content to your specific assessment before making your presentation or delivering to stakeholders.</a:t>
            </a:r>
            <a:endParaRPr lang="en-US" dirty="0"/>
          </a:p>
        </p:txBody>
      </p:sp>
      <p:sp>
        <p:nvSpPr>
          <p:cNvPr id="4" name="Slide Number Placeholder 3"/>
          <p:cNvSpPr>
            <a:spLocks noGrp="1"/>
          </p:cNvSpPr>
          <p:nvPr>
            <p:ph type="sldNum" sz="quarter" idx="10"/>
          </p:nvPr>
        </p:nvSpPr>
        <p:spPr/>
        <p:txBody>
          <a:bodyPr/>
          <a:lstStyle/>
          <a:p>
            <a:fld id="{8C72D9AE-7182-4680-8F79-479C4181FF08}" type="slidenum">
              <a:rPr lang="en-US" smtClean="0"/>
              <a:pPr/>
              <a:t>1</a:t>
            </a:fld>
            <a:endParaRPr lang="en-US" dirty="0"/>
          </a:p>
        </p:txBody>
      </p:sp>
    </p:spTree>
    <p:extLst>
      <p:ext uri="{BB962C8B-B14F-4D97-AF65-F5344CB8AC3E}">
        <p14:creationId xmlns:p14="http://schemas.microsoft.com/office/powerpoint/2010/main" xmlns="" val="124275617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381000"/>
            <a:ext cx="4572000" cy="2573338"/>
          </a:xfrm>
        </p:spPr>
      </p:sp>
      <p:sp>
        <p:nvSpPr>
          <p:cNvPr id="3" name="Notes Placeholder 2"/>
          <p:cNvSpPr>
            <a:spLocks noGrp="1"/>
          </p:cNvSpPr>
          <p:nvPr>
            <p:ph type="body" idx="1"/>
          </p:nvPr>
        </p:nvSpPr>
        <p:spPr/>
        <p:txBody>
          <a:bodyPr/>
          <a:lstStyle/>
          <a:p>
            <a:r>
              <a:rPr lang="en-US" dirty="0" smtClean="0"/>
              <a:t>This is a </a:t>
            </a:r>
            <a:r>
              <a:rPr lang="en-US" b="1" dirty="0" smtClean="0"/>
              <a:t>Title Slide with Picture </a:t>
            </a:r>
            <a:r>
              <a:rPr lang="en-US" b="0" dirty="0" smtClean="0"/>
              <a:t>slide</a:t>
            </a:r>
            <a:r>
              <a:rPr lang="en-US" b="1" dirty="0" smtClean="0"/>
              <a:t> </a:t>
            </a:r>
            <a:r>
              <a:rPr lang="en-US" baseline="0" dirty="0" smtClean="0"/>
              <a:t>ideal for including a picture with a brief title, subtitle and presenter information.</a:t>
            </a:r>
          </a:p>
          <a:p>
            <a:endParaRPr lang="en-US" baseline="0" dirty="0" smtClean="0"/>
          </a:p>
          <a:p>
            <a:r>
              <a:rPr lang="en-US" baseline="0" dirty="0" smtClean="0"/>
              <a:t>To </a:t>
            </a:r>
            <a:r>
              <a:rPr lang="en-US" baseline="0" dirty="0" smtClean="0"/>
              <a:t>customize this slide with your own picture:</a:t>
            </a:r>
          </a:p>
          <a:p>
            <a:endParaRPr lang="en-US" baseline="0" dirty="0" smtClean="0"/>
          </a:p>
          <a:p>
            <a:pPr marL="0" indent="0">
              <a:buNone/>
            </a:pPr>
            <a:r>
              <a:rPr lang="en-US" b="1" baseline="0" dirty="0" smtClean="0"/>
              <a:t>Right-click</a:t>
            </a:r>
            <a:r>
              <a:rPr lang="en-US" baseline="0" dirty="0" smtClean="0"/>
              <a:t> the slide area and choose </a:t>
            </a:r>
            <a:r>
              <a:rPr lang="en-US" b="1" baseline="0" dirty="0" smtClean="0"/>
              <a:t>Format Background </a:t>
            </a:r>
            <a:r>
              <a:rPr lang="en-US" baseline="0" dirty="0" smtClean="0"/>
              <a:t>from the pop-up menu. From the </a:t>
            </a:r>
            <a:r>
              <a:rPr lang="en-US" b="1" baseline="0" dirty="0" smtClean="0"/>
              <a:t>Fill</a:t>
            </a:r>
            <a:r>
              <a:rPr lang="en-US" baseline="0" dirty="0" smtClean="0"/>
              <a:t> menu, click </a:t>
            </a:r>
            <a:r>
              <a:rPr lang="en-US" b="1" baseline="0" dirty="0" smtClean="0"/>
              <a:t>Picture</a:t>
            </a:r>
            <a:r>
              <a:rPr lang="en-US" baseline="0" dirty="0" smtClean="0"/>
              <a:t> </a:t>
            </a:r>
            <a:r>
              <a:rPr lang="en-US" b="1" baseline="0" dirty="0" smtClean="0"/>
              <a:t>and texture fill</a:t>
            </a:r>
            <a:r>
              <a:rPr lang="en-US" baseline="0" dirty="0" smtClean="0"/>
              <a:t>. Under </a:t>
            </a:r>
            <a:r>
              <a:rPr lang="en-US" b="1" baseline="0" dirty="0" smtClean="0"/>
              <a:t>Insert from: </a:t>
            </a:r>
            <a:r>
              <a:rPr lang="en-US" baseline="0" dirty="0" smtClean="0"/>
              <a:t>click </a:t>
            </a:r>
            <a:r>
              <a:rPr lang="en-US" b="1" baseline="0" dirty="0" smtClean="0"/>
              <a:t>File</a:t>
            </a:r>
            <a:r>
              <a:rPr lang="en-US" baseline="0" dirty="0" smtClean="0"/>
              <a:t>. Locate your new picture and click </a:t>
            </a:r>
            <a:r>
              <a:rPr lang="en-US" b="1" baseline="0" dirty="0" smtClean="0"/>
              <a:t>Insert</a:t>
            </a:r>
            <a:r>
              <a:rPr lang="en-US" baseline="0" dirty="0" smtClean="0"/>
              <a:t>.</a:t>
            </a:r>
          </a:p>
          <a:p>
            <a:pPr marL="0" indent="0">
              <a:buNone/>
            </a:pPr>
            <a:endParaRPr lang="en-US" baseline="0" dirty="0" smtClean="0"/>
          </a:p>
          <a:p>
            <a:pPr marL="0" indent="0">
              <a:buNone/>
            </a:pPr>
            <a:endParaRPr lang="en-US" baseline="0" dirty="0" smtClean="0"/>
          </a:p>
        </p:txBody>
      </p:sp>
      <p:sp>
        <p:nvSpPr>
          <p:cNvPr id="4" name="Slide Number Placeholder 3"/>
          <p:cNvSpPr>
            <a:spLocks noGrp="1"/>
          </p:cNvSpPr>
          <p:nvPr>
            <p:ph type="sldNum" sz="quarter" idx="10"/>
          </p:nvPr>
        </p:nvSpPr>
        <p:spPr/>
        <p:txBody>
          <a:bodyPr/>
          <a:lstStyle/>
          <a:p>
            <a:fld id="{8C72D9AE-7182-4680-8F79-479C4181FF08}" type="slidenum">
              <a:rPr lang="en-US" smtClean="0"/>
              <a:pPr/>
              <a:t>2</a:t>
            </a:fld>
            <a:endParaRPr lang="en-US" dirty="0"/>
          </a:p>
        </p:txBody>
      </p:sp>
    </p:spTree>
    <p:extLst>
      <p:ext uri="{BB962C8B-B14F-4D97-AF65-F5344CB8AC3E}">
        <p14:creationId xmlns:p14="http://schemas.microsoft.com/office/powerpoint/2010/main" xmlns="" val="22384677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381000"/>
            <a:ext cx="4572000" cy="2573338"/>
          </a:xfrm>
        </p:spPr>
      </p:sp>
      <p:sp>
        <p:nvSpPr>
          <p:cNvPr id="3" name="Notes Placeholder 2"/>
          <p:cNvSpPr>
            <a:spLocks noGrp="1"/>
          </p:cNvSpPr>
          <p:nvPr>
            <p:ph type="body" idx="1"/>
          </p:nvPr>
        </p:nvSpPr>
        <p:spPr/>
        <p:txBody>
          <a:bodyPr>
            <a:normAutofit/>
          </a:bodyPr>
          <a:lstStyle/>
          <a:p>
            <a:endParaRPr lang="nb-NO" b="0" dirty="0" smtClean="0"/>
          </a:p>
        </p:txBody>
      </p:sp>
      <p:sp>
        <p:nvSpPr>
          <p:cNvPr id="4" name="Slide Number Placeholder 3"/>
          <p:cNvSpPr>
            <a:spLocks noGrp="1"/>
          </p:cNvSpPr>
          <p:nvPr>
            <p:ph type="sldNum" sz="quarter" idx="10"/>
          </p:nvPr>
        </p:nvSpPr>
        <p:spPr/>
        <p:txBody>
          <a:bodyPr/>
          <a:lstStyle/>
          <a:p>
            <a:fld id="{8C72D9AE-7182-4680-8F79-479C4181FF08}" type="slidenum">
              <a:rPr lang="en-US" smtClean="0"/>
              <a:pPr/>
              <a:t>4</a:t>
            </a:fld>
            <a:endParaRPr 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381000"/>
            <a:ext cx="4572000" cy="2573338"/>
          </a:xfrm>
        </p:spPr>
      </p:sp>
      <p:sp>
        <p:nvSpPr>
          <p:cNvPr id="3" name="Notes Placeholder 2"/>
          <p:cNvSpPr>
            <a:spLocks noGrp="1"/>
          </p:cNvSpPr>
          <p:nvPr>
            <p:ph type="body" idx="1"/>
          </p:nvPr>
        </p:nvSpPr>
        <p:spPr/>
        <p:txBody>
          <a:bodyPr>
            <a:normAutofit/>
          </a:bodyPr>
          <a:lstStyle/>
          <a:p>
            <a:endParaRPr lang="nb-NO" b="0" dirty="0" smtClean="0"/>
          </a:p>
        </p:txBody>
      </p:sp>
      <p:sp>
        <p:nvSpPr>
          <p:cNvPr id="4" name="Slide Number Placeholder 3"/>
          <p:cNvSpPr>
            <a:spLocks noGrp="1"/>
          </p:cNvSpPr>
          <p:nvPr>
            <p:ph type="sldNum" sz="quarter" idx="10"/>
          </p:nvPr>
        </p:nvSpPr>
        <p:spPr/>
        <p:txBody>
          <a:bodyPr/>
          <a:lstStyle/>
          <a:p>
            <a:fld id="{8C72D9AE-7182-4680-8F79-479C4181FF08}" type="slidenum">
              <a:rPr lang="en-US" smtClean="0"/>
              <a:pPr/>
              <a:t>5</a:t>
            </a:fld>
            <a:endParaRPr 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381000"/>
            <a:ext cx="4572000" cy="2573338"/>
          </a:xfrm>
        </p:spPr>
      </p:sp>
      <p:sp>
        <p:nvSpPr>
          <p:cNvPr id="3" name="Notes Placeholder 2"/>
          <p:cNvSpPr>
            <a:spLocks noGrp="1"/>
          </p:cNvSpPr>
          <p:nvPr>
            <p:ph type="body" idx="1"/>
          </p:nvPr>
        </p:nvSpPr>
        <p:spPr/>
        <p:txBody>
          <a:bodyPr>
            <a:normAutofit/>
          </a:bodyPr>
          <a:lstStyle/>
          <a:p>
            <a:pPr eaLnBrk="1" hangingPunct="1"/>
            <a:r>
              <a:rPr lang="en-AU" dirty="0" smtClean="0"/>
              <a:t>This</a:t>
            </a:r>
            <a:r>
              <a:rPr lang="en-AU" baseline="0" dirty="0" smtClean="0"/>
              <a:t> is an example of a Domain Model for a SOA Maturity Assessment.  The description follows:</a:t>
            </a:r>
            <a:endParaRPr lang="en-AU" dirty="0" smtClean="0"/>
          </a:p>
          <a:p>
            <a:pPr eaLnBrk="1" hangingPunct="1"/>
            <a:endParaRPr lang="en-AU" dirty="0" smtClean="0"/>
          </a:p>
          <a:p>
            <a:pPr eaLnBrk="1" hangingPunct="1"/>
            <a:r>
              <a:rPr lang="en-AU" dirty="0" smtClean="0"/>
              <a:t>Business &amp; Strategy</a:t>
            </a:r>
            <a:r>
              <a:rPr lang="en-AU" b="0" dirty="0" smtClean="0"/>
              <a:t> - Contains capabilities that provide the high-level constructs that allow the SOA initiative to proceed.  This includes such things as business motivation, expected benefits, guiding principles, expected costs, funding model, etc.</a:t>
            </a:r>
          </a:p>
          <a:p>
            <a:pPr eaLnBrk="1" hangingPunct="1"/>
            <a:r>
              <a:rPr lang="en-AU" dirty="0" smtClean="0"/>
              <a:t>Architecture</a:t>
            </a:r>
            <a:r>
              <a:rPr lang="en-AU" b="0" dirty="0" smtClean="0"/>
              <a:t> – Contains capabilities concerning the definitions of the overall architecture and guidelines for various practitioners to ensure adherence to the architecture.</a:t>
            </a:r>
          </a:p>
          <a:p>
            <a:pPr eaLnBrk="1" hangingPunct="1"/>
            <a:r>
              <a:rPr lang="en-AU" dirty="0" smtClean="0"/>
              <a:t>Infrastructure</a:t>
            </a:r>
            <a:r>
              <a:rPr lang="en-AU" b="0" dirty="0" smtClean="0"/>
              <a:t> – Contains capabilities concerning the service infrastructure and tools that provide the technical foundation for the SOA initiative.</a:t>
            </a:r>
          </a:p>
          <a:p>
            <a:pPr eaLnBrk="1" hangingPunct="1"/>
            <a:r>
              <a:rPr lang="en-AU" dirty="0" smtClean="0"/>
              <a:t>Information</a:t>
            </a:r>
            <a:r>
              <a:rPr lang="en-AU" b="0" dirty="0" smtClean="0"/>
              <a:t> – Contains capabilities concerning the information aspects of SOA, e.g., providing Information as a Service (IAAS).  This includes shared data models, message formats and schemas, master data management, content management, etc.</a:t>
            </a:r>
          </a:p>
          <a:p>
            <a:pPr eaLnBrk="1" hangingPunct="1"/>
            <a:r>
              <a:rPr lang="en-AU" dirty="0" smtClean="0"/>
              <a:t>Projects, Portfolios &amp; Services</a:t>
            </a:r>
            <a:r>
              <a:rPr lang="en-AU" b="0" dirty="0" smtClean="0"/>
              <a:t> – Contains capabilities concerning the planning and building of services and the service usage guidelines of service consumers.</a:t>
            </a:r>
          </a:p>
          <a:p>
            <a:pPr eaLnBrk="1" hangingPunct="1"/>
            <a:r>
              <a:rPr lang="en-AU" dirty="0" smtClean="0"/>
              <a:t>OA&amp;M</a:t>
            </a:r>
            <a:r>
              <a:rPr lang="en-AU" b="0" dirty="0" smtClean="0"/>
              <a:t> – Contains capabilities concerning the post deployment aspects of solutions based on a service-oriented architecture i.e. the Operations, Administration, and Management aspects of SOA.</a:t>
            </a:r>
          </a:p>
          <a:p>
            <a:pPr eaLnBrk="1" hangingPunct="1"/>
            <a:r>
              <a:rPr lang="en-AU" dirty="0" smtClean="0"/>
              <a:t>Organization</a:t>
            </a:r>
            <a:r>
              <a:rPr lang="en-AU" b="0" dirty="0" smtClean="0"/>
              <a:t> – Contains capabilities concerning the development of corporate competency around SOA including the organizational structure and skills development.</a:t>
            </a:r>
          </a:p>
          <a:p>
            <a:pPr eaLnBrk="1" hangingPunct="1"/>
            <a:r>
              <a:rPr lang="en-AU" dirty="0" smtClean="0"/>
              <a:t>Governance</a:t>
            </a:r>
            <a:r>
              <a:rPr lang="en-AU" b="0" dirty="0" smtClean="0"/>
              <a:t> - Contains capabilities concerning the governance structures and processes that support and guide the SOA efforts. Maturity and adoption of an adequate amount of governance is a leading indicator of the overall SOA success.</a:t>
            </a:r>
          </a:p>
          <a:p>
            <a:pPr eaLnBrk="1" hangingPunct="1"/>
            <a:endParaRPr lang="en-US" b="0" dirty="0" smtClean="0"/>
          </a:p>
          <a:p>
            <a:pPr eaLnBrk="1" hangingPunct="1"/>
            <a:r>
              <a:rPr lang="en-US" b="0" dirty="0" smtClean="0"/>
              <a:t>Update</a:t>
            </a:r>
            <a:r>
              <a:rPr lang="en-US" b="0" baseline="0" dirty="0" smtClean="0"/>
              <a:t> the presentation with a Maturity Model relevant to your assessment.</a:t>
            </a:r>
            <a:endParaRPr lang="en-US" b="0" dirty="0" smtClean="0"/>
          </a:p>
        </p:txBody>
      </p:sp>
      <p:sp>
        <p:nvSpPr>
          <p:cNvPr id="4" name="Slide Number Placeholder 3"/>
          <p:cNvSpPr>
            <a:spLocks noGrp="1"/>
          </p:cNvSpPr>
          <p:nvPr>
            <p:ph type="sldNum" sz="quarter" idx="10"/>
          </p:nvPr>
        </p:nvSpPr>
        <p:spPr/>
        <p:txBody>
          <a:bodyPr/>
          <a:lstStyle/>
          <a:p>
            <a:fld id="{8C72D9AE-7182-4680-8F79-479C4181FF08}" type="slidenum">
              <a:rPr lang="en-US" smtClean="0"/>
              <a:pPr/>
              <a:t>6</a:t>
            </a:fld>
            <a:endParaRPr 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381000"/>
            <a:ext cx="4572000" cy="2573338"/>
          </a:xfrm>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600"/>
              </a:spcBef>
              <a:spcAft>
                <a:spcPts val="0"/>
              </a:spcAft>
              <a:buClrTx/>
              <a:buSzTx/>
              <a:buFontTx/>
              <a:buNone/>
              <a:tabLst/>
              <a:defRPr/>
            </a:pPr>
            <a:r>
              <a:rPr lang="nb-NO" b="0" dirty="0" smtClean="0"/>
              <a:t>This</a:t>
            </a:r>
            <a:r>
              <a:rPr lang="nb-NO" b="0" baseline="0" dirty="0" smtClean="0"/>
              <a:t> slide is a </a:t>
            </a:r>
            <a:r>
              <a:rPr lang="nb-NO" b="0" dirty="0" smtClean="0"/>
              <a:t>visualization</a:t>
            </a:r>
            <a:r>
              <a:rPr lang="nb-NO" b="0" baseline="0" dirty="0" smtClean="0"/>
              <a:t> of </a:t>
            </a:r>
            <a:r>
              <a:rPr lang="nb-NO" b="0" dirty="0" smtClean="0"/>
              <a:t>the scope of the assessment.  Update the bullets with</a:t>
            </a:r>
            <a:r>
              <a:rPr lang="nb-NO" b="0" baseline="0" dirty="0" smtClean="0"/>
              <a:t> the details of who was interviewed, from which departments, and within what timeframe. It should visualize the actual basis on which the assessment was made. Too few people, or the wrong people will provide less validity for the assessment – but having the right people listed, makes the results more valuable to the audience.</a:t>
            </a:r>
            <a:endParaRPr lang="en-US" b="0" dirty="0" smtClean="0"/>
          </a:p>
        </p:txBody>
      </p:sp>
      <p:sp>
        <p:nvSpPr>
          <p:cNvPr id="4" name="Slide Number Placeholder 3"/>
          <p:cNvSpPr>
            <a:spLocks noGrp="1"/>
          </p:cNvSpPr>
          <p:nvPr>
            <p:ph type="sldNum" sz="quarter" idx="10"/>
          </p:nvPr>
        </p:nvSpPr>
        <p:spPr/>
        <p:txBody>
          <a:bodyPr/>
          <a:lstStyle/>
          <a:p>
            <a:fld id="{8C72D9AE-7182-4680-8F79-479C4181FF08}" type="slidenum">
              <a:rPr lang="en-US" smtClean="0"/>
              <a:pPr/>
              <a:t>7</a:t>
            </a:fld>
            <a:endParaRPr 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381000"/>
            <a:ext cx="4572000" cy="2573338"/>
          </a:xfrm>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600"/>
              </a:spcBef>
              <a:spcAft>
                <a:spcPts val="0"/>
              </a:spcAft>
              <a:buClrTx/>
              <a:buSzTx/>
              <a:buFontTx/>
              <a:buNone/>
              <a:tabLst/>
              <a:defRPr/>
            </a:pPr>
            <a:endParaRPr lang="en-US" b="0" dirty="0" smtClean="0"/>
          </a:p>
        </p:txBody>
      </p:sp>
      <p:sp>
        <p:nvSpPr>
          <p:cNvPr id="4" name="Slide Number Placeholder 3"/>
          <p:cNvSpPr>
            <a:spLocks noGrp="1"/>
          </p:cNvSpPr>
          <p:nvPr>
            <p:ph type="sldNum" sz="quarter" idx="10"/>
          </p:nvPr>
        </p:nvSpPr>
        <p:spPr/>
        <p:txBody>
          <a:bodyPr/>
          <a:lstStyle/>
          <a:p>
            <a:fld id="{8C72D9AE-7182-4680-8F79-479C4181FF08}" type="slidenum">
              <a:rPr lang="en-US" smtClean="0"/>
              <a:pPr/>
              <a:t>8</a:t>
            </a:fld>
            <a:endParaRPr 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600"/>
              </a:spcBef>
              <a:spcAft>
                <a:spcPts val="0"/>
              </a:spcAft>
              <a:buClrTx/>
              <a:buSzTx/>
              <a:buFontTx/>
              <a:buNone/>
              <a:tabLst/>
              <a:defRPr/>
            </a:pPr>
            <a:r>
              <a:rPr lang="nb-NO" dirty="0" smtClean="0"/>
              <a:t>This is a graph that visualizes</a:t>
            </a:r>
            <a:r>
              <a:rPr lang="nb-NO" baseline="0" dirty="0" smtClean="0"/>
              <a:t> the current maturity and adiption on the different domains – the example is from the Oracle SOA Maturity Assessment tool.</a:t>
            </a:r>
            <a:endParaRPr lang="en-US" dirty="0" smtClean="0"/>
          </a:p>
        </p:txBody>
      </p:sp>
      <p:sp>
        <p:nvSpPr>
          <p:cNvPr id="4" name="Slide Number Placeholder 3"/>
          <p:cNvSpPr>
            <a:spLocks noGrp="1"/>
          </p:cNvSpPr>
          <p:nvPr>
            <p:ph type="sldNum" sz="quarter" idx="10"/>
          </p:nvPr>
        </p:nvSpPr>
        <p:spPr/>
        <p:txBody>
          <a:bodyPr/>
          <a:lstStyle/>
          <a:p>
            <a:fld id="{8C72D9AE-7182-4680-8F79-479C4181FF08}" type="slidenum">
              <a:rPr lang="en-US" smtClean="0"/>
              <a:pPr/>
              <a:t>10</a:t>
            </a:fld>
            <a:endParaRPr 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381000"/>
            <a:ext cx="4572000" cy="2573338"/>
          </a:xfrm>
        </p:spPr>
      </p:sp>
      <p:sp>
        <p:nvSpPr>
          <p:cNvPr id="3" name="Notes Placeholder 2"/>
          <p:cNvSpPr>
            <a:spLocks noGrp="1"/>
          </p:cNvSpPr>
          <p:nvPr>
            <p:ph type="body" idx="1"/>
          </p:nvPr>
        </p:nvSpPr>
        <p:spPr/>
        <p:txBody>
          <a:bodyPr>
            <a:normAutofit/>
          </a:bodyPr>
          <a:lstStyle/>
          <a:p>
            <a:r>
              <a:rPr lang="nb-NO" dirty="0" smtClean="0"/>
              <a:t>This Heat</a:t>
            </a:r>
            <a:r>
              <a:rPr lang="nb-NO" baseline="0" dirty="0" smtClean="0"/>
              <a:t> Map visualizes the most mature and the most lagging capabilties per domain – the example is from the Oracle SOA Maturity Assessment tool.</a:t>
            </a:r>
            <a:endParaRPr lang="en-US" dirty="0"/>
          </a:p>
        </p:txBody>
      </p:sp>
      <p:sp>
        <p:nvSpPr>
          <p:cNvPr id="4" name="Slide Number Placeholder 3"/>
          <p:cNvSpPr>
            <a:spLocks noGrp="1"/>
          </p:cNvSpPr>
          <p:nvPr>
            <p:ph type="sldNum" sz="quarter" idx="10"/>
          </p:nvPr>
        </p:nvSpPr>
        <p:spPr/>
        <p:txBody>
          <a:bodyPr/>
          <a:lstStyle/>
          <a:p>
            <a:fld id="{8C72D9AE-7182-4680-8F79-479C4181FF08}" type="slidenum">
              <a:rPr lang="en-US" smtClean="0"/>
              <a:pPr/>
              <a:t>11</a:t>
            </a:fld>
            <a:endParaRPr 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nb-NO" dirty="0" smtClean="0"/>
              <a:t>Walk</a:t>
            </a:r>
            <a:r>
              <a:rPr lang="nb-NO" baseline="0" dirty="0" smtClean="0"/>
              <a:t> through each domain, and list the strong parts, and where there are challenges. </a:t>
            </a:r>
          </a:p>
          <a:p>
            <a:r>
              <a:rPr lang="nb-NO" baseline="0" dirty="0" smtClean="0"/>
              <a:t>Repeat this slide for each domain.</a:t>
            </a:r>
            <a:endParaRPr lang="en-US" dirty="0" smtClean="0"/>
          </a:p>
          <a:p>
            <a:endParaRPr lang="en-US" dirty="0"/>
          </a:p>
        </p:txBody>
      </p:sp>
      <p:sp>
        <p:nvSpPr>
          <p:cNvPr id="4" name="Slide Number Placeholder 3"/>
          <p:cNvSpPr>
            <a:spLocks noGrp="1"/>
          </p:cNvSpPr>
          <p:nvPr>
            <p:ph type="sldNum" sz="quarter" idx="10"/>
          </p:nvPr>
        </p:nvSpPr>
        <p:spPr/>
        <p:txBody>
          <a:bodyPr/>
          <a:lstStyle/>
          <a:p>
            <a:fld id="{8C72D9AE-7182-4680-8F79-479C4181FF08}" type="slidenum">
              <a:rPr lang="en-US" smtClean="0"/>
              <a:pPr/>
              <a:t>13</a:t>
            </a:fld>
            <a:endParaRPr 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381000"/>
            <a:ext cx="4572000" cy="2573338"/>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C72D9AE-7182-4680-8F79-479C4181FF08}" type="slidenum">
              <a:rPr lang="en-US" smtClean="0"/>
              <a:pPr/>
              <a:t>14</a:t>
            </a:fld>
            <a:endParaRPr lang="en-US" dirty="0"/>
          </a:p>
        </p:txBody>
      </p:sp>
    </p:spTree>
    <p:extLst>
      <p:ext uri="{BB962C8B-B14F-4D97-AF65-F5344CB8AC3E}">
        <p14:creationId xmlns:p14="http://schemas.microsoft.com/office/powerpoint/2010/main" xmlns="" val="124275617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without Pictur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531813" y="739775"/>
            <a:ext cx="11125199" cy="1470025"/>
          </a:xfrm>
        </p:spPr>
        <p:txBody>
          <a:bodyPr/>
          <a:lstStyle>
            <a:lvl1pPr>
              <a:lnSpc>
                <a:spcPct val="80000"/>
              </a:lnSpc>
              <a:defRPr sz="4800"/>
            </a:lvl1pPr>
          </a:lstStyle>
          <a:p>
            <a:r>
              <a:rPr lang="en-US" smtClean="0"/>
              <a:t>Click to edit Master title style</a:t>
            </a:r>
            <a:endParaRPr dirty="0"/>
          </a:p>
        </p:txBody>
      </p:sp>
      <p:sp>
        <p:nvSpPr>
          <p:cNvPr id="3" name="Subtitle 2"/>
          <p:cNvSpPr>
            <a:spLocks noGrp="1"/>
          </p:cNvSpPr>
          <p:nvPr>
            <p:ph type="subTitle" idx="1"/>
          </p:nvPr>
        </p:nvSpPr>
        <p:spPr>
          <a:xfrm>
            <a:off x="531763" y="2286000"/>
            <a:ext cx="11126648" cy="914400"/>
          </a:xfrm>
        </p:spPr>
        <p:txBody>
          <a:bodyPr>
            <a:noAutofit/>
          </a:bodyPr>
          <a:lstStyle>
            <a:lvl1pPr marL="0" indent="0" algn="l">
              <a:spcBef>
                <a:spcPts val="0"/>
              </a:spcBef>
              <a:buNone/>
              <a:defRPr sz="24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dirty="0"/>
          </a:p>
        </p:txBody>
      </p:sp>
      <p:sp>
        <p:nvSpPr>
          <p:cNvPr id="13" name="Text Placeholder 12"/>
          <p:cNvSpPr>
            <a:spLocks noGrp="1"/>
          </p:cNvSpPr>
          <p:nvPr>
            <p:ph type="body" sz="quarter" idx="13" hasCustomPrompt="1"/>
          </p:nvPr>
        </p:nvSpPr>
        <p:spPr>
          <a:xfrm>
            <a:off x="531813" y="3429451"/>
            <a:ext cx="11125199" cy="2514149"/>
          </a:xfrm>
        </p:spPr>
        <p:txBody>
          <a:bodyPr>
            <a:noAutofit/>
          </a:bodyPr>
          <a:lstStyle>
            <a:lvl1pPr marL="1588" indent="0">
              <a:spcBef>
                <a:spcPts val="0"/>
              </a:spcBef>
              <a:buFontTx/>
              <a:buNone/>
              <a:defRPr sz="2400" baseline="0"/>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presenter’s name, title, division/business unit/organization and date</a:t>
            </a:r>
          </a:p>
        </p:txBody>
      </p:sp>
      <p:sp>
        <p:nvSpPr>
          <p:cNvPr id="4" name="Date Placeholder 3"/>
          <p:cNvSpPr>
            <a:spLocks noGrp="1"/>
          </p:cNvSpPr>
          <p:nvPr>
            <p:ph type="dt" sz="half" idx="10"/>
          </p:nvPr>
        </p:nvSpPr>
        <p:spPr/>
        <p:txBody>
          <a:bodyPr/>
          <a:lstStyle/>
          <a:p>
            <a:fld id="{8D970F2A-3147-4C61-9879-9E6D2838E0DE}" type="datetime1">
              <a:rPr lang="en-US" smtClean="0"/>
              <a:pPr/>
              <a:t>10/16/2014</a:t>
            </a:fld>
            <a:endParaRPr dirty="0"/>
          </a:p>
        </p:txBody>
      </p:sp>
      <p:sp>
        <p:nvSpPr>
          <p:cNvPr id="11" name="TextBox 10"/>
          <p:cNvSpPr txBox="1"/>
          <p:nvPr/>
        </p:nvSpPr>
        <p:spPr>
          <a:xfrm>
            <a:off x="5989638" y="6556248"/>
            <a:ext cx="2787651" cy="182880"/>
          </a:xfrm>
          <a:prstGeom prst="rect">
            <a:avLst/>
          </a:prstGeom>
          <a:noFill/>
        </p:spPr>
        <p:txBody>
          <a:bodyPr wrap="none" lIns="0" tIns="0" rIns="0" bIns="0" rtlCol="0" anchor="ctr" anchorCtr="0">
            <a:noAutofit/>
          </a:bodyPr>
          <a:lstStyle/>
          <a:p>
            <a:r>
              <a:rPr sz="800" dirty="0">
                <a:solidFill>
                  <a:schemeClr val="tx1">
                    <a:lumMod val="60000"/>
                    <a:lumOff val="40000"/>
                  </a:schemeClr>
                </a:solidFill>
              </a:rPr>
              <a:t>Copyright © 2014 Oracle and/or its affiliates. All rights reserved.  |</a:t>
            </a:r>
          </a:p>
        </p:txBody>
      </p:sp>
      <p:sp>
        <p:nvSpPr>
          <p:cNvPr id="5" name="Footer Placeholder 4"/>
          <p:cNvSpPr>
            <a:spLocks noGrp="1"/>
          </p:cNvSpPr>
          <p:nvPr>
            <p:ph type="ftr" sz="quarter" idx="11"/>
          </p:nvPr>
        </p:nvSpPr>
        <p:spPr/>
        <p:txBody>
          <a:bodyPr/>
          <a:lstStyle/>
          <a:p>
            <a:r>
              <a:rPr lang="en-US" dirty="0" smtClean="0"/>
              <a:t>Oracle Confidential – Restricted</a:t>
            </a:r>
            <a:endParaRPr dirty="0"/>
          </a:p>
        </p:txBody>
      </p:sp>
      <p:sp>
        <p:nvSpPr>
          <p:cNvPr id="6" name="Slide Number Placeholder 5"/>
          <p:cNvSpPr>
            <a:spLocks noGrp="1"/>
          </p:cNvSpPr>
          <p:nvPr>
            <p:ph type="sldNum" sz="quarter" idx="12"/>
          </p:nvPr>
        </p:nvSpPr>
        <p:spPr>
          <a:xfrm>
            <a:off x="11276011" y="6934200"/>
            <a:ext cx="381661" cy="182880"/>
          </a:xfrm>
        </p:spPr>
        <p:txBody>
          <a:bodyPr/>
          <a:lstStyle/>
          <a:p>
            <a:fld id="{C51EAA63-D034-42AE-91FA-B13B9518C7BE}" type="slidenum">
              <a:rPr/>
              <a:pPr/>
              <a:t>‹#›</a:t>
            </a:fld>
            <a:endParaRPr dirty="0"/>
          </a:p>
        </p:txBody>
      </p:sp>
      <p:pic>
        <p:nvPicPr>
          <p:cNvPr id="14" name="Oracle red badge logo" descr="Oracle logo in white on red staging background"/>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bwMode="ltGray">
          <a:xfrm>
            <a:off x="531812" y="6263640"/>
            <a:ext cx="1622861" cy="594360"/>
          </a:xfrm>
          <a:prstGeom prst="rect">
            <a:avLst/>
          </a:prstGeom>
        </p:spPr>
      </p:pic>
    </p:spTree>
    <p:extLst>
      <p:ext uri="{BB962C8B-B14F-4D97-AF65-F5344CB8AC3E}">
        <p14:creationId xmlns:p14="http://schemas.microsoft.com/office/powerpoint/2010/main" xmlns="" val="3993200288"/>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extLst mod="1">
    <p:ext uri="{DCECCB84-F9BA-43D5-87BE-67443E8EF086}">
      <p15:sldGuideLst xmlns:p15="http://schemas.microsoft.com/office/powerpoint/2012/main" xmlns="">
        <p15:guide id="1" pos="3839"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531813" y="739775"/>
            <a:ext cx="11125199" cy="1470025"/>
          </a:xfrm>
        </p:spPr>
        <p:txBody>
          <a:bodyPr/>
          <a:lstStyle>
            <a:lvl1pPr>
              <a:lnSpc>
                <a:spcPct val="80000"/>
              </a:lnSpc>
              <a:defRPr sz="4800"/>
            </a:lvl1pPr>
          </a:lstStyle>
          <a:p>
            <a:r>
              <a:rPr lang="en-US" smtClean="0"/>
              <a:t>Click to edit Master title style</a:t>
            </a:r>
            <a:endParaRPr dirty="0"/>
          </a:p>
        </p:txBody>
      </p:sp>
      <p:sp>
        <p:nvSpPr>
          <p:cNvPr id="3" name="Subtitle 2"/>
          <p:cNvSpPr>
            <a:spLocks noGrp="1"/>
          </p:cNvSpPr>
          <p:nvPr>
            <p:ph type="subTitle" idx="1"/>
          </p:nvPr>
        </p:nvSpPr>
        <p:spPr>
          <a:xfrm>
            <a:off x="531763" y="2286000"/>
            <a:ext cx="11126648" cy="914400"/>
          </a:xfrm>
        </p:spPr>
        <p:txBody>
          <a:bodyPr>
            <a:noAutofit/>
          </a:bodyPr>
          <a:lstStyle>
            <a:lvl1pPr marL="0" indent="0" algn="l">
              <a:spcBef>
                <a:spcPts val="0"/>
              </a:spcBef>
              <a:buNone/>
              <a:defRPr sz="24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dirty="0"/>
          </a:p>
        </p:txBody>
      </p:sp>
      <p:sp>
        <p:nvSpPr>
          <p:cNvPr id="4" name="Date Placeholder 3"/>
          <p:cNvSpPr>
            <a:spLocks noGrp="1"/>
          </p:cNvSpPr>
          <p:nvPr>
            <p:ph type="dt" sz="half" idx="10"/>
          </p:nvPr>
        </p:nvSpPr>
        <p:spPr/>
        <p:txBody>
          <a:bodyPr/>
          <a:lstStyle/>
          <a:p>
            <a:fld id="{5EF6BDC5-B075-48F7-80F4-BC414FAB9626}" type="datetime1">
              <a:rPr lang="en-US" smtClean="0"/>
              <a:pPr/>
              <a:t>10/16/2014</a:t>
            </a:fld>
            <a:endParaRPr dirty="0"/>
          </a:p>
        </p:txBody>
      </p:sp>
      <p:sp>
        <p:nvSpPr>
          <p:cNvPr id="11" name="TextBox 10"/>
          <p:cNvSpPr txBox="1"/>
          <p:nvPr/>
        </p:nvSpPr>
        <p:spPr>
          <a:xfrm>
            <a:off x="5989638" y="6556248"/>
            <a:ext cx="2787651" cy="182880"/>
          </a:xfrm>
          <a:prstGeom prst="rect">
            <a:avLst/>
          </a:prstGeom>
          <a:noFill/>
        </p:spPr>
        <p:txBody>
          <a:bodyPr wrap="none" lIns="0" tIns="0" rIns="0" bIns="0" rtlCol="0" anchor="ctr" anchorCtr="0">
            <a:noAutofit/>
          </a:bodyPr>
          <a:lstStyle/>
          <a:p>
            <a:r>
              <a:rPr sz="800" dirty="0">
                <a:solidFill>
                  <a:schemeClr val="tx1">
                    <a:lumMod val="60000"/>
                    <a:lumOff val="40000"/>
                  </a:schemeClr>
                </a:solidFill>
              </a:rPr>
              <a:t>Copyright © 2014 Oracle and/or its affiliates. All rights reserved.  |</a:t>
            </a:r>
          </a:p>
        </p:txBody>
      </p:sp>
      <p:sp>
        <p:nvSpPr>
          <p:cNvPr id="5" name="Footer Placeholder 4"/>
          <p:cNvSpPr>
            <a:spLocks noGrp="1"/>
          </p:cNvSpPr>
          <p:nvPr>
            <p:ph type="ftr" sz="quarter" idx="11"/>
          </p:nvPr>
        </p:nvSpPr>
        <p:spPr/>
        <p:txBody>
          <a:bodyPr/>
          <a:lstStyle/>
          <a:p>
            <a:r>
              <a:rPr lang="en-US" dirty="0" smtClean="0"/>
              <a:t>Oracle Confidential – Restricted</a:t>
            </a:r>
            <a:endParaRPr dirty="0"/>
          </a:p>
        </p:txBody>
      </p:sp>
      <p:sp>
        <p:nvSpPr>
          <p:cNvPr id="6" name="Slide Number Placeholder 5"/>
          <p:cNvSpPr>
            <a:spLocks noGrp="1"/>
          </p:cNvSpPr>
          <p:nvPr>
            <p:ph type="sldNum" sz="quarter" idx="12"/>
          </p:nvPr>
        </p:nvSpPr>
        <p:spPr>
          <a:xfrm>
            <a:off x="11276011" y="6934200"/>
            <a:ext cx="381661" cy="182880"/>
          </a:xfrm>
        </p:spPr>
        <p:txBody>
          <a:bodyPr/>
          <a:lstStyle/>
          <a:p>
            <a:fld id="{C51EAA63-D034-42AE-91FA-B13B9518C7BE}" type="slidenum">
              <a:rPr/>
              <a:pPr/>
              <a:t>‹#›</a:t>
            </a:fld>
            <a:endParaRPr dirty="0"/>
          </a:p>
        </p:txBody>
      </p:sp>
      <p:pic>
        <p:nvPicPr>
          <p:cNvPr id="9" name="Oracle red badge logo" descr="Oracle logo in white on red staging background"/>
          <p:cNvPicPr>
            <a:picLocks noChangeAspect="1"/>
          </p:cNvPicPr>
          <p:nvPr userDrawn="1"/>
        </p:nvPicPr>
        <p:blipFill>
          <a:blip r:embed="rId2" cstate="print">
            <a:extLst>
              <a:ext uri="{28A0092B-C50C-407E-A947-70E740481C1C}">
                <a14:useLocalDpi xmlns:a14="http://schemas.microsoft.com/office/drawing/2010/main" xmlns="" val="0"/>
              </a:ext>
            </a:extLst>
          </a:blip>
          <a:stretch>
            <a:fillRect/>
          </a:stretch>
        </p:blipFill>
        <p:spPr bwMode="ltGray">
          <a:xfrm>
            <a:off x="531812" y="6263640"/>
            <a:ext cx="1622861" cy="594360"/>
          </a:xfrm>
          <a:prstGeom prst="rect">
            <a:avLst/>
          </a:prstGeom>
        </p:spPr>
      </p:pic>
    </p:spTree>
    <p:extLst>
      <p:ext uri="{BB962C8B-B14F-4D97-AF65-F5344CB8AC3E}">
        <p14:creationId xmlns:p14="http://schemas.microsoft.com/office/powerpoint/2010/main" xmlns="" val="2404157434"/>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Slide with Picture">
    <p:bg>
      <p:bgPr>
        <a:blipFill dpi="0" rotWithShape="1">
          <a:blip r:embed="rId2" cstate="print">
            <a:lum/>
            <a:extLst>
              <a:ext uri="{28A0092B-C50C-407E-A947-70E740481C1C}">
                <a14:useLocalDpi xmlns:a14="http://schemas.microsoft.com/office/drawing/2010/main" xmlns="" val="0"/>
              </a:ext>
            </a:extLst>
          </a:blip>
          <a:srcRect/>
          <a:stretch>
            <a:fillRect/>
          </a:stretch>
        </a:blipFill>
        <a:effectLst/>
      </p:bgPr>
    </p:bg>
    <p:spTree>
      <p:nvGrpSpPr>
        <p:cNvPr id="1" name=""/>
        <p:cNvGrpSpPr/>
        <p:nvPr/>
      </p:nvGrpSpPr>
      <p:grpSpPr>
        <a:xfrm>
          <a:off x="0" y="0"/>
          <a:ext cx="0" cy="0"/>
          <a:chOff x="0" y="0"/>
          <a:chExt cx="0" cy="0"/>
        </a:xfrm>
      </p:grpSpPr>
      <p:sp>
        <p:nvSpPr>
          <p:cNvPr id="10" name="Rectangle 9" descr="Full slide 4-color photo can be inserted here"/>
          <p:cNvSpPr/>
          <p:nvPr userDrawn="1"/>
        </p:nvSpPr>
        <p:spPr bwMode="hidden">
          <a:xfrm>
            <a:off x="0" y="0"/>
            <a:ext cx="12188825" cy="6858000"/>
          </a:xfrm>
          <a:prstGeom prst="rect">
            <a:avLst/>
          </a:pr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2" name="Title 1"/>
          <p:cNvSpPr>
            <a:spLocks noGrp="1"/>
          </p:cNvSpPr>
          <p:nvPr>
            <p:ph type="ctrTitle"/>
          </p:nvPr>
        </p:nvSpPr>
        <p:spPr>
          <a:xfrm>
            <a:off x="531814" y="739775"/>
            <a:ext cx="8763000" cy="1470025"/>
          </a:xfrm>
        </p:spPr>
        <p:txBody>
          <a:bodyPr/>
          <a:lstStyle>
            <a:lvl1pPr>
              <a:lnSpc>
                <a:spcPct val="80000"/>
              </a:lnSpc>
              <a:defRPr sz="4800"/>
            </a:lvl1pPr>
          </a:lstStyle>
          <a:p>
            <a:r>
              <a:rPr lang="en-US" smtClean="0"/>
              <a:t>Click to edit Master title style</a:t>
            </a:r>
            <a:endParaRPr dirty="0"/>
          </a:p>
        </p:txBody>
      </p:sp>
      <p:sp>
        <p:nvSpPr>
          <p:cNvPr id="3" name="Subtitle 2"/>
          <p:cNvSpPr>
            <a:spLocks noGrp="1"/>
          </p:cNvSpPr>
          <p:nvPr>
            <p:ph type="subTitle" idx="1"/>
          </p:nvPr>
        </p:nvSpPr>
        <p:spPr>
          <a:xfrm>
            <a:off x="531763" y="2286000"/>
            <a:ext cx="8764141" cy="914400"/>
          </a:xfrm>
        </p:spPr>
        <p:txBody>
          <a:bodyPr>
            <a:noAutofit/>
          </a:bodyPr>
          <a:lstStyle>
            <a:lvl1pPr marL="0" indent="0" algn="l">
              <a:spcBef>
                <a:spcPts val="0"/>
              </a:spcBef>
              <a:buNone/>
              <a:defRPr sz="24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dirty="0"/>
          </a:p>
        </p:txBody>
      </p:sp>
      <p:sp>
        <p:nvSpPr>
          <p:cNvPr id="13" name="Text Placeholder 12"/>
          <p:cNvSpPr>
            <a:spLocks noGrp="1"/>
          </p:cNvSpPr>
          <p:nvPr>
            <p:ph type="body" sz="quarter" idx="13" hasCustomPrompt="1"/>
          </p:nvPr>
        </p:nvSpPr>
        <p:spPr>
          <a:xfrm>
            <a:off x="531814" y="3429451"/>
            <a:ext cx="8763000" cy="2514149"/>
          </a:xfrm>
        </p:spPr>
        <p:txBody>
          <a:bodyPr>
            <a:noAutofit/>
          </a:bodyPr>
          <a:lstStyle>
            <a:lvl1pPr marL="1588" indent="0">
              <a:spcBef>
                <a:spcPts val="0"/>
              </a:spcBef>
              <a:buFontTx/>
              <a:buNone/>
              <a:defRPr sz="2400" baseline="0"/>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presenter’s name, title, division/business unit/organization and date</a:t>
            </a:r>
          </a:p>
        </p:txBody>
      </p:sp>
      <p:sp>
        <p:nvSpPr>
          <p:cNvPr id="4" name="Date Placeholder 3"/>
          <p:cNvSpPr>
            <a:spLocks noGrp="1"/>
          </p:cNvSpPr>
          <p:nvPr>
            <p:ph type="dt" sz="half" idx="10"/>
          </p:nvPr>
        </p:nvSpPr>
        <p:spPr/>
        <p:txBody>
          <a:bodyPr/>
          <a:lstStyle/>
          <a:p>
            <a:fld id="{2F86770A-2E8C-4CFC-9BBB-3DFC9B3E2F8C}" type="datetime1">
              <a:rPr lang="en-US" smtClean="0"/>
              <a:pPr/>
              <a:t>10/16/2014</a:t>
            </a:fld>
            <a:endParaRPr dirty="0"/>
          </a:p>
        </p:txBody>
      </p:sp>
      <p:sp>
        <p:nvSpPr>
          <p:cNvPr id="11" name="TextBox 10"/>
          <p:cNvSpPr txBox="1"/>
          <p:nvPr/>
        </p:nvSpPr>
        <p:spPr>
          <a:xfrm>
            <a:off x="5989638" y="6556248"/>
            <a:ext cx="2787651" cy="182880"/>
          </a:xfrm>
          <a:prstGeom prst="rect">
            <a:avLst/>
          </a:prstGeom>
          <a:noFill/>
        </p:spPr>
        <p:txBody>
          <a:bodyPr wrap="none" lIns="0" tIns="0" rIns="0" bIns="0" rtlCol="0" anchor="ctr" anchorCtr="0">
            <a:noAutofit/>
          </a:bodyPr>
          <a:lstStyle/>
          <a:p>
            <a:r>
              <a:rPr sz="800" dirty="0">
                <a:solidFill>
                  <a:schemeClr val="tx1">
                    <a:lumMod val="60000"/>
                    <a:lumOff val="40000"/>
                  </a:schemeClr>
                </a:solidFill>
              </a:rPr>
              <a:t>Copyright © 2014 Oracle and/or its affiliates. All rights reserved.  |</a:t>
            </a:r>
          </a:p>
        </p:txBody>
      </p:sp>
      <p:sp>
        <p:nvSpPr>
          <p:cNvPr id="5" name="Footer Placeholder 4"/>
          <p:cNvSpPr>
            <a:spLocks noGrp="1"/>
          </p:cNvSpPr>
          <p:nvPr>
            <p:ph type="ftr" sz="quarter" idx="11"/>
          </p:nvPr>
        </p:nvSpPr>
        <p:spPr/>
        <p:txBody>
          <a:bodyPr/>
          <a:lstStyle/>
          <a:p>
            <a:r>
              <a:rPr lang="en-US" dirty="0" smtClean="0"/>
              <a:t>Oracle Confidential – Restricted</a:t>
            </a:r>
            <a:endParaRPr dirty="0"/>
          </a:p>
        </p:txBody>
      </p:sp>
      <p:sp>
        <p:nvSpPr>
          <p:cNvPr id="6" name="Slide Number Placeholder 5"/>
          <p:cNvSpPr>
            <a:spLocks noGrp="1"/>
          </p:cNvSpPr>
          <p:nvPr>
            <p:ph type="sldNum" sz="quarter" idx="12"/>
          </p:nvPr>
        </p:nvSpPr>
        <p:spPr>
          <a:xfrm>
            <a:off x="11276011" y="6934200"/>
            <a:ext cx="381661" cy="182880"/>
          </a:xfrm>
        </p:spPr>
        <p:txBody>
          <a:bodyPr/>
          <a:lstStyle>
            <a:lvl1pPr>
              <a:defRPr>
                <a:solidFill>
                  <a:srgbClr val="BDC1C5"/>
                </a:solidFill>
              </a:defRPr>
            </a:lvl1pPr>
          </a:lstStyle>
          <a:p>
            <a:fld id="{C51EAA63-D034-42AE-91FA-B13B9518C7BE}" type="slidenum">
              <a:rPr/>
              <a:pPr/>
              <a:t>‹#›</a:t>
            </a:fld>
            <a:endParaRPr dirty="0"/>
          </a:p>
        </p:txBody>
      </p:sp>
      <p:pic>
        <p:nvPicPr>
          <p:cNvPr id="12" name="Oracle red badge logo" descr="Oracle logo in white on red staging background"/>
          <p:cNvPicPr>
            <a:picLocks noChangeAspect="1"/>
          </p:cNvPicPr>
          <p:nvPr userDrawn="1"/>
        </p:nvPicPr>
        <p:blipFill>
          <a:blip r:embed="rId3" cstate="print">
            <a:extLst>
              <a:ext uri="{28A0092B-C50C-407E-A947-70E740481C1C}">
                <a14:useLocalDpi xmlns:a14="http://schemas.microsoft.com/office/drawing/2010/main" xmlns="" val="0"/>
              </a:ext>
            </a:extLst>
          </a:blip>
          <a:stretch>
            <a:fillRect/>
          </a:stretch>
        </p:blipFill>
        <p:spPr bwMode="ltGray">
          <a:xfrm>
            <a:off x="531812" y="6263640"/>
            <a:ext cx="1622861" cy="594360"/>
          </a:xfrm>
          <a:prstGeom prst="rect">
            <a:avLst/>
          </a:prstGeom>
        </p:spPr>
      </p:pic>
    </p:spTree>
    <p:extLst>
      <p:ext uri="{BB962C8B-B14F-4D97-AF65-F5344CB8AC3E}">
        <p14:creationId xmlns:p14="http://schemas.microsoft.com/office/powerpoint/2010/main" xmlns="" val="268782140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with Picture and Logo">
    <p:bg>
      <p:bgPr>
        <a:blipFill dpi="0" rotWithShape="1">
          <a:blip r:embed="rId2" cstate="print">
            <a:lum/>
            <a:extLst>
              <a:ext uri="{28A0092B-C50C-407E-A947-70E740481C1C}">
                <a14:useLocalDpi xmlns:a14="http://schemas.microsoft.com/office/drawing/2010/main" xmlns="" val="0"/>
              </a:ext>
            </a:extLst>
          </a:blip>
          <a:srcRect/>
          <a:stretch>
            <a:fillRect/>
          </a:stretch>
        </a:blipFill>
        <a:effectLst/>
      </p:bgPr>
    </p:bg>
    <p:spTree>
      <p:nvGrpSpPr>
        <p:cNvPr id="1" name=""/>
        <p:cNvGrpSpPr/>
        <p:nvPr/>
      </p:nvGrpSpPr>
      <p:grpSpPr>
        <a:xfrm>
          <a:off x="0" y="0"/>
          <a:ext cx="0" cy="0"/>
          <a:chOff x="0" y="0"/>
          <a:chExt cx="0" cy="0"/>
        </a:xfrm>
      </p:grpSpPr>
      <p:sp>
        <p:nvSpPr>
          <p:cNvPr id="22" name="Rectangle 21" descr="Full slide 4-color photo can be inserted here. Customer/Partner and secondary logo can be included"/>
          <p:cNvSpPr/>
          <p:nvPr/>
        </p:nvSpPr>
        <p:spPr bwMode="hidden">
          <a:xfrm>
            <a:off x="0" y="0"/>
            <a:ext cx="12188825" cy="6858000"/>
          </a:xfrm>
          <a:prstGeom prst="rect">
            <a:avLst/>
          </a:prstGeom>
          <a:solidFill>
            <a:srgbClr val="46575E">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2" name="Title 1"/>
          <p:cNvSpPr>
            <a:spLocks noGrp="1"/>
          </p:cNvSpPr>
          <p:nvPr>
            <p:ph type="ctrTitle"/>
          </p:nvPr>
        </p:nvSpPr>
        <p:spPr>
          <a:xfrm>
            <a:off x="531814" y="739775"/>
            <a:ext cx="8763000" cy="1470025"/>
          </a:xfrm>
        </p:spPr>
        <p:txBody>
          <a:bodyPr/>
          <a:lstStyle>
            <a:lvl1pPr>
              <a:lnSpc>
                <a:spcPct val="80000"/>
              </a:lnSpc>
              <a:defRPr sz="4800"/>
            </a:lvl1pPr>
          </a:lstStyle>
          <a:p>
            <a:r>
              <a:rPr lang="en-US" smtClean="0"/>
              <a:t>Click to edit Master title style</a:t>
            </a:r>
            <a:endParaRPr dirty="0"/>
          </a:p>
        </p:txBody>
      </p:sp>
      <p:sp>
        <p:nvSpPr>
          <p:cNvPr id="3" name="Subtitle 2"/>
          <p:cNvSpPr>
            <a:spLocks noGrp="1"/>
          </p:cNvSpPr>
          <p:nvPr>
            <p:ph type="subTitle" idx="1"/>
          </p:nvPr>
        </p:nvSpPr>
        <p:spPr>
          <a:xfrm>
            <a:off x="531763" y="2286000"/>
            <a:ext cx="8764141" cy="914400"/>
          </a:xfrm>
        </p:spPr>
        <p:txBody>
          <a:bodyPr>
            <a:noAutofit/>
          </a:bodyPr>
          <a:lstStyle>
            <a:lvl1pPr marL="0" indent="0" algn="l">
              <a:spcBef>
                <a:spcPts val="0"/>
              </a:spcBef>
              <a:buNone/>
              <a:defRPr sz="24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dirty="0"/>
          </a:p>
        </p:txBody>
      </p:sp>
      <p:sp>
        <p:nvSpPr>
          <p:cNvPr id="13" name="Text Placeholder 12"/>
          <p:cNvSpPr>
            <a:spLocks noGrp="1"/>
          </p:cNvSpPr>
          <p:nvPr>
            <p:ph type="body" sz="quarter" idx="13" hasCustomPrompt="1"/>
          </p:nvPr>
        </p:nvSpPr>
        <p:spPr>
          <a:xfrm>
            <a:off x="531814" y="3429451"/>
            <a:ext cx="8763000" cy="2514149"/>
          </a:xfrm>
        </p:spPr>
        <p:txBody>
          <a:bodyPr>
            <a:noAutofit/>
          </a:bodyPr>
          <a:lstStyle>
            <a:lvl1pPr marL="1588" indent="0">
              <a:spcBef>
                <a:spcPts val="0"/>
              </a:spcBef>
              <a:buFontTx/>
              <a:buNone/>
              <a:defRPr sz="2400" baseline="0"/>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presenter’s name, title, division/business unit/organization and date</a:t>
            </a:r>
          </a:p>
        </p:txBody>
      </p:sp>
      <p:sp>
        <p:nvSpPr>
          <p:cNvPr id="4" name="Date Placeholder 3"/>
          <p:cNvSpPr>
            <a:spLocks noGrp="1"/>
          </p:cNvSpPr>
          <p:nvPr>
            <p:ph type="dt" sz="half" idx="10"/>
          </p:nvPr>
        </p:nvSpPr>
        <p:spPr/>
        <p:txBody>
          <a:bodyPr/>
          <a:lstStyle/>
          <a:p>
            <a:fld id="{97BD332E-B79B-45A1-A27B-56EAA326588B}" type="datetime1">
              <a:rPr lang="en-US" smtClean="0"/>
              <a:pPr/>
              <a:t>10/16/2014</a:t>
            </a:fld>
            <a:endParaRPr dirty="0"/>
          </a:p>
        </p:txBody>
      </p:sp>
      <p:sp>
        <p:nvSpPr>
          <p:cNvPr id="11" name="TextBox 10"/>
          <p:cNvSpPr txBox="1"/>
          <p:nvPr/>
        </p:nvSpPr>
        <p:spPr>
          <a:xfrm>
            <a:off x="5989638" y="6556248"/>
            <a:ext cx="2787651" cy="182880"/>
          </a:xfrm>
          <a:prstGeom prst="rect">
            <a:avLst/>
          </a:prstGeom>
          <a:noFill/>
        </p:spPr>
        <p:txBody>
          <a:bodyPr wrap="none" lIns="0" tIns="0" rIns="0" bIns="0" rtlCol="0" anchor="ctr" anchorCtr="0">
            <a:noAutofit/>
          </a:bodyPr>
          <a:lstStyle/>
          <a:p>
            <a:r>
              <a:rPr sz="800" dirty="0">
                <a:solidFill>
                  <a:schemeClr val="tx1">
                    <a:lumMod val="60000"/>
                    <a:lumOff val="40000"/>
                  </a:schemeClr>
                </a:solidFill>
              </a:rPr>
              <a:t>Copyright © 2014 Oracle and/or its affiliates. All rights reserved.  |</a:t>
            </a:r>
          </a:p>
        </p:txBody>
      </p:sp>
      <p:sp>
        <p:nvSpPr>
          <p:cNvPr id="5" name="Footer Placeholder 4"/>
          <p:cNvSpPr>
            <a:spLocks noGrp="1"/>
          </p:cNvSpPr>
          <p:nvPr>
            <p:ph type="ftr" sz="quarter" idx="11"/>
          </p:nvPr>
        </p:nvSpPr>
        <p:spPr/>
        <p:txBody>
          <a:bodyPr/>
          <a:lstStyle/>
          <a:p>
            <a:r>
              <a:rPr lang="en-US" dirty="0" smtClean="0"/>
              <a:t>Oracle Confidential – Restricted</a:t>
            </a:r>
            <a:endParaRPr dirty="0"/>
          </a:p>
        </p:txBody>
      </p:sp>
      <p:sp>
        <p:nvSpPr>
          <p:cNvPr id="6" name="Slide Number Placeholder 5"/>
          <p:cNvSpPr>
            <a:spLocks noGrp="1"/>
          </p:cNvSpPr>
          <p:nvPr>
            <p:ph type="sldNum" sz="quarter" idx="12"/>
          </p:nvPr>
        </p:nvSpPr>
        <p:spPr>
          <a:xfrm>
            <a:off x="11276011" y="6934200"/>
            <a:ext cx="381661" cy="182880"/>
          </a:xfrm>
        </p:spPr>
        <p:txBody>
          <a:bodyPr/>
          <a:lstStyle>
            <a:lvl1pPr>
              <a:defRPr>
                <a:solidFill>
                  <a:srgbClr val="BCC0C4"/>
                </a:solidFill>
              </a:defRPr>
            </a:lvl1pPr>
          </a:lstStyle>
          <a:p>
            <a:fld id="{C51EAA63-D034-42AE-91FA-B13B9518C7BE}" type="slidenum">
              <a:rPr/>
              <a:pPr/>
              <a:t>‹#›</a:t>
            </a:fld>
            <a:endParaRPr dirty="0"/>
          </a:p>
        </p:txBody>
      </p:sp>
      <p:sp>
        <p:nvSpPr>
          <p:cNvPr id="12" name="Rectangle 11"/>
          <p:cNvSpPr/>
          <p:nvPr/>
        </p:nvSpPr>
        <p:spPr bwMode="white">
          <a:xfrm>
            <a:off x="9828212" y="0"/>
            <a:ext cx="1828800" cy="1828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21" name="Text Placeholder 12"/>
          <p:cNvSpPr>
            <a:spLocks noGrp="1"/>
          </p:cNvSpPr>
          <p:nvPr>
            <p:ph type="body" sz="quarter" idx="15" hasCustomPrompt="1"/>
          </p:nvPr>
        </p:nvSpPr>
        <p:spPr>
          <a:xfrm>
            <a:off x="9904412" y="228600"/>
            <a:ext cx="1676400" cy="228600"/>
          </a:xfrm>
        </p:spPr>
        <p:txBody>
          <a:bodyPr anchor="b">
            <a:normAutofit/>
          </a:bodyPr>
          <a:lstStyle>
            <a:lvl1pPr marL="1588" indent="0" algn="ctr">
              <a:spcBef>
                <a:spcPts val="0"/>
              </a:spcBef>
              <a:buFontTx/>
              <a:buNone/>
              <a:defRPr sz="1400" baseline="0">
                <a:solidFill>
                  <a:schemeClr val="bg1"/>
                </a:solidFill>
              </a:defRPr>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text</a:t>
            </a:r>
          </a:p>
        </p:txBody>
      </p:sp>
      <p:pic>
        <p:nvPicPr>
          <p:cNvPr id="14" name="Oracle red badge logo" descr="Oracle logo in white on red staging background"/>
          <p:cNvPicPr>
            <a:picLocks noChangeAspect="1"/>
          </p:cNvPicPr>
          <p:nvPr userDrawn="1"/>
        </p:nvPicPr>
        <p:blipFill>
          <a:blip r:embed="rId3" cstate="print">
            <a:extLst>
              <a:ext uri="{28A0092B-C50C-407E-A947-70E740481C1C}">
                <a14:useLocalDpi xmlns:a14="http://schemas.microsoft.com/office/drawing/2010/main" xmlns="" val="0"/>
              </a:ext>
            </a:extLst>
          </a:blip>
          <a:stretch>
            <a:fillRect/>
          </a:stretch>
        </p:blipFill>
        <p:spPr bwMode="ltGray">
          <a:xfrm>
            <a:off x="531812" y="6263640"/>
            <a:ext cx="1622861" cy="594360"/>
          </a:xfrm>
          <a:prstGeom prst="rect">
            <a:avLst/>
          </a:prstGeom>
        </p:spPr>
      </p:pic>
    </p:spTree>
    <p:extLst>
      <p:ext uri="{BB962C8B-B14F-4D97-AF65-F5344CB8AC3E}">
        <p14:creationId xmlns:p14="http://schemas.microsoft.com/office/powerpoint/2010/main" xmlns="" val="30637809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Slide with Picture and 2 Logos">
    <p:bg>
      <p:bgPr>
        <a:blipFill dpi="0" rotWithShape="1">
          <a:blip r:embed="rId2" cstate="print">
            <a:lum/>
            <a:extLst>
              <a:ext uri="{28A0092B-C50C-407E-A947-70E740481C1C}">
                <a14:useLocalDpi xmlns:a14="http://schemas.microsoft.com/office/drawing/2010/main" xmlns="" val="0"/>
              </a:ext>
            </a:extLst>
          </a:blip>
          <a:srcRect/>
          <a:stretch>
            <a:fillRect/>
          </a:stretch>
        </a:blipFill>
        <a:effectLst/>
      </p:bgPr>
    </p:bg>
    <p:spTree>
      <p:nvGrpSpPr>
        <p:cNvPr id="1" name=""/>
        <p:cNvGrpSpPr/>
        <p:nvPr/>
      </p:nvGrpSpPr>
      <p:grpSpPr>
        <a:xfrm>
          <a:off x="0" y="0"/>
          <a:ext cx="0" cy="0"/>
          <a:chOff x="0" y="0"/>
          <a:chExt cx="0" cy="0"/>
        </a:xfrm>
      </p:grpSpPr>
      <p:sp>
        <p:nvSpPr>
          <p:cNvPr id="22" name="Rectangle 21" descr="Full slide 4-color photo can be inserted here. Customer/Partner and secondary logo can be included"/>
          <p:cNvSpPr/>
          <p:nvPr/>
        </p:nvSpPr>
        <p:spPr bwMode="hidden">
          <a:xfrm>
            <a:off x="0" y="0"/>
            <a:ext cx="12188825" cy="6858000"/>
          </a:xfrm>
          <a:prstGeom prst="rect">
            <a:avLst/>
          </a:prstGeom>
          <a:solidFill>
            <a:srgbClr val="46575E">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2" name="Title 1"/>
          <p:cNvSpPr>
            <a:spLocks noGrp="1"/>
          </p:cNvSpPr>
          <p:nvPr>
            <p:ph type="ctrTitle"/>
          </p:nvPr>
        </p:nvSpPr>
        <p:spPr>
          <a:xfrm>
            <a:off x="531814" y="739775"/>
            <a:ext cx="8763000" cy="1470025"/>
          </a:xfrm>
        </p:spPr>
        <p:txBody>
          <a:bodyPr/>
          <a:lstStyle>
            <a:lvl1pPr>
              <a:lnSpc>
                <a:spcPct val="80000"/>
              </a:lnSpc>
              <a:defRPr sz="4800"/>
            </a:lvl1pPr>
          </a:lstStyle>
          <a:p>
            <a:r>
              <a:rPr lang="en-US" smtClean="0"/>
              <a:t>Click to edit Master title style</a:t>
            </a:r>
            <a:endParaRPr dirty="0"/>
          </a:p>
        </p:txBody>
      </p:sp>
      <p:sp>
        <p:nvSpPr>
          <p:cNvPr id="3" name="Subtitle 2"/>
          <p:cNvSpPr>
            <a:spLocks noGrp="1"/>
          </p:cNvSpPr>
          <p:nvPr>
            <p:ph type="subTitle" idx="1"/>
          </p:nvPr>
        </p:nvSpPr>
        <p:spPr>
          <a:xfrm>
            <a:off x="531763" y="2286000"/>
            <a:ext cx="8764141" cy="914400"/>
          </a:xfrm>
        </p:spPr>
        <p:txBody>
          <a:bodyPr>
            <a:noAutofit/>
          </a:bodyPr>
          <a:lstStyle>
            <a:lvl1pPr marL="0" indent="0" algn="l">
              <a:spcBef>
                <a:spcPts val="0"/>
              </a:spcBef>
              <a:buNone/>
              <a:defRPr sz="24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dirty="0"/>
          </a:p>
        </p:txBody>
      </p:sp>
      <p:sp>
        <p:nvSpPr>
          <p:cNvPr id="13" name="Text Placeholder 12"/>
          <p:cNvSpPr>
            <a:spLocks noGrp="1"/>
          </p:cNvSpPr>
          <p:nvPr>
            <p:ph type="body" sz="quarter" idx="13" hasCustomPrompt="1"/>
          </p:nvPr>
        </p:nvSpPr>
        <p:spPr>
          <a:xfrm>
            <a:off x="531814" y="3429451"/>
            <a:ext cx="8763000" cy="2514149"/>
          </a:xfrm>
        </p:spPr>
        <p:txBody>
          <a:bodyPr>
            <a:noAutofit/>
          </a:bodyPr>
          <a:lstStyle>
            <a:lvl1pPr marL="1588" indent="0">
              <a:spcBef>
                <a:spcPts val="0"/>
              </a:spcBef>
              <a:buFontTx/>
              <a:buNone/>
              <a:defRPr sz="2400" baseline="0"/>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presenter’s name, title, division/business unit/organization and date</a:t>
            </a:r>
          </a:p>
        </p:txBody>
      </p:sp>
      <p:sp>
        <p:nvSpPr>
          <p:cNvPr id="4" name="Date Placeholder 3"/>
          <p:cNvSpPr>
            <a:spLocks noGrp="1"/>
          </p:cNvSpPr>
          <p:nvPr>
            <p:ph type="dt" sz="half" idx="10"/>
          </p:nvPr>
        </p:nvSpPr>
        <p:spPr/>
        <p:txBody>
          <a:bodyPr/>
          <a:lstStyle/>
          <a:p>
            <a:fld id="{07F61288-DAFF-4F26-90B1-87133FB2F173}" type="datetime1">
              <a:rPr lang="en-US" smtClean="0"/>
              <a:pPr/>
              <a:t>10/16/2014</a:t>
            </a:fld>
            <a:endParaRPr dirty="0"/>
          </a:p>
        </p:txBody>
      </p:sp>
      <p:sp>
        <p:nvSpPr>
          <p:cNvPr id="11" name="TextBox 10"/>
          <p:cNvSpPr txBox="1"/>
          <p:nvPr/>
        </p:nvSpPr>
        <p:spPr>
          <a:xfrm>
            <a:off x="5989638" y="6556248"/>
            <a:ext cx="2787651" cy="182880"/>
          </a:xfrm>
          <a:prstGeom prst="rect">
            <a:avLst/>
          </a:prstGeom>
          <a:noFill/>
        </p:spPr>
        <p:txBody>
          <a:bodyPr wrap="none" lIns="0" tIns="0" rIns="0" bIns="0" rtlCol="0" anchor="ctr" anchorCtr="0">
            <a:noAutofit/>
          </a:bodyPr>
          <a:lstStyle/>
          <a:p>
            <a:r>
              <a:rPr sz="800" dirty="0">
                <a:solidFill>
                  <a:schemeClr val="tx1">
                    <a:lumMod val="60000"/>
                    <a:lumOff val="40000"/>
                  </a:schemeClr>
                </a:solidFill>
              </a:rPr>
              <a:t>Copyright © 2014 Oracle and/or its affiliates. All rights reserved.  |</a:t>
            </a:r>
          </a:p>
        </p:txBody>
      </p:sp>
      <p:sp>
        <p:nvSpPr>
          <p:cNvPr id="5" name="Footer Placeholder 4"/>
          <p:cNvSpPr>
            <a:spLocks noGrp="1"/>
          </p:cNvSpPr>
          <p:nvPr>
            <p:ph type="ftr" sz="quarter" idx="11"/>
          </p:nvPr>
        </p:nvSpPr>
        <p:spPr/>
        <p:txBody>
          <a:bodyPr/>
          <a:lstStyle/>
          <a:p>
            <a:r>
              <a:rPr lang="en-US" dirty="0" smtClean="0"/>
              <a:t>Oracle Confidential – Restricted</a:t>
            </a:r>
            <a:endParaRPr dirty="0"/>
          </a:p>
        </p:txBody>
      </p:sp>
      <p:sp>
        <p:nvSpPr>
          <p:cNvPr id="6" name="Slide Number Placeholder 5"/>
          <p:cNvSpPr>
            <a:spLocks noGrp="1"/>
          </p:cNvSpPr>
          <p:nvPr>
            <p:ph type="sldNum" sz="quarter" idx="12"/>
          </p:nvPr>
        </p:nvSpPr>
        <p:spPr>
          <a:xfrm>
            <a:off x="11276011" y="6934200"/>
            <a:ext cx="381661" cy="182880"/>
          </a:xfrm>
        </p:spPr>
        <p:txBody>
          <a:bodyPr/>
          <a:lstStyle>
            <a:lvl1pPr>
              <a:defRPr>
                <a:solidFill>
                  <a:srgbClr val="BCC0C4"/>
                </a:solidFill>
              </a:defRPr>
            </a:lvl1pPr>
          </a:lstStyle>
          <a:p>
            <a:fld id="{C51EAA63-D034-42AE-91FA-B13B9518C7BE}" type="slidenum">
              <a:rPr/>
              <a:pPr/>
              <a:t>‹#›</a:t>
            </a:fld>
            <a:endParaRPr dirty="0"/>
          </a:p>
        </p:txBody>
      </p:sp>
      <p:sp>
        <p:nvSpPr>
          <p:cNvPr id="12" name="Rectangle 11"/>
          <p:cNvSpPr/>
          <p:nvPr/>
        </p:nvSpPr>
        <p:spPr bwMode="white">
          <a:xfrm>
            <a:off x="9828212" y="0"/>
            <a:ext cx="1828800" cy="1828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21" name="Text Placeholder 12"/>
          <p:cNvSpPr>
            <a:spLocks noGrp="1"/>
          </p:cNvSpPr>
          <p:nvPr>
            <p:ph type="body" sz="quarter" idx="15" hasCustomPrompt="1"/>
          </p:nvPr>
        </p:nvSpPr>
        <p:spPr>
          <a:xfrm>
            <a:off x="9904412" y="228600"/>
            <a:ext cx="1676400" cy="228600"/>
          </a:xfrm>
        </p:spPr>
        <p:txBody>
          <a:bodyPr anchor="b">
            <a:normAutofit/>
          </a:bodyPr>
          <a:lstStyle>
            <a:lvl1pPr marL="1588" indent="0" algn="ctr">
              <a:spcBef>
                <a:spcPts val="0"/>
              </a:spcBef>
              <a:buFontTx/>
              <a:buNone/>
              <a:defRPr sz="1400" baseline="0">
                <a:solidFill>
                  <a:schemeClr val="bg1"/>
                </a:solidFill>
              </a:defRPr>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text</a:t>
            </a:r>
          </a:p>
        </p:txBody>
      </p:sp>
      <p:pic>
        <p:nvPicPr>
          <p:cNvPr id="14" name="Oracle red badge logo" descr="Oracle logo in white on red staging background"/>
          <p:cNvPicPr>
            <a:picLocks noChangeAspect="1"/>
          </p:cNvPicPr>
          <p:nvPr userDrawn="1"/>
        </p:nvPicPr>
        <p:blipFill>
          <a:blip r:embed="rId3" cstate="print">
            <a:extLst>
              <a:ext uri="{28A0092B-C50C-407E-A947-70E740481C1C}">
                <a14:useLocalDpi xmlns:a14="http://schemas.microsoft.com/office/drawing/2010/main" xmlns="" val="0"/>
              </a:ext>
            </a:extLst>
          </a:blip>
          <a:stretch>
            <a:fillRect/>
          </a:stretch>
        </p:blipFill>
        <p:spPr bwMode="ltGray">
          <a:xfrm>
            <a:off x="531812" y="6263640"/>
            <a:ext cx="1622861" cy="594360"/>
          </a:xfrm>
          <a:prstGeom prst="rect">
            <a:avLst/>
          </a:prstGeom>
        </p:spPr>
      </p:pic>
      <p:sp>
        <p:nvSpPr>
          <p:cNvPr id="15" name="Rectangle 14"/>
          <p:cNvSpPr/>
          <p:nvPr userDrawn="1"/>
        </p:nvSpPr>
        <p:spPr>
          <a:xfrm>
            <a:off x="9823443" y="5409983"/>
            <a:ext cx="1828800" cy="850392"/>
          </a:xfrm>
          <a:prstGeom prst="rect">
            <a:avLst/>
          </a:prstGeom>
          <a:solidFill>
            <a:schemeClr val="tx1"/>
          </a:solidFill>
          <a:ln w="190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pPr>
            <a:endParaRPr lang="en-US" dirty="0"/>
          </a:p>
        </p:txBody>
      </p:sp>
    </p:spTree>
    <p:extLst>
      <p:ext uri="{BB962C8B-B14F-4D97-AF65-F5344CB8AC3E}">
        <p14:creationId xmlns:p14="http://schemas.microsoft.com/office/powerpoint/2010/main" xmlns="" val="141667824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dirty="0"/>
          </a:p>
        </p:txBody>
      </p:sp>
      <p:sp>
        <p:nvSpPr>
          <p:cNvPr id="3" name="Content Placeholder 2"/>
          <p:cNvSpPr>
            <a:spLocks noGrp="1"/>
          </p:cNvSpPr>
          <p:nvPr>
            <p:ph idx="1"/>
          </p:nvPr>
        </p:nvSpPr>
        <p:spPr>
          <a:xfrm>
            <a:off x="531151" y="1524001"/>
            <a:ext cx="11126522" cy="44196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4" name="Date Placeholder 3"/>
          <p:cNvSpPr>
            <a:spLocks noGrp="1"/>
          </p:cNvSpPr>
          <p:nvPr>
            <p:ph type="dt" sz="half" idx="10"/>
          </p:nvPr>
        </p:nvSpPr>
        <p:spPr/>
        <p:txBody>
          <a:bodyPr/>
          <a:lstStyle/>
          <a:p>
            <a:fld id="{1608DAF9-6384-495D-AC8A-BF5A5CBBA320}" type="datetime1">
              <a:rPr lang="en-US" smtClean="0"/>
              <a:pPr/>
              <a:t>10/16/2014</a:t>
            </a:fld>
            <a:endParaRPr dirty="0"/>
          </a:p>
        </p:txBody>
      </p:sp>
      <p:sp>
        <p:nvSpPr>
          <p:cNvPr id="5" name="Footer Placeholder 4"/>
          <p:cNvSpPr>
            <a:spLocks noGrp="1"/>
          </p:cNvSpPr>
          <p:nvPr>
            <p:ph type="ftr" sz="quarter" idx="11"/>
          </p:nvPr>
        </p:nvSpPr>
        <p:spPr/>
        <p:txBody>
          <a:bodyPr/>
          <a:lstStyle/>
          <a:p>
            <a:r>
              <a:rPr lang="en-US" dirty="0" smtClean="0"/>
              <a:t>Oracle Confidential – Restricted</a:t>
            </a:r>
            <a:endParaRPr dirty="0"/>
          </a:p>
        </p:txBody>
      </p:sp>
      <p:sp>
        <p:nvSpPr>
          <p:cNvPr id="6" name="Slide Number Placeholder 5"/>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xmlns="" val="207523840"/>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Sub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dirty="0"/>
          </a:p>
        </p:txBody>
      </p:sp>
      <p:sp>
        <p:nvSpPr>
          <p:cNvPr id="7" name="Text Placeholder 12"/>
          <p:cNvSpPr>
            <a:spLocks noGrp="1"/>
          </p:cNvSpPr>
          <p:nvPr>
            <p:ph type="body" sz="quarter" idx="13" hasCustomPrompt="1"/>
          </p:nvPr>
        </p:nvSpPr>
        <p:spPr>
          <a:xfrm>
            <a:off x="531813" y="1373741"/>
            <a:ext cx="11125199" cy="343299"/>
          </a:xfrm>
        </p:spPr>
        <p:txBody>
          <a:bodyPr>
            <a:noAutofit/>
          </a:bodyPr>
          <a:lstStyle>
            <a:lvl1pPr marL="1588" indent="0">
              <a:spcBef>
                <a:spcPts val="0"/>
              </a:spcBef>
              <a:buFontTx/>
              <a:buNone/>
              <a:defRPr sz="2400" b="1" baseline="0"/>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subtitle</a:t>
            </a:r>
          </a:p>
        </p:txBody>
      </p:sp>
      <p:sp>
        <p:nvSpPr>
          <p:cNvPr id="3" name="Content Placeholder 2"/>
          <p:cNvSpPr>
            <a:spLocks noGrp="1"/>
          </p:cNvSpPr>
          <p:nvPr>
            <p:ph idx="1"/>
          </p:nvPr>
        </p:nvSpPr>
        <p:spPr>
          <a:xfrm>
            <a:off x="531151" y="1981200"/>
            <a:ext cx="11126522" cy="39624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4" name="Date Placeholder 3"/>
          <p:cNvSpPr>
            <a:spLocks noGrp="1"/>
          </p:cNvSpPr>
          <p:nvPr>
            <p:ph type="dt" sz="half" idx="10"/>
          </p:nvPr>
        </p:nvSpPr>
        <p:spPr/>
        <p:txBody>
          <a:bodyPr/>
          <a:lstStyle/>
          <a:p>
            <a:fld id="{1B881F4A-2D78-4FFA-9680-236022582ABC}" type="datetime1">
              <a:rPr lang="en-US" smtClean="0"/>
              <a:pPr/>
              <a:t>10/16/2014</a:t>
            </a:fld>
            <a:endParaRPr dirty="0"/>
          </a:p>
        </p:txBody>
      </p:sp>
      <p:sp>
        <p:nvSpPr>
          <p:cNvPr id="5" name="Footer Placeholder 4"/>
          <p:cNvSpPr>
            <a:spLocks noGrp="1"/>
          </p:cNvSpPr>
          <p:nvPr>
            <p:ph type="ftr" sz="quarter" idx="11"/>
          </p:nvPr>
        </p:nvSpPr>
        <p:spPr/>
        <p:txBody>
          <a:bodyPr/>
          <a:lstStyle/>
          <a:p>
            <a:r>
              <a:rPr lang="en-US" dirty="0" smtClean="0"/>
              <a:t>Oracle Confidential – Restricted</a:t>
            </a:r>
            <a:endParaRPr dirty="0"/>
          </a:p>
        </p:txBody>
      </p:sp>
      <p:sp>
        <p:nvSpPr>
          <p:cNvPr id="6" name="Slide Number Placeholder 5"/>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xmlns="" val="3371768353"/>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Program Agenda">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mtClean="0"/>
              <a:t>Click to edit Master title style</a:t>
            </a:r>
            <a:endParaRPr dirty="0"/>
          </a:p>
        </p:txBody>
      </p:sp>
      <p:sp>
        <p:nvSpPr>
          <p:cNvPr id="8" name="Text Placeholder 7"/>
          <p:cNvSpPr>
            <a:spLocks noGrp="1"/>
          </p:cNvSpPr>
          <p:nvPr>
            <p:ph type="body" sz="quarter" idx="13"/>
          </p:nvPr>
        </p:nvSpPr>
        <p:spPr>
          <a:xfrm>
            <a:off x="2795931" y="1981199"/>
            <a:ext cx="8861082" cy="3962401"/>
          </a:xfrm>
        </p:spPr>
        <p:txBody>
          <a:bodyPr>
            <a:noAutofit/>
          </a:bodyPr>
          <a:lstStyle>
            <a:lvl1pPr marL="1588" indent="0">
              <a:spcBef>
                <a:spcPts val="2400"/>
              </a:spcBef>
              <a:buNone/>
              <a:defRPr sz="2800"/>
            </a:lvl1pPr>
            <a:lvl2pPr marL="1588" indent="0">
              <a:spcBef>
                <a:spcPts val="2400"/>
              </a:spcBef>
              <a:buNone/>
              <a:defRPr sz="2800"/>
            </a:lvl2pPr>
            <a:lvl3pPr marL="1588" indent="0">
              <a:spcBef>
                <a:spcPts val="2400"/>
              </a:spcBef>
              <a:buNone/>
              <a:defRPr sz="2800"/>
            </a:lvl3pPr>
            <a:lvl4pPr marL="1588" indent="0">
              <a:spcBef>
                <a:spcPts val="2400"/>
              </a:spcBef>
              <a:buNone/>
              <a:defRPr sz="2800"/>
            </a:lvl4pPr>
            <a:lvl5pPr marL="1588" indent="0">
              <a:spcBef>
                <a:spcPts val="2400"/>
              </a:spcBef>
              <a:buNone/>
              <a:defRPr sz="2800"/>
            </a:lvl5pPr>
            <a:lvl6pPr marL="1588" indent="0">
              <a:spcBef>
                <a:spcPts val="2400"/>
              </a:spcBef>
              <a:buNone/>
              <a:defRPr sz="2800"/>
            </a:lvl6pPr>
            <a:lvl7pPr marL="1588" indent="0">
              <a:spcBef>
                <a:spcPts val="2400"/>
              </a:spcBef>
              <a:buNone/>
              <a:defRPr sz="2800"/>
            </a:lvl7pPr>
            <a:lvl8pPr marL="1588" indent="0">
              <a:spcBef>
                <a:spcPts val="2400"/>
              </a:spcBef>
              <a:buNone/>
              <a:defRPr sz="2800"/>
            </a:lvl8pPr>
            <a:lvl9pPr marL="1588" indent="0">
              <a:spcBef>
                <a:spcPts val="2400"/>
              </a:spcBef>
              <a:buNone/>
              <a:defRPr sz="2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4" name="Date Placeholder 3"/>
          <p:cNvSpPr>
            <a:spLocks noGrp="1"/>
          </p:cNvSpPr>
          <p:nvPr>
            <p:ph type="dt" sz="half" idx="10"/>
          </p:nvPr>
        </p:nvSpPr>
        <p:spPr/>
        <p:txBody>
          <a:bodyPr>
            <a:noAutofit/>
          </a:bodyPr>
          <a:lstStyle/>
          <a:p>
            <a:fld id="{D0E10E74-6839-41BE-9225-9F5008CB6117}" type="datetime1">
              <a:rPr lang="en-US" smtClean="0"/>
              <a:pPr/>
              <a:t>10/16/2014</a:t>
            </a:fld>
            <a:endParaRPr dirty="0"/>
          </a:p>
        </p:txBody>
      </p:sp>
      <p:sp>
        <p:nvSpPr>
          <p:cNvPr id="5" name="Footer Placeholder 4"/>
          <p:cNvSpPr>
            <a:spLocks noGrp="1"/>
          </p:cNvSpPr>
          <p:nvPr>
            <p:ph type="ftr" sz="quarter" idx="11"/>
          </p:nvPr>
        </p:nvSpPr>
        <p:spPr/>
        <p:txBody>
          <a:bodyPr>
            <a:noAutofit/>
          </a:bodyPr>
          <a:lstStyle/>
          <a:p>
            <a:r>
              <a:rPr lang="en-US" dirty="0" smtClean="0"/>
              <a:t>Oracle Confidential – Restricted</a:t>
            </a:r>
            <a:endParaRPr dirty="0"/>
          </a:p>
        </p:txBody>
      </p:sp>
      <p:sp>
        <p:nvSpPr>
          <p:cNvPr id="6" name="Slide Number Placeholder 5"/>
          <p:cNvSpPr>
            <a:spLocks noGrp="1"/>
          </p:cNvSpPr>
          <p:nvPr>
            <p:ph type="sldNum" sz="quarter" idx="12"/>
          </p:nvPr>
        </p:nvSpPr>
        <p:spPr/>
        <p:txBody>
          <a:bodyPr>
            <a:noAutofit/>
          </a:bodyPr>
          <a:lstStyle/>
          <a:p>
            <a:fld id="{C51EAA63-D034-42AE-91FA-B13B9518C7BE}" type="slidenum">
              <a:rPr/>
              <a:pPr/>
              <a:t>‹#›</a:t>
            </a:fld>
            <a:endParaRPr dirty="0"/>
          </a:p>
        </p:txBody>
      </p:sp>
    </p:spTree>
    <p:extLst>
      <p:ext uri="{BB962C8B-B14F-4D97-AF65-F5344CB8AC3E}">
        <p14:creationId xmlns:p14="http://schemas.microsoft.com/office/powerpoint/2010/main" xmlns="" val="681229641"/>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secHead" preserve="1">
  <p:cSld name="Section Header without Picture">
    <p:spTree>
      <p:nvGrpSpPr>
        <p:cNvPr id="1" name=""/>
        <p:cNvGrpSpPr/>
        <p:nvPr/>
      </p:nvGrpSpPr>
      <p:grpSpPr>
        <a:xfrm>
          <a:off x="0" y="0"/>
          <a:ext cx="0" cy="0"/>
          <a:chOff x="0" y="0"/>
          <a:chExt cx="0" cy="0"/>
        </a:xfrm>
      </p:grpSpPr>
      <p:sp>
        <p:nvSpPr>
          <p:cNvPr id="2" name="Title 1"/>
          <p:cNvSpPr>
            <a:spLocks noGrp="1"/>
          </p:cNvSpPr>
          <p:nvPr>
            <p:ph type="title"/>
          </p:nvPr>
        </p:nvSpPr>
        <p:spPr>
          <a:xfrm>
            <a:off x="531813" y="2600324"/>
            <a:ext cx="11125200" cy="1371600"/>
          </a:xfrm>
        </p:spPr>
        <p:txBody>
          <a:bodyPr anchor="b"/>
          <a:lstStyle>
            <a:lvl1pPr algn="l">
              <a:lnSpc>
                <a:spcPct val="80000"/>
              </a:lnSpc>
              <a:defRPr sz="4800" b="0" cap="none" baseline="0"/>
            </a:lvl1pPr>
          </a:lstStyle>
          <a:p>
            <a:r>
              <a:rPr lang="en-US" smtClean="0"/>
              <a:t>Click to edit Master title style</a:t>
            </a:r>
            <a:endParaRPr/>
          </a:p>
        </p:txBody>
      </p:sp>
      <p:sp>
        <p:nvSpPr>
          <p:cNvPr id="3" name="Text Placeholder 2"/>
          <p:cNvSpPr>
            <a:spLocks noGrp="1"/>
          </p:cNvSpPr>
          <p:nvPr>
            <p:ph type="body" idx="1"/>
          </p:nvPr>
        </p:nvSpPr>
        <p:spPr>
          <a:xfrm>
            <a:off x="531813" y="4038598"/>
            <a:ext cx="11125200" cy="914400"/>
          </a:xfrm>
        </p:spPr>
        <p:txBody>
          <a:bodyPr anchor="t">
            <a:noAutofit/>
          </a:bodyPr>
          <a:lstStyle>
            <a:lvl1pPr marL="0" indent="0">
              <a:spcBef>
                <a:spcPts val="0"/>
              </a:spcBef>
              <a:buNone/>
              <a:defRPr sz="2400" b="1">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9E48225C-8443-4F00-8E8A-7485D10C2FE4}" type="datetime1">
              <a:rPr lang="en-US" smtClean="0"/>
              <a:pPr/>
              <a:t>10/16/2014</a:t>
            </a:fld>
            <a:endParaRPr dirty="0"/>
          </a:p>
        </p:txBody>
      </p:sp>
      <p:sp>
        <p:nvSpPr>
          <p:cNvPr id="5" name="Footer Placeholder 4"/>
          <p:cNvSpPr>
            <a:spLocks noGrp="1"/>
          </p:cNvSpPr>
          <p:nvPr>
            <p:ph type="ftr" sz="quarter" idx="11"/>
          </p:nvPr>
        </p:nvSpPr>
        <p:spPr/>
        <p:txBody>
          <a:bodyPr/>
          <a:lstStyle/>
          <a:p>
            <a:r>
              <a:rPr lang="en-US" dirty="0" smtClean="0"/>
              <a:t>Oracle Confidential – Restricted</a:t>
            </a:r>
            <a:endParaRPr dirty="0"/>
          </a:p>
        </p:txBody>
      </p:sp>
      <p:sp>
        <p:nvSpPr>
          <p:cNvPr id="6" name="Slide Number Placeholder 5"/>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xmlns="" val="1513853333"/>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secHead" preserve="1">
  <p:cSld name="Section Header with Picture">
    <p:bg>
      <p:bgPr>
        <a:blipFill dpi="0" rotWithShape="1">
          <a:blip r:embed="rId2" cstate="print">
            <a:lum/>
            <a:extLst>
              <a:ext uri="{28A0092B-C50C-407E-A947-70E740481C1C}">
                <a14:useLocalDpi xmlns:a14="http://schemas.microsoft.com/office/drawing/2010/main" xmlns="" val="0"/>
              </a:ext>
            </a:extLst>
          </a:blip>
          <a:srcRect/>
          <a:stretch>
            <a:fillRect/>
          </a:stretch>
        </a:blipFill>
        <a:effectLst/>
      </p:bgPr>
    </p:bg>
    <p:spTree>
      <p:nvGrpSpPr>
        <p:cNvPr id="1" name=""/>
        <p:cNvGrpSpPr/>
        <p:nvPr/>
      </p:nvGrpSpPr>
      <p:grpSpPr>
        <a:xfrm>
          <a:off x="0" y="0"/>
          <a:ext cx="0" cy="0"/>
          <a:chOff x="0" y="0"/>
          <a:chExt cx="0" cy="0"/>
        </a:xfrm>
      </p:grpSpPr>
      <p:sp>
        <p:nvSpPr>
          <p:cNvPr id="18" name="Rectangle 17" descr="Full bleed 4-color photo can be inserted here"/>
          <p:cNvSpPr/>
          <p:nvPr/>
        </p:nvSpPr>
        <p:spPr bwMode="hidden">
          <a:xfrm>
            <a:off x="0" y="0"/>
            <a:ext cx="12188825" cy="6858000"/>
          </a:xfrm>
          <a:prstGeom prst="rect">
            <a:avLst/>
          </a:pr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grpSp>
        <p:nvGrpSpPr>
          <p:cNvPr id="7" name="Group 6"/>
          <p:cNvGrpSpPr/>
          <p:nvPr/>
        </p:nvGrpSpPr>
        <p:grpSpPr bwMode="gray">
          <a:xfrm>
            <a:off x="-287" y="0"/>
            <a:ext cx="12189399" cy="6858000"/>
            <a:chOff x="-287" y="0"/>
            <a:chExt cx="12189399" cy="6858000"/>
          </a:xfrm>
        </p:grpSpPr>
        <p:sp>
          <p:nvSpPr>
            <p:cNvPr id="9" name="Rectangle 8"/>
            <p:cNvSpPr/>
            <p:nvPr/>
          </p:nvSpPr>
          <p:spPr bwMode="gray">
            <a:xfrm>
              <a:off x="-287" y="0"/>
              <a:ext cx="193962" cy="6852146"/>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0" name="Rectangle 9"/>
            <p:cNvSpPr/>
            <p:nvPr/>
          </p:nvSpPr>
          <p:spPr bwMode="gray">
            <a:xfrm>
              <a:off x="11995151" y="5854"/>
              <a:ext cx="193960" cy="6852146"/>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1" name="Rectangle 10"/>
            <p:cNvSpPr/>
            <p:nvPr/>
          </p:nvSpPr>
          <p:spPr bwMode="gray">
            <a:xfrm>
              <a:off x="-286" y="6400800"/>
              <a:ext cx="12189396" cy="4572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2" name="Rectangle 11"/>
            <p:cNvSpPr/>
            <p:nvPr/>
          </p:nvSpPr>
          <p:spPr bwMode="gray">
            <a:xfrm>
              <a:off x="-286" y="0"/>
              <a:ext cx="12189398" cy="192024"/>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grpSp>
      <p:sp>
        <p:nvSpPr>
          <p:cNvPr id="2" name="Title 1"/>
          <p:cNvSpPr>
            <a:spLocks noGrp="1"/>
          </p:cNvSpPr>
          <p:nvPr>
            <p:ph type="title"/>
          </p:nvPr>
        </p:nvSpPr>
        <p:spPr>
          <a:xfrm>
            <a:off x="531813" y="2600324"/>
            <a:ext cx="11125200" cy="1371600"/>
          </a:xfrm>
        </p:spPr>
        <p:txBody>
          <a:bodyPr anchor="b">
            <a:noAutofit/>
          </a:bodyPr>
          <a:lstStyle>
            <a:lvl1pPr algn="l">
              <a:lnSpc>
                <a:spcPct val="80000"/>
              </a:lnSpc>
              <a:defRPr sz="4800" b="0" cap="none" baseline="0"/>
            </a:lvl1pPr>
          </a:lstStyle>
          <a:p>
            <a:r>
              <a:rPr lang="en-US" smtClean="0"/>
              <a:t>Click to edit Master title style</a:t>
            </a:r>
            <a:endParaRPr dirty="0"/>
          </a:p>
        </p:txBody>
      </p:sp>
      <p:sp>
        <p:nvSpPr>
          <p:cNvPr id="3" name="Text Placeholder 2"/>
          <p:cNvSpPr>
            <a:spLocks noGrp="1"/>
          </p:cNvSpPr>
          <p:nvPr>
            <p:ph type="body" idx="1"/>
          </p:nvPr>
        </p:nvSpPr>
        <p:spPr>
          <a:xfrm>
            <a:off x="531813" y="4038598"/>
            <a:ext cx="11125200" cy="914400"/>
          </a:xfrm>
        </p:spPr>
        <p:txBody>
          <a:bodyPr anchor="t">
            <a:noAutofit/>
          </a:bodyPr>
          <a:lstStyle>
            <a:lvl1pPr marL="0" indent="0">
              <a:spcBef>
                <a:spcPts val="0"/>
              </a:spcBef>
              <a:buNone/>
              <a:defRPr sz="2400" b="1">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noAutofit/>
          </a:bodyPr>
          <a:lstStyle>
            <a:lvl1pPr>
              <a:defRPr>
                <a:solidFill>
                  <a:schemeClr val="bg1">
                    <a:lumMod val="60000"/>
                    <a:lumOff val="40000"/>
                  </a:schemeClr>
                </a:solidFill>
              </a:defRPr>
            </a:lvl1pPr>
          </a:lstStyle>
          <a:p>
            <a:fld id="{0FFA0E16-3E98-44E2-AFF4-56F4A6C4D256}" type="datetime1">
              <a:rPr lang="en-US" smtClean="0"/>
              <a:pPr/>
              <a:t>10/16/2014</a:t>
            </a:fld>
            <a:endParaRPr dirty="0"/>
          </a:p>
        </p:txBody>
      </p:sp>
      <p:sp>
        <p:nvSpPr>
          <p:cNvPr id="14" name="TextBox 13"/>
          <p:cNvSpPr txBox="1"/>
          <p:nvPr/>
        </p:nvSpPr>
        <p:spPr>
          <a:xfrm>
            <a:off x="5989638" y="6556248"/>
            <a:ext cx="2787651" cy="182880"/>
          </a:xfrm>
          <a:prstGeom prst="rect">
            <a:avLst/>
          </a:prstGeom>
          <a:noFill/>
        </p:spPr>
        <p:txBody>
          <a:bodyPr wrap="none" lIns="0" tIns="0" rIns="0" bIns="0" rtlCol="0" anchor="ctr" anchorCtr="0">
            <a:noAutofit/>
          </a:bodyPr>
          <a:lstStyle/>
          <a:p>
            <a:r>
              <a:rPr sz="800" dirty="0">
                <a:solidFill>
                  <a:schemeClr val="bg1">
                    <a:lumMod val="60000"/>
                    <a:lumOff val="40000"/>
                  </a:schemeClr>
                </a:solidFill>
              </a:rPr>
              <a:t>Copyright © 2014 Oracle and/or its affiliates. All rights reserved.  |</a:t>
            </a:r>
          </a:p>
        </p:txBody>
      </p:sp>
      <p:sp>
        <p:nvSpPr>
          <p:cNvPr id="5" name="Footer Placeholder 4"/>
          <p:cNvSpPr>
            <a:spLocks noGrp="1"/>
          </p:cNvSpPr>
          <p:nvPr>
            <p:ph type="ftr" sz="quarter" idx="11"/>
          </p:nvPr>
        </p:nvSpPr>
        <p:spPr/>
        <p:txBody>
          <a:bodyPr>
            <a:noAutofit/>
          </a:bodyPr>
          <a:lstStyle>
            <a:lvl1pPr>
              <a:defRPr>
                <a:solidFill>
                  <a:schemeClr val="bg1">
                    <a:lumMod val="60000"/>
                    <a:lumOff val="40000"/>
                  </a:schemeClr>
                </a:solidFill>
              </a:defRPr>
            </a:lvl1pPr>
          </a:lstStyle>
          <a:p>
            <a:r>
              <a:rPr lang="en-US" dirty="0" smtClean="0"/>
              <a:t>Oracle Confidential – Restricted</a:t>
            </a:r>
            <a:endParaRPr dirty="0"/>
          </a:p>
        </p:txBody>
      </p:sp>
      <p:sp>
        <p:nvSpPr>
          <p:cNvPr id="6" name="Slide Number Placeholder 5"/>
          <p:cNvSpPr>
            <a:spLocks noGrp="1"/>
          </p:cNvSpPr>
          <p:nvPr>
            <p:ph type="sldNum" sz="quarter" idx="12"/>
          </p:nvPr>
        </p:nvSpPr>
        <p:spPr/>
        <p:txBody>
          <a:bodyPr>
            <a:noAutofit/>
          </a:bodyPr>
          <a:lstStyle>
            <a:lvl1pPr>
              <a:defRPr>
                <a:solidFill>
                  <a:schemeClr val="bg1">
                    <a:lumMod val="60000"/>
                    <a:lumOff val="40000"/>
                  </a:schemeClr>
                </a:solidFill>
              </a:defRPr>
            </a:lvl1pPr>
          </a:lstStyle>
          <a:p>
            <a:fld id="{C51EAA63-D034-42AE-91FA-B13B9518C7BE}" type="slidenum">
              <a:rPr/>
              <a:pPr/>
              <a:t>‹#›</a:t>
            </a:fld>
            <a:endParaRPr dirty="0"/>
          </a:p>
        </p:txBody>
      </p:sp>
      <p:pic>
        <p:nvPicPr>
          <p:cNvPr id="15" name="Oracle red badge logo" descr="Oracle logo in white on red staging background"/>
          <p:cNvPicPr>
            <a:picLocks noChangeAspect="1"/>
          </p:cNvPicPr>
          <p:nvPr userDrawn="1"/>
        </p:nvPicPr>
        <p:blipFill>
          <a:blip r:embed="rId3" cstate="print">
            <a:extLst>
              <a:ext uri="{28A0092B-C50C-407E-A947-70E740481C1C}">
                <a14:useLocalDpi xmlns:a14="http://schemas.microsoft.com/office/drawing/2010/main" xmlns="" val="0"/>
              </a:ext>
            </a:extLst>
          </a:blip>
          <a:stretch>
            <a:fillRect/>
          </a:stretch>
        </p:blipFill>
        <p:spPr bwMode="ltGray">
          <a:xfrm>
            <a:off x="531812" y="6263640"/>
            <a:ext cx="1622861" cy="594360"/>
          </a:xfrm>
          <a:prstGeom prst="rect">
            <a:avLst/>
          </a:prstGeom>
        </p:spPr>
      </p:pic>
    </p:spTree>
    <p:extLst>
      <p:ext uri="{BB962C8B-B14F-4D97-AF65-F5344CB8AC3E}">
        <p14:creationId xmlns:p14="http://schemas.microsoft.com/office/powerpoint/2010/main" xmlns="" val="111766733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Announcement">
    <p:spTree>
      <p:nvGrpSpPr>
        <p:cNvPr id="1" name=""/>
        <p:cNvGrpSpPr/>
        <p:nvPr/>
      </p:nvGrpSpPr>
      <p:grpSpPr>
        <a:xfrm>
          <a:off x="0" y="0"/>
          <a:ext cx="0" cy="0"/>
          <a:chOff x="0" y="0"/>
          <a:chExt cx="0" cy="0"/>
        </a:xfrm>
      </p:grpSpPr>
      <p:sp>
        <p:nvSpPr>
          <p:cNvPr id="2" name="Title 1"/>
          <p:cNvSpPr>
            <a:spLocks noGrp="1"/>
          </p:cNvSpPr>
          <p:nvPr>
            <p:ph type="title"/>
          </p:nvPr>
        </p:nvSpPr>
        <p:spPr>
          <a:xfrm>
            <a:off x="531812" y="1905000"/>
            <a:ext cx="4800600" cy="1645920"/>
          </a:xfrm>
        </p:spPr>
        <p:txBody>
          <a:bodyPr anchor="b"/>
          <a:lstStyle>
            <a:lvl1pPr algn="l">
              <a:lnSpc>
                <a:spcPct val="80000"/>
              </a:lnSpc>
              <a:defRPr sz="4800" b="0"/>
            </a:lvl1pPr>
          </a:lstStyle>
          <a:p>
            <a:r>
              <a:rPr lang="en-US" smtClean="0"/>
              <a:t>Click to edit Master title style</a:t>
            </a:r>
            <a:endParaRPr dirty="0"/>
          </a:p>
        </p:txBody>
      </p:sp>
      <p:sp>
        <p:nvSpPr>
          <p:cNvPr id="4" name="Text Placeholder 3"/>
          <p:cNvSpPr>
            <a:spLocks noGrp="1"/>
          </p:cNvSpPr>
          <p:nvPr>
            <p:ph type="body" sz="half" idx="2"/>
          </p:nvPr>
        </p:nvSpPr>
        <p:spPr>
          <a:xfrm>
            <a:off x="531812" y="3657600"/>
            <a:ext cx="4800599" cy="1645920"/>
          </a:xfrm>
        </p:spPr>
        <p:txBody>
          <a:bodyPr>
            <a:noAutofit/>
          </a:bodyPr>
          <a:lstStyle>
            <a:lvl1pPr marL="0" indent="0">
              <a:spcBef>
                <a:spcPts val="0"/>
              </a:spcBef>
              <a:buNone/>
              <a:defRPr sz="2400" b="1"/>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3" name="Picture Placeholder 2" descr="A photo of your product can be included here"/>
          <p:cNvSpPr>
            <a:spLocks noGrp="1"/>
          </p:cNvSpPr>
          <p:nvPr>
            <p:ph type="pic" idx="1"/>
          </p:nvPr>
        </p:nvSpPr>
        <p:spPr>
          <a:xfrm>
            <a:off x="5588456" y="533400"/>
            <a:ext cx="6068558" cy="5410200"/>
          </a:xfrm>
          <a:noFill/>
        </p:spPr>
        <p:txBody>
          <a:bodyPr tIns="182880">
            <a:no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smtClean="0"/>
              <a:t>Click icon to add picture</a:t>
            </a:r>
            <a:endParaRPr dirty="0"/>
          </a:p>
        </p:txBody>
      </p:sp>
      <p:sp>
        <p:nvSpPr>
          <p:cNvPr id="5" name="Date Placeholder 4"/>
          <p:cNvSpPr>
            <a:spLocks noGrp="1"/>
          </p:cNvSpPr>
          <p:nvPr>
            <p:ph type="dt" sz="half" idx="10"/>
          </p:nvPr>
        </p:nvSpPr>
        <p:spPr/>
        <p:txBody>
          <a:bodyPr/>
          <a:lstStyle/>
          <a:p>
            <a:fld id="{0EBA37CA-BA7C-4C80-9545-E127C1D31836}" type="datetime1">
              <a:rPr lang="en-US" smtClean="0"/>
              <a:pPr/>
              <a:t>10/16/2014</a:t>
            </a:fld>
            <a:endParaRPr dirty="0"/>
          </a:p>
        </p:txBody>
      </p:sp>
      <p:sp>
        <p:nvSpPr>
          <p:cNvPr id="6" name="Footer Placeholder 5"/>
          <p:cNvSpPr>
            <a:spLocks noGrp="1"/>
          </p:cNvSpPr>
          <p:nvPr>
            <p:ph type="ftr" sz="quarter" idx="11"/>
          </p:nvPr>
        </p:nvSpPr>
        <p:spPr/>
        <p:txBody>
          <a:bodyPr/>
          <a:lstStyle/>
          <a:p>
            <a:r>
              <a:rPr lang="en-US" dirty="0" smtClean="0"/>
              <a:t>Oracle Confidential – Restricted</a:t>
            </a:r>
            <a:endParaRPr dirty="0"/>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xmlns="" val="2670370585"/>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Remote Speaker Picture Slid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4F63CCC0-C02D-4AD2-9C2B-49DDDB603678}" type="datetime1">
              <a:rPr lang="en-US" smtClean="0"/>
              <a:pPr/>
              <a:t>10/16/2014</a:t>
            </a:fld>
            <a:endParaRPr lang="en-US" dirty="0"/>
          </a:p>
        </p:txBody>
      </p:sp>
      <p:sp>
        <p:nvSpPr>
          <p:cNvPr id="4" name="Footer Placeholder 3"/>
          <p:cNvSpPr>
            <a:spLocks noGrp="1"/>
          </p:cNvSpPr>
          <p:nvPr>
            <p:ph type="ftr" sz="quarter" idx="11"/>
          </p:nvPr>
        </p:nvSpPr>
        <p:spPr/>
        <p:txBody>
          <a:bodyPr/>
          <a:lstStyle/>
          <a:p>
            <a:r>
              <a:rPr lang="en-US" dirty="0" smtClean="0"/>
              <a:t>Oracle Confidential – Restricted</a:t>
            </a:r>
            <a:endParaRPr lang="en-US" dirty="0"/>
          </a:p>
        </p:txBody>
      </p:sp>
      <p:sp>
        <p:nvSpPr>
          <p:cNvPr id="5" name="Slide Number Placeholder 4"/>
          <p:cNvSpPr>
            <a:spLocks noGrp="1"/>
          </p:cNvSpPr>
          <p:nvPr>
            <p:ph type="sldNum" sz="quarter" idx="12"/>
          </p:nvPr>
        </p:nvSpPr>
        <p:spPr/>
        <p:txBody>
          <a:bodyPr/>
          <a:lstStyle/>
          <a:p>
            <a:fld id="{C51EAA63-D034-42AE-91FA-B13B9518C7BE}" type="slidenum">
              <a:rPr lang="en-US" smtClean="0"/>
              <a:pPr/>
              <a:t>‹#›</a:t>
            </a:fld>
            <a:endParaRPr lang="en-US" dirty="0"/>
          </a:p>
        </p:txBody>
      </p:sp>
      <p:sp>
        <p:nvSpPr>
          <p:cNvPr id="6" name="Picture Placeholder 2" descr="If presenting remotely, you can insert your photo here"/>
          <p:cNvSpPr>
            <a:spLocks noGrp="1" noChangeAspect="1"/>
          </p:cNvSpPr>
          <p:nvPr>
            <p:ph type="pic" idx="1"/>
          </p:nvPr>
        </p:nvSpPr>
        <p:spPr>
          <a:xfrm>
            <a:off x="2285999" y="1828800"/>
            <a:ext cx="3474720" cy="3841445"/>
          </a:xfrm>
          <a:noFill/>
        </p:spPr>
        <p:txBody>
          <a:bodyPr tIns="182880">
            <a:no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smtClean="0"/>
              <a:t>Click icon to add picture</a:t>
            </a:r>
            <a:endParaRPr dirty="0"/>
          </a:p>
        </p:txBody>
      </p:sp>
      <p:sp>
        <p:nvSpPr>
          <p:cNvPr id="11" name="Text Placeholder 10"/>
          <p:cNvSpPr>
            <a:spLocks noGrp="1"/>
          </p:cNvSpPr>
          <p:nvPr>
            <p:ph type="body" sz="quarter" idx="14"/>
          </p:nvPr>
        </p:nvSpPr>
        <p:spPr>
          <a:xfrm>
            <a:off x="6035040" y="1828799"/>
            <a:ext cx="5102352" cy="3840480"/>
          </a:xfrm>
        </p:spPr>
        <p:txBody>
          <a:bodyPr anchor="ctr" anchorCtr="0"/>
          <a:lstStyle>
            <a:lvl1pPr>
              <a:spcBef>
                <a:spcPts val="0"/>
              </a:spcBef>
              <a:spcAft>
                <a:spcPts val="800"/>
              </a:spcAft>
              <a:buClr>
                <a:schemeClr val="bg1"/>
              </a:buClr>
              <a:defRPr b="1"/>
            </a:lvl1pPr>
            <a:lvl2pPr marL="228600">
              <a:spcBef>
                <a:spcPts val="0"/>
              </a:spcBef>
              <a:buClr>
                <a:schemeClr val="bg1"/>
              </a:buClr>
              <a:defRPr/>
            </a:lvl2pPr>
          </a:lstStyle>
          <a:p>
            <a:pPr lvl="0"/>
            <a:r>
              <a:rPr lang="en-US" smtClean="0"/>
              <a:t>Click to edit Master text styles</a:t>
            </a:r>
          </a:p>
          <a:p>
            <a:pPr lvl="1"/>
            <a:r>
              <a:rPr lang="en-US" smtClean="0"/>
              <a:t>Second level</a:t>
            </a:r>
          </a:p>
        </p:txBody>
      </p:sp>
    </p:spTree>
    <p:extLst>
      <p:ext uri="{BB962C8B-B14F-4D97-AF65-F5344CB8AC3E}">
        <p14:creationId xmlns:p14="http://schemas.microsoft.com/office/powerpoint/2010/main" xmlns="" val="1596256317"/>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with Logo">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198812" y="1905000"/>
            <a:ext cx="8456613" cy="2209800"/>
          </a:xfrm>
        </p:spPr>
        <p:txBody>
          <a:bodyPr anchor="t"/>
          <a:lstStyle>
            <a:lvl1pPr marL="228600" indent="-228600" algn="l">
              <a:defRPr sz="4000" b="0"/>
            </a:lvl1pPr>
          </a:lstStyle>
          <a:p>
            <a:r>
              <a:rPr dirty="0"/>
              <a:t>“Click to type customer or partner quote surrounded by quotation marks.”</a:t>
            </a:r>
          </a:p>
        </p:txBody>
      </p:sp>
      <p:sp>
        <p:nvSpPr>
          <p:cNvPr id="4" name="Text Placeholder 3"/>
          <p:cNvSpPr>
            <a:spLocks noGrp="1"/>
          </p:cNvSpPr>
          <p:nvPr>
            <p:ph type="body" sz="half" idx="2" hasCustomPrompt="1"/>
          </p:nvPr>
        </p:nvSpPr>
        <p:spPr>
          <a:xfrm>
            <a:off x="3503611" y="4191000"/>
            <a:ext cx="8151813" cy="762000"/>
          </a:xfrm>
        </p:spPr>
        <p:txBody>
          <a:bodyPr>
            <a:noAutofit/>
          </a:bodyPr>
          <a:lstStyle>
            <a:lvl1pPr marL="292100" indent="-292100">
              <a:spcBef>
                <a:spcPts val="0"/>
              </a:spcBef>
              <a:buClr>
                <a:schemeClr val="tx1"/>
              </a:buClr>
              <a:buFont typeface="Arial" panose="020B0604020202020204" pitchFamily="34" charset="0"/>
              <a:buChar char="–"/>
              <a:defRPr sz="2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dirty="0"/>
              <a:t>Click to add Name, Title, Company</a:t>
            </a:r>
          </a:p>
        </p:txBody>
      </p:sp>
      <p:sp>
        <p:nvSpPr>
          <p:cNvPr id="5" name="Date Placeholder 4"/>
          <p:cNvSpPr>
            <a:spLocks noGrp="1"/>
          </p:cNvSpPr>
          <p:nvPr>
            <p:ph type="dt" sz="half" idx="10"/>
          </p:nvPr>
        </p:nvSpPr>
        <p:spPr/>
        <p:txBody>
          <a:bodyPr/>
          <a:lstStyle/>
          <a:p>
            <a:fld id="{06655D30-2768-4ADE-A695-A9EEABD8D4E9}" type="datetime1">
              <a:rPr lang="en-US" smtClean="0"/>
              <a:pPr/>
              <a:t>10/16/2014</a:t>
            </a:fld>
            <a:endParaRPr dirty="0"/>
          </a:p>
        </p:txBody>
      </p:sp>
      <p:sp>
        <p:nvSpPr>
          <p:cNvPr id="6" name="Footer Placeholder 5"/>
          <p:cNvSpPr>
            <a:spLocks noGrp="1"/>
          </p:cNvSpPr>
          <p:nvPr>
            <p:ph type="ftr" sz="quarter" idx="11"/>
          </p:nvPr>
        </p:nvSpPr>
        <p:spPr/>
        <p:txBody>
          <a:bodyPr/>
          <a:lstStyle/>
          <a:p>
            <a:r>
              <a:rPr lang="en-US" dirty="0" smtClean="0"/>
              <a:t>Oracle Confidential – Restricted</a:t>
            </a:r>
            <a:endParaRPr dirty="0"/>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xmlns="" val="945098468"/>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with Picture">
    <p:spTree>
      <p:nvGrpSpPr>
        <p:cNvPr id="1" name=""/>
        <p:cNvGrpSpPr/>
        <p:nvPr/>
      </p:nvGrpSpPr>
      <p:grpSpPr>
        <a:xfrm>
          <a:off x="0" y="0"/>
          <a:ext cx="0" cy="0"/>
          <a:chOff x="0" y="0"/>
          <a:chExt cx="0" cy="0"/>
        </a:xfrm>
      </p:grpSpPr>
      <p:sp>
        <p:nvSpPr>
          <p:cNvPr id="8" name="Picture Placeholder 15" descr="Customer photo can be included here"/>
          <p:cNvSpPr>
            <a:spLocks noGrp="1" noChangeAspect="1"/>
          </p:cNvSpPr>
          <p:nvPr>
            <p:ph type="pic" sz="quarter" idx="14" hasCustomPrompt="1"/>
          </p:nvPr>
        </p:nvSpPr>
        <p:spPr>
          <a:xfrm>
            <a:off x="531812" y="1905000"/>
            <a:ext cx="2194560" cy="3072384"/>
          </a:xfrm>
          <a:noFill/>
        </p:spPr>
        <p:txBody>
          <a:bodyPr tIns="91440">
            <a:noAutofit/>
          </a:bodyPr>
          <a:lstStyle>
            <a:lvl1pPr marL="0" indent="0" algn="ctr">
              <a:spcBef>
                <a:spcPts val="0"/>
              </a:spcBef>
              <a:buNone/>
              <a:defRPr sz="1800" baseline="0">
                <a:solidFill>
                  <a:schemeClr val="tx1"/>
                </a:solidFill>
              </a:defRPr>
            </a:lvl1pPr>
          </a:lstStyle>
          <a:p>
            <a:r>
              <a:rPr dirty="0"/>
              <a:t>Click icon to insert picture</a:t>
            </a:r>
          </a:p>
        </p:txBody>
      </p:sp>
      <p:sp>
        <p:nvSpPr>
          <p:cNvPr id="2" name="Title 1"/>
          <p:cNvSpPr>
            <a:spLocks noGrp="1"/>
          </p:cNvSpPr>
          <p:nvPr>
            <p:ph type="title" hasCustomPrompt="1"/>
          </p:nvPr>
        </p:nvSpPr>
        <p:spPr>
          <a:xfrm>
            <a:off x="3198812" y="1905000"/>
            <a:ext cx="8456613" cy="2209800"/>
          </a:xfrm>
        </p:spPr>
        <p:txBody>
          <a:bodyPr anchor="t"/>
          <a:lstStyle>
            <a:lvl1pPr marL="228600" indent="-228600" algn="l">
              <a:defRPr sz="4000" b="0"/>
            </a:lvl1pPr>
          </a:lstStyle>
          <a:p>
            <a:r>
              <a:rPr dirty="0"/>
              <a:t>“Click to type customer or partner quote surrounded by quotation marks.”</a:t>
            </a:r>
          </a:p>
        </p:txBody>
      </p:sp>
      <p:sp>
        <p:nvSpPr>
          <p:cNvPr id="4" name="Text Placeholder 3"/>
          <p:cNvSpPr>
            <a:spLocks noGrp="1"/>
          </p:cNvSpPr>
          <p:nvPr>
            <p:ph type="body" sz="half" idx="2" hasCustomPrompt="1"/>
          </p:nvPr>
        </p:nvSpPr>
        <p:spPr>
          <a:xfrm>
            <a:off x="3503611" y="4191000"/>
            <a:ext cx="8151813" cy="762000"/>
          </a:xfrm>
        </p:spPr>
        <p:txBody>
          <a:bodyPr>
            <a:noAutofit/>
          </a:bodyPr>
          <a:lstStyle>
            <a:lvl1pPr marL="292100" indent="-292100">
              <a:spcBef>
                <a:spcPts val="0"/>
              </a:spcBef>
              <a:buClr>
                <a:schemeClr val="tx1"/>
              </a:buClr>
              <a:buFont typeface="Arial" panose="020B0604020202020204" pitchFamily="34" charset="0"/>
              <a:buChar char="–"/>
              <a:defRPr sz="2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dirty="0"/>
              <a:t>Click to add Name, Title, Company</a:t>
            </a:r>
          </a:p>
        </p:txBody>
      </p:sp>
      <p:sp>
        <p:nvSpPr>
          <p:cNvPr id="5" name="Date Placeholder 4"/>
          <p:cNvSpPr>
            <a:spLocks noGrp="1"/>
          </p:cNvSpPr>
          <p:nvPr>
            <p:ph type="dt" sz="half" idx="10"/>
          </p:nvPr>
        </p:nvSpPr>
        <p:spPr/>
        <p:txBody>
          <a:bodyPr/>
          <a:lstStyle/>
          <a:p>
            <a:fld id="{9E6EA4C9-F742-4C2F-9526-D18C9901EDEF}" type="datetime1">
              <a:rPr lang="en-US" smtClean="0"/>
              <a:pPr/>
              <a:t>10/16/2014</a:t>
            </a:fld>
            <a:endParaRPr dirty="0"/>
          </a:p>
        </p:txBody>
      </p:sp>
      <p:sp>
        <p:nvSpPr>
          <p:cNvPr id="6" name="Footer Placeholder 5"/>
          <p:cNvSpPr>
            <a:spLocks noGrp="1"/>
          </p:cNvSpPr>
          <p:nvPr>
            <p:ph type="ftr" sz="quarter" idx="11"/>
          </p:nvPr>
        </p:nvSpPr>
        <p:spPr/>
        <p:txBody>
          <a:bodyPr/>
          <a:lstStyle/>
          <a:p>
            <a:r>
              <a:rPr lang="en-US" dirty="0" smtClean="0"/>
              <a:t>Oracle Confidential – Restricted</a:t>
            </a:r>
            <a:endParaRPr dirty="0"/>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xmlns="" val="1027766858"/>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noAutofit/>
          </a:bodyPr>
          <a:lstStyle/>
          <a:p>
            <a:r>
              <a:rPr lang="en-US" smtClean="0"/>
              <a:t>Click to edit Master title style</a:t>
            </a:r>
            <a:endParaRPr dirty="0"/>
          </a:p>
        </p:txBody>
      </p:sp>
      <p:sp>
        <p:nvSpPr>
          <p:cNvPr id="3" name="Content Placeholder 2"/>
          <p:cNvSpPr>
            <a:spLocks noGrp="1"/>
          </p:cNvSpPr>
          <p:nvPr>
            <p:ph sz="half" idx="1"/>
          </p:nvPr>
        </p:nvSpPr>
        <p:spPr>
          <a:xfrm>
            <a:off x="531813" y="1524001"/>
            <a:ext cx="5410199" cy="4419600"/>
          </a:xfrm>
        </p:spPr>
        <p:txBody>
          <a:bodyPr>
            <a:noAutofit/>
          </a:bodyPr>
          <a:lstStyle>
            <a:lvl1pPr>
              <a:defRPr sz="2800"/>
            </a:lvl1pPr>
            <a:lvl2pPr>
              <a:defRPr sz="2400"/>
            </a:lvl2pPr>
            <a:lvl3pPr>
              <a:defRPr sz="2000"/>
            </a:lvl3pPr>
            <a:lvl4pPr>
              <a:defRPr sz="18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cxnSp>
        <p:nvCxnSpPr>
          <p:cNvPr id="9" name="Straight Connector 8"/>
          <p:cNvCxnSpPr/>
          <p:nvPr/>
        </p:nvCxnSpPr>
        <p:spPr bwMode="ltGray">
          <a:xfrm>
            <a:off x="6094413"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4" name="Content Placeholder 3"/>
          <p:cNvSpPr>
            <a:spLocks noGrp="1"/>
          </p:cNvSpPr>
          <p:nvPr>
            <p:ph sz="half" idx="2"/>
          </p:nvPr>
        </p:nvSpPr>
        <p:spPr>
          <a:xfrm>
            <a:off x="6246814" y="1524001"/>
            <a:ext cx="5410198" cy="4419600"/>
          </a:xfrm>
        </p:spPr>
        <p:txBody>
          <a:bodyPr>
            <a:noAutofit/>
          </a:bodyPr>
          <a:lstStyle>
            <a:lvl1pPr>
              <a:defRPr sz="2800"/>
            </a:lvl1pPr>
            <a:lvl2pPr>
              <a:defRPr sz="2400"/>
            </a:lvl2pPr>
            <a:lvl3pPr>
              <a:defRPr sz="2000"/>
            </a:lvl3pPr>
            <a:lvl4pPr>
              <a:defRPr sz="18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5" name="Date Placeholder 4"/>
          <p:cNvSpPr>
            <a:spLocks noGrp="1"/>
          </p:cNvSpPr>
          <p:nvPr>
            <p:ph type="dt" sz="half" idx="10"/>
          </p:nvPr>
        </p:nvSpPr>
        <p:spPr/>
        <p:txBody>
          <a:bodyPr/>
          <a:lstStyle/>
          <a:p>
            <a:fld id="{A9F1F066-C49E-4672-8661-ACA558265904}" type="datetime1">
              <a:rPr lang="en-US" smtClean="0"/>
              <a:pPr/>
              <a:t>10/16/2014</a:t>
            </a:fld>
            <a:endParaRPr dirty="0"/>
          </a:p>
        </p:txBody>
      </p:sp>
      <p:sp>
        <p:nvSpPr>
          <p:cNvPr id="6" name="Footer Placeholder 5"/>
          <p:cNvSpPr>
            <a:spLocks noGrp="1"/>
          </p:cNvSpPr>
          <p:nvPr>
            <p:ph type="ftr" sz="quarter" idx="11"/>
          </p:nvPr>
        </p:nvSpPr>
        <p:spPr/>
        <p:txBody>
          <a:bodyPr/>
          <a:lstStyle/>
          <a:p>
            <a:r>
              <a:rPr lang="en-US" dirty="0" smtClean="0"/>
              <a:t>Oracle Confidential – Restricted</a:t>
            </a:r>
            <a:endParaRPr dirty="0"/>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xmlns="" val="520166155"/>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hree Content">
    <p:spTree>
      <p:nvGrpSpPr>
        <p:cNvPr id="1" name=""/>
        <p:cNvGrpSpPr/>
        <p:nvPr/>
      </p:nvGrpSpPr>
      <p:grpSpPr>
        <a:xfrm>
          <a:off x="0" y="0"/>
          <a:ext cx="0" cy="0"/>
          <a:chOff x="0" y="0"/>
          <a:chExt cx="0" cy="0"/>
        </a:xfrm>
      </p:grpSpPr>
      <p:sp>
        <p:nvSpPr>
          <p:cNvPr id="11" name="Title 10"/>
          <p:cNvSpPr>
            <a:spLocks noGrp="1"/>
          </p:cNvSpPr>
          <p:nvPr>
            <p:ph type="title"/>
          </p:nvPr>
        </p:nvSpPr>
        <p:spPr/>
        <p:txBody>
          <a:bodyPr>
            <a:noAutofit/>
          </a:bodyPr>
          <a:lstStyle/>
          <a:p>
            <a:r>
              <a:rPr lang="en-US" smtClean="0"/>
              <a:t>Click to edit Master title style</a:t>
            </a:r>
            <a:endParaRPr dirty="0"/>
          </a:p>
        </p:txBody>
      </p:sp>
      <p:sp>
        <p:nvSpPr>
          <p:cNvPr id="3" name="Content Placeholder 2"/>
          <p:cNvSpPr>
            <a:spLocks noGrp="1"/>
          </p:cNvSpPr>
          <p:nvPr>
            <p:ph sz="half" idx="1"/>
          </p:nvPr>
        </p:nvSpPr>
        <p:spPr>
          <a:xfrm>
            <a:off x="531814" y="1524001"/>
            <a:ext cx="3474720" cy="4419600"/>
          </a:xfrm>
        </p:spPr>
        <p:txBody>
          <a:bodyPr>
            <a:noAutofit/>
          </a:bodyPr>
          <a:lstStyle>
            <a:lvl1pPr>
              <a:defRPr sz="2400"/>
            </a:lvl1pPr>
            <a:lvl2pPr>
              <a:defRPr sz="2000"/>
            </a:lvl2pPr>
            <a:lvl3pPr>
              <a:defRPr sz="1800"/>
            </a:lvl3pPr>
            <a:lvl4pPr>
              <a:defRPr sz="16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cxnSp>
        <p:nvCxnSpPr>
          <p:cNvPr id="9" name="Straight Connector 8"/>
          <p:cNvCxnSpPr/>
          <p:nvPr/>
        </p:nvCxnSpPr>
        <p:spPr bwMode="ltGray">
          <a:xfrm>
            <a:off x="4189412"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4" name="Content Placeholder 3"/>
          <p:cNvSpPr>
            <a:spLocks noGrp="1"/>
          </p:cNvSpPr>
          <p:nvPr>
            <p:ph sz="half" idx="2"/>
          </p:nvPr>
        </p:nvSpPr>
        <p:spPr>
          <a:xfrm>
            <a:off x="4357052" y="1524001"/>
            <a:ext cx="3474720" cy="4419600"/>
          </a:xfrm>
        </p:spPr>
        <p:txBody>
          <a:bodyPr>
            <a:noAutofit/>
          </a:bodyPr>
          <a:lstStyle>
            <a:lvl1pPr>
              <a:defRPr sz="2400"/>
            </a:lvl1pPr>
            <a:lvl2pPr>
              <a:defRPr sz="2000"/>
            </a:lvl2pPr>
            <a:lvl3pPr>
              <a:defRPr sz="1800"/>
            </a:lvl3pPr>
            <a:lvl4pPr>
              <a:defRPr sz="16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cxnSp>
        <p:nvCxnSpPr>
          <p:cNvPr id="10" name="Straight Connector 9"/>
          <p:cNvCxnSpPr/>
          <p:nvPr/>
        </p:nvCxnSpPr>
        <p:spPr bwMode="ltGray">
          <a:xfrm>
            <a:off x="7999412"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8" name="Content Placeholder 3"/>
          <p:cNvSpPr>
            <a:spLocks noGrp="1"/>
          </p:cNvSpPr>
          <p:nvPr>
            <p:ph sz="half" idx="13"/>
          </p:nvPr>
        </p:nvSpPr>
        <p:spPr>
          <a:xfrm>
            <a:off x="8182292" y="1524001"/>
            <a:ext cx="3474720" cy="4419600"/>
          </a:xfrm>
        </p:spPr>
        <p:txBody>
          <a:bodyPr>
            <a:noAutofit/>
          </a:bodyPr>
          <a:lstStyle>
            <a:lvl1pPr>
              <a:defRPr sz="2400"/>
            </a:lvl1pPr>
            <a:lvl2pPr>
              <a:defRPr sz="2000"/>
            </a:lvl2pPr>
            <a:lvl3pPr>
              <a:defRPr sz="1800"/>
            </a:lvl3pPr>
            <a:lvl4pPr>
              <a:defRPr sz="16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5" name="Date Placeholder 4"/>
          <p:cNvSpPr>
            <a:spLocks noGrp="1"/>
          </p:cNvSpPr>
          <p:nvPr>
            <p:ph type="dt" sz="half" idx="10"/>
          </p:nvPr>
        </p:nvSpPr>
        <p:spPr/>
        <p:txBody>
          <a:bodyPr/>
          <a:lstStyle/>
          <a:p>
            <a:fld id="{3FD1F071-8A8D-4D5B-BFC1-BBFC78E309C1}" type="datetime1">
              <a:rPr lang="en-US" smtClean="0"/>
              <a:pPr/>
              <a:t>10/16/2014</a:t>
            </a:fld>
            <a:endParaRPr dirty="0"/>
          </a:p>
        </p:txBody>
      </p:sp>
      <p:sp>
        <p:nvSpPr>
          <p:cNvPr id="6" name="Footer Placeholder 5"/>
          <p:cNvSpPr>
            <a:spLocks noGrp="1"/>
          </p:cNvSpPr>
          <p:nvPr>
            <p:ph type="ftr" sz="quarter" idx="11"/>
          </p:nvPr>
        </p:nvSpPr>
        <p:spPr/>
        <p:txBody>
          <a:bodyPr/>
          <a:lstStyle/>
          <a:p>
            <a:r>
              <a:rPr lang="en-US" dirty="0" smtClean="0"/>
              <a:t>Oracle Confidential – Restricted</a:t>
            </a:r>
            <a:endParaRPr dirty="0"/>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xmlns="" val="53371416"/>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Four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531813" y="1524001"/>
            <a:ext cx="5410199" cy="2133599"/>
          </a:xfrm>
        </p:spPr>
        <p:txBody>
          <a:bodyPr>
            <a:noAutofit/>
          </a:bodyPr>
          <a:lstStyle>
            <a:lvl1pPr>
              <a:defRPr sz="2400"/>
            </a:lvl1pPr>
            <a:lvl2pPr>
              <a:defRPr sz="2000"/>
            </a:lvl2pPr>
            <a:lvl3pPr>
              <a:defRPr sz="1800"/>
            </a:lvl3pPr>
            <a:lvl4pPr>
              <a:defRPr sz="16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4" name="Content Placeholder 3"/>
          <p:cNvSpPr>
            <a:spLocks noGrp="1"/>
          </p:cNvSpPr>
          <p:nvPr>
            <p:ph sz="half" idx="2"/>
          </p:nvPr>
        </p:nvSpPr>
        <p:spPr>
          <a:xfrm>
            <a:off x="6246814" y="1524001"/>
            <a:ext cx="5410198" cy="2133599"/>
          </a:xfrm>
        </p:spPr>
        <p:txBody>
          <a:bodyPr>
            <a:noAutofit/>
          </a:bodyPr>
          <a:lstStyle>
            <a:lvl1pPr>
              <a:defRPr sz="2400"/>
            </a:lvl1pPr>
            <a:lvl2pPr>
              <a:defRPr sz="2000"/>
            </a:lvl2pPr>
            <a:lvl3pPr>
              <a:defRPr sz="1800"/>
            </a:lvl3pPr>
            <a:lvl4pPr>
              <a:defRPr sz="16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5" name="Date Placeholder 4"/>
          <p:cNvSpPr>
            <a:spLocks noGrp="1"/>
          </p:cNvSpPr>
          <p:nvPr>
            <p:ph type="dt" sz="half" idx="10"/>
          </p:nvPr>
        </p:nvSpPr>
        <p:spPr/>
        <p:txBody>
          <a:bodyPr/>
          <a:lstStyle/>
          <a:p>
            <a:fld id="{C7635783-3379-4D63-9011-200500171B7C}" type="datetime1">
              <a:rPr lang="en-US" smtClean="0"/>
              <a:pPr/>
              <a:t>10/16/2014</a:t>
            </a:fld>
            <a:endParaRPr dirty="0"/>
          </a:p>
        </p:txBody>
      </p:sp>
      <p:sp>
        <p:nvSpPr>
          <p:cNvPr id="6" name="Footer Placeholder 5"/>
          <p:cNvSpPr>
            <a:spLocks noGrp="1"/>
          </p:cNvSpPr>
          <p:nvPr>
            <p:ph type="ftr" sz="quarter" idx="11"/>
          </p:nvPr>
        </p:nvSpPr>
        <p:spPr/>
        <p:txBody>
          <a:bodyPr/>
          <a:lstStyle/>
          <a:p>
            <a:r>
              <a:rPr lang="en-US" dirty="0" smtClean="0"/>
              <a:t>Oracle Confidential – Restricted</a:t>
            </a:r>
            <a:endParaRPr dirty="0"/>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
        <p:nvSpPr>
          <p:cNvPr id="8" name="Content Placeholder 2"/>
          <p:cNvSpPr>
            <a:spLocks noGrp="1"/>
          </p:cNvSpPr>
          <p:nvPr>
            <p:ph sz="half" idx="13"/>
          </p:nvPr>
        </p:nvSpPr>
        <p:spPr>
          <a:xfrm>
            <a:off x="531813" y="3810001"/>
            <a:ext cx="5410199" cy="2133599"/>
          </a:xfrm>
        </p:spPr>
        <p:txBody>
          <a:bodyPr>
            <a:noAutofit/>
          </a:bodyPr>
          <a:lstStyle>
            <a:lvl1pPr>
              <a:defRPr sz="2400"/>
            </a:lvl1pPr>
            <a:lvl2pPr>
              <a:defRPr sz="2000"/>
            </a:lvl2pPr>
            <a:lvl3pPr>
              <a:defRPr sz="1800"/>
            </a:lvl3pPr>
            <a:lvl4pPr>
              <a:defRPr sz="16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9" name="Content Placeholder 3"/>
          <p:cNvSpPr>
            <a:spLocks noGrp="1"/>
          </p:cNvSpPr>
          <p:nvPr>
            <p:ph sz="half" idx="14"/>
          </p:nvPr>
        </p:nvSpPr>
        <p:spPr>
          <a:xfrm>
            <a:off x="6246814" y="3810001"/>
            <a:ext cx="5410198" cy="2133599"/>
          </a:xfrm>
        </p:spPr>
        <p:txBody>
          <a:bodyPr>
            <a:noAutofit/>
          </a:bodyPr>
          <a:lstStyle>
            <a:lvl1pPr>
              <a:defRPr sz="2400"/>
            </a:lvl1pPr>
            <a:lvl2pPr>
              <a:defRPr sz="2000"/>
            </a:lvl2pPr>
            <a:lvl3pPr>
              <a:defRPr sz="1800"/>
            </a:lvl3pPr>
            <a:lvl4pPr>
              <a:defRPr sz="16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cxnSp>
        <p:nvCxnSpPr>
          <p:cNvPr id="10" name="Straight Connector 9"/>
          <p:cNvCxnSpPr/>
          <p:nvPr/>
        </p:nvCxnSpPr>
        <p:spPr bwMode="ltGray">
          <a:xfrm>
            <a:off x="6094413"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11" name="Title 10"/>
          <p:cNvSpPr>
            <a:spLocks noGrp="1"/>
          </p:cNvSpPr>
          <p:nvPr>
            <p:ph type="title"/>
          </p:nvPr>
        </p:nvSpPr>
        <p:spPr/>
        <p:txBody>
          <a:bodyPr/>
          <a:lstStyle/>
          <a:p>
            <a:r>
              <a:rPr lang="en-US" smtClean="0"/>
              <a:t>Click to edit Master title style</a:t>
            </a:r>
            <a:endParaRPr dirty="0"/>
          </a:p>
        </p:txBody>
      </p:sp>
    </p:spTree>
    <p:extLst>
      <p:ext uri="{BB962C8B-B14F-4D97-AF65-F5344CB8AC3E}">
        <p14:creationId xmlns:p14="http://schemas.microsoft.com/office/powerpoint/2010/main" xmlns="" val="1226334537"/>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Quadrant for Infographics">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Click to edit Master title style</a:t>
            </a:r>
            <a:endParaRPr dirty="0"/>
          </a:p>
        </p:txBody>
      </p:sp>
      <p:sp>
        <p:nvSpPr>
          <p:cNvPr id="12" name="Text Placeholder 11"/>
          <p:cNvSpPr>
            <a:spLocks noGrp="1"/>
          </p:cNvSpPr>
          <p:nvPr>
            <p:ph type="body" sz="quarter" idx="15"/>
          </p:nvPr>
        </p:nvSpPr>
        <p:spPr>
          <a:xfrm>
            <a:off x="2436811" y="1524001"/>
            <a:ext cx="3505201" cy="2011680"/>
          </a:xfrm>
        </p:spPr>
        <p:txBody>
          <a:bodyPr anchor="ctr">
            <a:noAutofit/>
          </a:bodyPr>
          <a:lstStyle>
            <a:lvl1pPr marL="0" indent="0">
              <a:spcBef>
                <a:spcPts val="1200"/>
              </a:spcBef>
              <a:buFont typeface="Arial" panose="020B0604020202020204" pitchFamily="34" charset="0"/>
              <a:buNone/>
              <a:defRPr sz="2400"/>
            </a:lvl1pPr>
            <a:lvl2pPr marL="171450" indent="-171450">
              <a:spcBef>
                <a:spcPts val="1200"/>
              </a:spcBef>
              <a:buFont typeface="Arial" panose="020B0604020202020204" pitchFamily="34" charset="0"/>
              <a:buChar char="•"/>
              <a:defRPr sz="2000"/>
            </a:lvl2pPr>
            <a:lvl3pPr marL="171450" indent="-171450">
              <a:spcBef>
                <a:spcPts val="1200"/>
              </a:spcBef>
              <a:buFont typeface="Arial" panose="020B0604020202020204" pitchFamily="34" charset="0"/>
              <a:buChar char="•"/>
              <a:defRPr sz="2000"/>
            </a:lvl3pPr>
            <a:lvl4pPr marL="171450" indent="-171450">
              <a:spcBef>
                <a:spcPts val="1200"/>
              </a:spcBef>
              <a:buFont typeface="Arial" panose="020B0604020202020204" pitchFamily="34" charset="0"/>
              <a:buChar char="•"/>
              <a:defRPr sz="2000"/>
            </a:lvl4pPr>
            <a:lvl5pPr marL="171450" indent="-171450">
              <a:spcBef>
                <a:spcPts val="1200"/>
              </a:spcBef>
              <a:buFont typeface="Arial" panose="020B0604020202020204" pitchFamily="34" charset="0"/>
              <a:buChar char="•"/>
              <a:defRPr sz="2000"/>
            </a:lvl5pPr>
            <a:lvl6pPr marL="171450" indent="-171450">
              <a:spcBef>
                <a:spcPts val="1200"/>
              </a:spcBef>
              <a:buFont typeface="Arial" panose="020B0604020202020204" pitchFamily="34" charset="0"/>
              <a:buChar char="•"/>
              <a:defRPr sz="2000"/>
            </a:lvl6pPr>
            <a:lvl7pPr marL="171450" indent="-171450">
              <a:spcBef>
                <a:spcPts val="1200"/>
              </a:spcBef>
              <a:buFont typeface="Arial" panose="020B0604020202020204" pitchFamily="34" charset="0"/>
              <a:buChar char="•"/>
              <a:defRPr sz="2000"/>
            </a:lvl7pPr>
            <a:lvl8pPr marL="171450" indent="-171450">
              <a:spcBef>
                <a:spcPts val="1200"/>
              </a:spcBef>
              <a:buFont typeface="Arial" panose="020B0604020202020204" pitchFamily="34" charset="0"/>
              <a:buChar char="•"/>
              <a:defRPr sz="2000"/>
            </a:lvl8pPr>
            <a:lvl9pPr marL="171450" indent="-171450">
              <a:spcBef>
                <a:spcPts val="1200"/>
              </a:spcBef>
              <a:buFont typeface="Arial" panose="020B0604020202020204" pitchFamily="34" charset="0"/>
              <a:buChar char="•"/>
              <a:defRPr sz="2000"/>
            </a:lvl9pPr>
          </a:lstStyle>
          <a:p>
            <a:pPr lvl="0"/>
            <a:r>
              <a:rPr lang="en-US" smtClean="0"/>
              <a:t>Click to edit Master text styles</a:t>
            </a:r>
          </a:p>
        </p:txBody>
      </p:sp>
      <p:cxnSp>
        <p:nvCxnSpPr>
          <p:cNvPr id="10" name="Straight Connector 9"/>
          <p:cNvCxnSpPr/>
          <p:nvPr/>
        </p:nvCxnSpPr>
        <p:spPr bwMode="ltGray">
          <a:xfrm>
            <a:off x="6094413"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16" name="Text Placeholder 11"/>
          <p:cNvSpPr>
            <a:spLocks noGrp="1"/>
          </p:cNvSpPr>
          <p:nvPr>
            <p:ph type="body" sz="quarter" idx="16"/>
          </p:nvPr>
        </p:nvSpPr>
        <p:spPr>
          <a:xfrm>
            <a:off x="8151812" y="1524001"/>
            <a:ext cx="3505201" cy="2011680"/>
          </a:xfrm>
        </p:spPr>
        <p:txBody>
          <a:bodyPr anchor="ctr">
            <a:noAutofit/>
          </a:bodyPr>
          <a:lstStyle>
            <a:lvl1pPr marL="0" indent="0">
              <a:spcBef>
                <a:spcPts val="1200"/>
              </a:spcBef>
              <a:buFont typeface="Arial" panose="020B0604020202020204" pitchFamily="34" charset="0"/>
              <a:buNone/>
              <a:defRPr sz="2400"/>
            </a:lvl1pPr>
            <a:lvl2pPr marL="171450" indent="-171450">
              <a:spcBef>
                <a:spcPts val="1200"/>
              </a:spcBef>
              <a:buFont typeface="Arial" panose="020B0604020202020204" pitchFamily="34" charset="0"/>
              <a:buChar char="•"/>
              <a:defRPr sz="2000"/>
            </a:lvl2pPr>
            <a:lvl3pPr marL="171450" indent="-171450">
              <a:spcBef>
                <a:spcPts val="1200"/>
              </a:spcBef>
              <a:buFont typeface="Arial" panose="020B0604020202020204" pitchFamily="34" charset="0"/>
              <a:buChar char="•"/>
              <a:defRPr sz="2000"/>
            </a:lvl3pPr>
            <a:lvl4pPr marL="171450" indent="-171450">
              <a:spcBef>
                <a:spcPts val="1200"/>
              </a:spcBef>
              <a:buFont typeface="Arial" panose="020B0604020202020204" pitchFamily="34" charset="0"/>
              <a:buChar char="•"/>
              <a:defRPr sz="2000"/>
            </a:lvl4pPr>
            <a:lvl5pPr marL="171450" indent="-171450">
              <a:spcBef>
                <a:spcPts val="1200"/>
              </a:spcBef>
              <a:buFont typeface="Arial" panose="020B0604020202020204" pitchFamily="34" charset="0"/>
              <a:buChar char="•"/>
              <a:defRPr sz="2000"/>
            </a:lvl5pPr>
            <a:lvl6pPr marL="171450" indent="-171450">
              <a:spcBef>
                <a:spcPts val="1200"/>
              </a:spcBef>
              <a:buFont typeface="Arial" panose="020B0604020202020204" pitchFamily="34" charset="0"/>
              <a:buChar char="•"/>
              <a:defRPr sz="2000"/>
            </a:lvl6pPr>
            <a:lvl7pPr marL="171450" indent="-171450">
              <a:spcBef>
                <a:spcPts val="1200"/>
              </a:spcBef>
              <a:buFont typeface="Arial" panose="020B0604020202020204" pitchFamily="34" charset="0"/>
              <a:buChar char="•"/>
              <a:defRPr sz="2000"/>
            </a:lvl7pPr>
            <a:lvl8pPr marL="171450" indent="-171450">
              <a:spcBef>
                <a:spcPts val="1200"/>
              </a:spcBef>
              <a:buFont typeface="Arial" panose="020B0604020202020204" pitchFamily="34" charset="0"/>
              <a:buChar char="•"/>
              <a:defRPr sz="2000"/>
            </a:lvl8pPr>
            <a:lvl9pPr marL="171450" indent="-171450">
              <a:spcBef>
                <a:spcPts val="1200"/>
              </a:spcBef>
              <a:buFont typeface="Arial" panose="020B0604020202020204" pitchFamily="34" charset="0"/>
              <a:buChar char="•"/>
              <a:defRPr sz="2000"/>
            </a:lvl9pPr>
          </a:lstStyle>
          <a:p>
            <a:pPr lvl="0"/>
            <a:r>
              <a:rPr lang="en-US" smtClean="0"/>
              <a:t>Click to edit Master text styles</a:t>
            </a:r>
          </a:p>
        </p:txBody>
      </p:sp>
      <p:cxnSp>
        <p:nvCxnSpPr>
          <p:cNvPr id="13" name="Straight Connector 12"/>
          <p:cNvCxnSpPr/>
          <p:nvPr/>
        </p:nvCxnSpPr>
        <p:spPr bwMode="ltGray">
          <a:xfrm flipH="1">
            <a:off x="531813" y="3733800"/>
            <a:ext cx="11125201" cy="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17" name="Text Placeholder 11"/>
          <p:cNvSpPr>
            <a:spLocks noGrp="1"/>
          </p:cNvSpPr>
          <p:nvPr>
            <p:ph type="body" sz="quarter" idx="17"/>
          </p:nvPr>
        </p:nvSpPr>
        <p:spPr>
          <a:xfrm>
            <a:off x="2436811" y="3931920"/>
            <a:ext cx="3505201" cy="2011680"/>
          </a:xfrm>
        </p:spPr>
        <p:txBody>
          <a:bodyPr anchor="ctr">
            <a:noAutofit/>
          </a:bodyPr>
          <a:lstStyle>
            <a:lvl1pPr marL="0" indent="0">
              <a:spcBef>
                <a:spcPts val="1200"/>
              </a:spcBef>
              <a:buFont typeface="Arial" panose="020B0604020202020204" pitchFamily="34" charset="0"/>
              <a:buNone/>
              <a:defRPr sz="2400"/>
            </a:lvl1pPr>
            <a:lvl2pPr marL="171450" indent="-171450">
              <a:spcBef>
                <a:spcPts val="1200"/>
              </a:spcBef>
              <a:buFont typeface="Arial" panose="020B0604020202020204" pitchFamily="34" charset="0"/>
              <a:buChar char="•"/>
              <a:defRPr sz="2000"/>
            </a:lvl2pPr>
            <a:lvl3pPr marL="171450" indent="-171450">
              <a:spcBef>
                <a:spcPts val="1200"/>
              </a:spcBef>
              <a:buFont typeface="Arial" panose="020B0604020202020204" pitchFamily="34" charset="0"/>
              <a:buChar char="•"/>
              <a:defRPr sz="2000"/>
            </a:lvl3pPr>
            <a:lvl4pPr marL="171450" indent="-171450">
              <a:spcBef>
                <a:spcPts val="1200"/>
              </a:spcBef>
              <a:buFont typeface="Arial" panose="020B0604020202020204" pitchFamily="34" charset="0"/>
              <a:buChar char="•"/>
              <a:defRPr sz="2000"/>
            </a:lvl4pPr>
            <a:lvl5pPr marL="171450" indent="-171450">
              <a:spcBef>
                <a:spcPts val="1200"/>
              </a:spcBef>
              <a:buFont typeface="Arial" panose="020B0604020202020204" pitchFamily="34" charset="0"/>
              <a:buChar char="•"/>
              <a:defRPr sz="2000"/>
            </a:lvl5pPr>
            <a:lvl6pPr marL="171450" indent="-171450">
              <a:spcBef>
                <a:spcPts val="1200"/>
              </a:spcBef>
              <a:buFont typeface="Arial" panose="020B0604020202020204" pitchFamily="34" charset="0"/>
              <a:buChar char="•"/>
              <a:defRPr sz="2000"/>
            </a:lvl6pPr>
            <a:lvl7pPr marL="171450" indent="-171450">
              <a:spcBef>
                <a:spcPts val="1200"/>
              </a:spcBef>
              <a:buFont typeface="Arial" panose="020B0604020202020204" pitchFamily="34" charset="0"/>
              <a:buChar char="•"/>
              <a:defRPr sz="2000"/>
            </a:lvl7pPr>
            <a:lvl8pPr marL="171450" indent="-171450">
              <a:spcBef>
                <a:spcPts val="1200"/>
              </a:spcBef>
              <a:buFont typeface="Arial" panose="020B0604020202020204" pitchFamily="34" charset="0"/>
              <a:buChar char="•"/>
              <a:defRPr sz="2000"/>
            </a:lvl8pPr>
            <a:lvl9pPr marL="171450" indent="-171450">
              <a:spcBef>
                <a:spcPts val="1200"/>
              </a:spcBef>
              <a:buFont typeface="Arial" panose="020B0604020202020204" pitchFamily="34" charset="0"/>
              <a:buChar char="•"/>
              <a:defRPr sz="2000"/>
            </a:lvl9pPr>
          </a:lstStyle>
          <a:p>
            <a:pPr lvl="0"/>
            <a:r>
              <a:rPr lang="en-US" smtClean="0"/>
              <a:t>Click to edit Master text styles</a:t>
            </a:r>
          </a:p>
        </p:txBody>
      </p:sp>
      <p:sp>
        <p:nvSpPr>
          <p:cNvPr id="18" name="Text Placeholder 11"/>
          <p:cNvSpPr>
            <a:spLocks noGrp="1"/>
          </p:cNvSpPr>
          <p:nvPr>
            <p:ph type="body" sz="quarter" idx="18"/>
          </p:nvPr>
        </p:nvSpPr>
        <p:spPr>
          <a:xfrm>
            <a:off x="8151812" y="3931920"/>
            <a:ext cx="3505201" cy="2011680"/>
          </a:xfrm>
        </p:spPr>
        <p:txBody>
          <a:bodyPr anchor="ctr">
            <a:noAutofit/>
          </a:bodyPr>
          <a:lstStyle>
            <a:lvl1pPr marL="0" indent="0">
              <a:spcBef>
                <a:spcPts val="1200"/>
              </a:spcBef>
              <a:buFont typeface="Arial" panose="020B0604020202020204" pitchFamily="34" charset="0"/>
              <a:buNone/>
              <a:defRPr sz="2400"/>
            </a:lvl1pPr>
            <a:lvl2pPr marL="171450" indent="-171450">
              <a:spcBef>
                <a:spcPts val="1200"/>
              </a:spcBef>
              <a:buFont typeface="Arial" panose="020B0604020202020204" pitchFamily="34" charset="0"/>
              <a:buChar char="•"/>
              <a:defRPr sz="2000"/>
            </a:lvl2pPr>
            <a:lvl3pPr marL="171450" indent="-171450">
              <a:spcBef>
                <a:spcPts val="1200"/>
              </a:spcBef>
              <a:buFont typeface="Arial" panose="020B0604020202020204" pitchFamily="34" charset="0"/>
              <a:buChar char="•"/>
              <a:defRPr sz="2000"/>
            </a:lvl3pPr>
            <a:lvl4pPr marL="171450" indent="-171450">
              <a:spcBef>
                <a:spcPts val="1200"/>
              </a:spcBef>
              <a:buFont typeface="Arial" panose="020B0604020202020204" pitchFamily="34" charset="0"/>
              <a:buChar char="•"/>
              <a:defRPr sz="2000"/>
            </a:lvl4pPr>
            <a:lvl5pPr marL="171450" indent="-171450">
              <a:spcBef>
                <a:spcPts val="1200"/>
              </a:spcBef>
              <a:buFont typeface="Arial" panose="020B0604020202020204" pitchFamily="34" charset="0"/>
              <a:buChar char="•"/>
              <a:defRPr sz="2000"/>
            </a:lvl5pPr>
            <a:lvl6pPr marL="171450" indent="-171450">
              <a:spcBef>
                <a:spcPts val="1200"/>
              </a:spcBef>
              <a:buFont typeface="Arial" panose="020B0604020202020204" pitchFamily="34" charset="0"/>
              <a:buChar char="•"/>
              <a:defRPr sz="2000"/>
            </a:lvl6pPr>
            <a:lvl7pPr marL="171450" indent="-171450">
              <a:spcBef>
                <a:spcPts val="1200"/>
              </a:spcBef>
              <a:buFont typeface="Arial" panose="020B0604020202020204" pitchFamily="34" charset="0"/>
              <a:buChar char="•"/>
              <a:defRPr sz="2000"/>
            </a:lvl7pPr>
            <a:lvl8pPr marL="171450" indent="-171450">
              <a:spcBef>
                <a:spcPts val="1200"/>
              </a:spcBef>
              <a:buFont typeface="Arial" panose="020B0604020202020204" pitchFamily="34" charset="0"/>
              <a:buChar char="•"/>
              <a:defRPr sz="2000"/>
            </a:lvl8pPr>
            <a:lvl9pPr marL="171450" indent="-171450">
              <a:spcBef>
                <a:spcPts val="1200"/>
              </a:spcBef>
              <a:buFont typeface="Arial" panose="020B0604020202020204" pitchFamily="34" charset="0"/>
              <a:buChar char="•"/>
              <a:defRPr sz="2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1F2A800-B366-4BA2-8AEB-7B8E2F8014C8}" type="datetime1">
              <a:rPr lang="en-US" smtClean="0"/>
              <a:pPr/>
              <a:t>10/16/2014</a:t>
            </a:fld>
            <a:endParaRPr dirty="0"/>
          </a:p>
        </p:txBody>
      </p:sp>
      <p:sp>
        <p:nvSpPr>
          <p:cNvPr id="6" name="Footer Placeholder 5"/>
          <p:cNvSpPr>
            <a:spLocks noGrp="1"/>
          </p:cNvSpPr>
          <p:nvPr>
            <p:ph type="ftr" sz="quarter" idx="11"/>
          </p:nvPr>
        </p:nvSpPr>
        <p:spPr/>
        <p:txBody>
          <a:bodyPr/>
          <a:lstStyle/>
          <a:p>
            <a:r>
              <a:rPr lang="en-US" dirty="0" smtClean="0"/>
              <a:t>Oracle Confidential – Restricted</a:t>
            </a:r>
            <a:endParaRPr dirty="0"/>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xmlns="" val="2428125018"/>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Metric">
    <p:spTree>
      <p:nvGrpSpPr>
        <p:cNvPr id="1" name=""/>
        <p:cNvGrpSpPr/>
        <p:nvPr/>
      </p:nvGrpSpPr>
      <p:grpSpPr>
        <a:xfrm>
          <a:off x="0" y="0"/>
          <a:ext cx="0" cy="0"/>
          <a:chOff x="0" y="0"/>
          <a:chExt cx="0" cy="0"/>
        </a:xfrm>
      </p:grpSpPr>
      <p:sp>
        <p:nvSpPr>
          <p:cNvPr id="2" name="Title 1" descr="A large metric can be called out here in font size 166pt, Calibri"/>
          <p:cNvSpPr>
            <a:spLocks noGrp="1"/>
          </p:cNvSpPr>
          <p:nvPr>
            <p:ph type="title" hasCustomPrompt="1"/>
          </p:nvPr>
        </p:nvSpPr>
        <p:spPr>
          <a:xfrm>
            <a:off x="760412" y="1524000"/>
            <a:ext cx="4076700" cy="2743200"/>
          </a:xfrm>
        </p:spPr>
        <p:txBody>
          <a:bodyPr anchor="ctr"/>
          <a:lstStyle>
            <a:lvl1pPr algn="r">
              <a:defRPr sz="16600" b="1">
                <a:solidFill>
                  <a:schemeClr val="accent5"/>
                </a:solidFill>
              </a:defRPr>
            </a:lvl1pPr>
          </a:lstStyle>
          <a:p>
            <a:r>
              <a:rPr lang="en-US" dirty="0" smtClean="0"/>
              <a:t>XX</a:t>
            </a:r>
            <a:endParaRPr lang="en-US" dirty="0"/>
          </a:p>
        </p:txBody>
      </p:sp>
      <p:sp>
        <p:nvSpPr>
          <p:cNvPr id="12" name="Text Placeholder 11"/>
          <p:cNvSpPr>
            <a:spLocks noGrp="1"/>
          </p:cNvSpPr>
          <p:nvPr>
            <p:ph type="body" sz="quarter" idx="15"/>
          </p:nvPr>
        </p:nvSpPr>
        <p:spPr>
          <a:xfrm>
            <a:off x="5256213" y="1524000"/>
            <a:ext cx="5029200" cy="2743200"/>
          </a:xfrm>
        </p:spPr>
        <p:txBody>
          <a:bodyPr anchor="ctr">
            <a:noAutofit/>
          </a:bodyPr>
          <a:lstStyle>
            <a:lvl1pPr marL="0" indent="0">
              <a:spcBef>
                <a:spcPts val="1200"/>
              </a:spcBef>
              <a:buFont typeface="Arial" panose="020B0604020202020204" pitchFamily="34" charset="0"/>
              <a:buNone/>
              <a:defRPr sz="2800"/>
            </a:lvl1pPr>
            <a:lvl2pPr marL="171450" indent="-171450">
              <a:spcBef>
                <a:spcPts val="1200"/>
              </a:spcBef>
              <a:buFont typeface="Arial" panose="020B0604020202020204" pitchFamily="34" charset="0"/>
              <a:buChar char="•"/>
              <a:defRPr sz="2000"/>
            </a:lvl2pPr>
            <a:lvl3pPr marL="171450" indent="-171450">
              <a:spcBef>
                <a:spcPts val="1200"/>
              </a:spcBef>
              <a:buFont typeface="Arial" panose="020B0604020202020204" pitchFamily="34" charset="0"/>
              <a:buChar char="•"/>
              <a:defRPr sz="2000"/>
            </a:lvl3pPr>
            <a:lvl4pPr marL="171450" indent="-171450">
              <a:spcBef>
                <a:spcPts val="1200"/>
              </a:spcBef>
              <a:buFont typeface="Arial" panose="020B0604020202020204" pitchFamily="34" charset="0"/>
              <a:buChar char="•"/>
              <a:defRPr sz="2000"/>
            </a:lvl4pPr>
            <a:lvl5pPr marL="171450" indent="-171450">
              <a:spcBef>
                <a:spcPts val="1200"/>
              </a:spcBef>
              <a:buFont typeface="Arial" panose="020B0604020202020204" pitchFamily="34" charset="0"/>
              <a:buChar char="•"/>
              <a:defRPr sz="2000"/>
            </a:lvl5pPr>
            <a:lvl6pPr marL="171450" indent="-171450">
              <a:spcBef>
                <a:spcPts val="1200"/>
              </a:spcBef>
              <a:buFont typeface="Arial" panose="020B0604020202020204" pitchFamily="34" charset="0"/>
              <a:buChar char="•"/>
              <a:defRPr sz="2000"/>
            </a:lvl6pPr>
            <a:lvl7pPr marL="171450" indent="-171450">
              <a:spcBef>
                <a:spcPts val="1200"/>
              </a:spcBef>
              <a:buFont typeface="Arial" panose="020B0604020202020204" pitchFamily="34" charset="0"/>
              <a:buChar char="•"/>
              <a:defRPr sz="2000"/>
            </a:lvl7pPr>
            <a:lvl8pPr marL="171450" indent="-171450">
              <a:spcBef>
                <a:spcPts val="1200"/>
              </a:spcBef>
              <a:buFont typeface="Arial" panose="020B0604020202020204" pitchFamily="34" charset="0"/>
              <a:buChar char="•"/>
              <a:defRPr sz="2000"/>
            </a:lvl8pPr>
            <a:lvl9pPr marL="171450" indent="-171450">
              <a:spcBef>
                <a:spcPts val="1200"/>
              </a:spcBef>
              <a:buFont typeface="Arial" panose="020B0604020202020204" pitchFamily="34" charset="0"/>
              <a:buChar char="•"/>
              <a:defRPr sz="2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7CFF424-8E46-41FC-B649-5B8657CB54A6}" type="datetime1">
              <a:rPr lang="en-US" smtClean="0"/>
              <a:pPr/>
              <a:t>10/16/2014</a:t>
            </a:fld>
            <a:endParaRPr dirty="0"/>
          </a:p>
        </p:txBody>
      </p:sp>
      <p:sp>
        <p:nvSpPr>
          <p:cNvPr id="6" name="Footer Placeholder 5"/>
          <p:cNvSpPr>
            <a:spLocks noGrp="1"/>
          </p:cNvSpPr>
          <p:nvPr>
            <p:ph type="ftr" sz="quarter" idx="11"/>
          </p:nvPr>
        </p:nvSpPr>
        <p:spPr/>
        <p:txBody>
          <a:bodyPr/>
          <a:lstStyle/>
          <a:p>
            <a:r>
              <a:rPr lang="en-US" dirty="0" smtClean="0"/>
              <a:t>Oracle Confidential – Restricted</a:t>
            </a:r>
            <a:endParaRPr dirty="0"/>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xmlns="" val="3739386509"/>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1" name="Title 10"/>
          <p:cNvSpPr>
            <a:spLocks noGrp="1"/>
          </p:cNvSpPr>
          <p:nvPr>
            <p:ph type="title"/>
          </p:nvPr>
        </p:nvSpPr>
        <p:spPr/>
        <p:txBody>
          <a:bodyPr>
            <a:noAutofit/>
          </a:bodyPr>
          <a:lstStyle/>
          <a:p>
            <a:r>
              <a:rPr lang="en-US" smtClean="0"/>
              <a:t>Click to edit Master title style</a:t>
            </a:r>
            <a:endParaRPr dirty="0"/>
          </a:p>
        </p:txBody>
      </p:sp>
      <p:sp>
        <p:nvSpPr>
          <p:cNvPr id="3" name="Text Placeholder 2"/>
          <p:cNvSpPr>
            <a:spLocks noGrp="1"/>
          </p:cNvSpPr>
          <p:nvPr>
            <p:ph type="body" idx="1"/>
          </p:nvPr>
        </p:nvSpPr>
        <p:spPr>
          <a:xfrm>
            <a:off x="531812" y="1524000"/>
            <a:ext cx="5413248" cy="762000"/>
          </a:xfrm>
        </p:spPr>
        <p:txBody>
          <a:bodyPr anchor="ctr">
            <a:noAutofit/>
          </a:bodyPr>
          <a:lstStyle>
            <a:lvl1pPr marL="0" indent="0">
              <a:spcBef>
                <a:spcPts val="0"/>
              </a:spcBef>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531812" y="2362200"/>
            <a:ext cx="5413248" cy="3581400"/>
          </a:xfrm>
        </p:spPr>
        <p:txBody>
          <a:bodyPr>
            <a:noAutofit/>
          </a:bodyPr>
          <a:lstStyle>
            <a:lvl1pPr>
              <a:defRPr sz="2800"/>
            </a:lvl1pPr>
            <a:lvl2pPr>
              <a:defRPr sz="2400"/>
            </a:lvl2pPr>
            <a:lvl3pPr>
              <a:defRPr sz="2000"/>
            </a:lvl3pPr>
            <a:lvl4pPr>
              <a:defRPr sz="18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cxnSp>
        <p:nvCxnSpPr>
          <p:cNvPr id="10" name="Straight Connector 9"/>
          <p:cNvCxnSpPr/>
          <p:nvPr/>
        </p:nvCxnSpPr>
        <p:spPr bwMode="ltGray">
          <a:xfrm>
            <a:off x="6094413"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5" name="Text Placeholder 4"/>
          <p:cNvSpPr>
            <a:spLocks noGrp="1"/>
          </p:cNvSpPr>
          <p:nvPr>
            <p:ph type="body" sz="quarter" idx="3"/>
          </p:nvPr>
        </p:nvSpPr>
        <p:spPr>
          <a:xfrm>
            <a:off x="6243764" y="1524000"/>
            <a:ext cx="5413248" cy="762000"/>
          </a:xfrm>
        </p:spPr>
        <p:txBody>
          <a:bodyPr anchor="ctr">
            <a:noAutofit/>
          </a:bodyPr>
          <a:lstStyle>
            <a:lvl1pPr marL="0" indent="0">
              <a:spcBef>
                <a:spcPts val="0"/>
              </a:spcBef>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243764" y="2362200"/>
            <a:ext cx="5413248" cy="3581400"/>
          </a:xfrm>
        </p:spPr>
        <p:txBody>
          <a:bodyPr>
            <a:noAutofit/>
          </a:bodyPr>
          <a:lstStyle>
            <a:lvl1pPr>
              <a:defRPr sz="2800"/>
            </a:lvl1pPr>
            <a:lvl2pPr>
              <a:defRPr sz="2400"/>
            </a:lvl2pPr>
            <a:lvl3pPr>
              <a:defRPr sz="2000"/>
            </a:lvl3pPr>
            <a:lvl4pPr>
              <a:defRPr sz="18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7" name="Date Placeholder 6"/>
          <p:cNvSpPr>
            <a:spLocks noGrp="1"/>
          </p:cNvSpPr>
          <p:nvPr>
            <p:ph type="dt" sz="half" idx="10"/>
          </p:nvPr>
        </p:nvSpPr>
        <p:spPr/>
        <p:txBody>
          <a:bodyPr>
            <a:noAutofit/>
          </a:bodyPr>
          <a:lstStyle/>
          <a:p>
            <a:fld id="{36329985-D499-441E-8CB2-35D1A7859D0A}" type="datetime1">
              <a:rPr lang="en-US" smtClean="0"/>
              <a:pPr/>
              <a:t>10/16/2014</a:t>
            </a:fld>
            <a:endParaRPr dirty="0"/>
          </a:p>
        </p:txBody>
      </p:sp>
      <p:sp>
        <p:nvSpPr>
          <p:cNvPr id="8" name="Footer Placeholder 7"/>
          <p:cNvSpPr>
            <a:spLocks noGrp="1"/>
          </p:cNvSpPr>
          <p:nvPr>
            <p:ph type="ftr" sz="quarter" idx="11"/>
          </p:nvPr>
        </p:nvSpPr>
        <p:spPr/>
        <p:txBody>
          <a:bodyPr>
            <a:noAutofit/>
          </a:bodyPr>
          <a:lstStyle/>
          <a:p>
            <a:r>
              <a:rPr lang="en-US" dirty="0" smtClean="0"/>
              <a:t>Oracle Confidential – Restricted</a:t>
            </a:r>
            <a:endParaRPr dirty="0"/>
          </a:p>
        </p:txBody>
      </p:sp>
      <p:sp>
        <p:nvSpPr>
          <p:cNvPr id="9" name="Slide Number Placeholder 8"/>
          <p:cNvSpPr>
            <a:spLocks noGrp="1"/>
          </p:cNvSpPr>
          <p:nvPr>
            <p:ph type="sldNum" sz="quarter" idx="12"/>
          </p:nvPr>
        </p:nvSpPr>
        <p:spPr/>
        <p:txBody>
          <a:bodyPr>
            <a:noAutofit/>
          </a:bodyPr>
          <a:lstStyle/>
          <a:p>
            <a:fld id="{C51EAA63-D034-42AE-91FA-B13B9518C7BE}" type="slidenum">
              <a:rPr/>
              <a:pPr/>
              <a:t>‹#›</a:t>
            </a:fld>
            <a:endParaRPr dirty="0"/>
          </a:p>
        </p:txBody>
      </p:sp>
    </p:spTree>
    <p:extLst>
      <p:ext uri="{BB962C8B-B14F-4D97-AF65-F5344CB8AC3E}">
        <p14:creationId xmlns:p14="http://schemas.microsoft.com/office/powerpoint/2010/main" xmlns="" val="3787001877"/>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1C61D695-6A33-47F5-849D-C72C597AFC68}" type="datetime1">
              <a:rPr lang="en-US" smtClean="0"/>
              <a:pPr/>
              <a:t>10/16/2014</a:t>
            </a:fld>
            <a:endParaRPr dirty="0"/>
          </a:p>
        </p:txBody>
      </p:sp>
      <p:sp>
        <p:nvSpPr>
          <p:cNvPr id="4" name="Footer Placeholder 3"/>
          <p:cNvSpPr>
            <a:spLocks noGrp="1"/>
          </p:cNvSpPr>
          <p:nvPr>
            <p:ph type="ftr" sz="quarter" idx="11"/>
          </p:nvPr>
        </p:nvSpPr>
        <p:spPr/>
        <p:txBody>
          <a:bodyPr/>
          <a:lstStyle/>
          <a:p>
            <a:r>
              <a:rPr lang="en-US" dirty="0" smtClean="0"/>
              <a:t>Oracle Confidential – Restricted</a:t>
            </a:r>
            <a:endParaRPr dirty="0"/>
          </a:p>
        </p:txBody>
      </p:sp>
      <p:sp>
        <p:nvSpPr>
          <p:cNvPr id="5" name="Slide Number Placeholder 4"/>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xmlns="" val="3337699384"/>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itle and Subtitle">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smtClean="0"/>
              <a:t>Click to edit Master title style</a:t>
            </a:r>
            <a:endParaRPr dirty="0"/>
          </a:p>
        </p:txBody>
      </p:sp>
      <p:sp>
        <p:nvSpPr>
          <p:cNvPr id="6" name="Text Placeholder 12"/>
          <p:cNvSpPr>
            <a:spLocks noGrp="1"/>
          </p:cNvSpPr>
          <p:nvPr>
            <p:ph type="body" sz="quarter" idx="13" hasCustomPrompt="1"/>
          </p:nvPr>
        </p:nvSpPr>
        <p:spPr>
          <a:xfrm>
            <a:off x="531814" y="1373741"/>
            <a:ext cx="11125198" cy="343299"/>
          </a:xfrm>
        </p:spPr>
        <p:txBody>
          <a:bodyPr>
            <a:noAutofit/>
          </a:bodyPr>
          <a:lstStyle>
            <a:lvl1pPr marL="1588" indent="0">
              <a:spcBef>
                <a:spcPts val="0"/>
              </a:spcBef>
              <a:buFontTx/>
              <a:buNone/>
              <a:defRPr sz="2400" b="1" baseline="0"/>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subtitle</a:t>
            </a:r>
          </a:p>
        </p:txBody>
      </p:sp>
      <p:sp>
        <p:nvSpPr>
          <p:cNvPr id="3" name="Date Placeholder 2"/>
          <p:cNvSpPr>
            <a:spLocks noGrp="1"/>
          </p:cNvSpPr>
          <p:nvPr>
            <p:ph type="dt" sz="half" idx="10"/>
          </p:nvPr>
        </p:nvSpPr>
        <p:spPr/>
        <p:txBody>
          <a:bodyPr/>
          <a:lstStyle/>
          <a:p>
            <a:fld id="{2CD6E76A-F2CA-4A2D-B3B8-92936F4DD11C}" type="datetime1">
              <a:rPr lang="en-US" smtClean="0"/>
              <a:pPr/>
              <a:t>10/16/2014</a:t>
            </a:fld>
            <a:endParaRPr dirty="0"/>
          </a:p>
        </p:txBody>
      </p:sp>
      <p:sp>
        <p:nvSpPr>
          <p:cNvPr id="4" name="Footer Placeholder 3"/>
          <p:cNvSpPr>
            <a:spLocks noGrp="1"/>
          </p:cNvSpPr>
          <p:nvPr>
            <p:ph type="ftr" sz="quarter" idx="11"/>
          </p:nvPr>
        </p:nvSpPr>
        <p:spPr/>
        <p:txBody>
          <a:bodyPr/>
          <a:lstStyle/>
          <a:p>
            <a:r>
              <a:rPr lang="en-US" dirty="0" smtClean="0"/>
              <a:t>Oracle Confidential – Restricted</a:t>
            </a:r>
            <a:endParaRPr dirty="0"/>
          </a:p>
        </p:txBody>
      </p:sp>
      <p:sp>
        <p:nvSpPr>
          <p:cNvPr id="5" name="Slide Number Placeholder 4"/>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xmlns="" val="4163620386"/>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ABA7D49-6771-4D4A-AA31-63289927F118}" type="datetime1">
              <a:rPr lang="en-US" smtClean="0"/>
              <a:pPr/>
              <a:t>10/16/2014</a:t>
            </a:fld>
            <a:endParaRPr dirty="0"/>
          </a:p>
        </p:txBody>
      </p:sp>
      <p:sp>
        <p:nvSpPr>
          <p:cNvPr id="3" name="Footer Placeholder 2"/>
          <p:cNvSpPr>
            <a:spLocks noGrp="1"/>
          </p:cNvSpPr>
          <p:nvPr>
            <p:ph type="ftr" sz="quarter" idx="11"/>
          </p:nvPr>
        </p:nvSpPr>
        <p:spPr/>
        <p:txBody>
          <a:bodyPr/>
          <a:lstStyle/>
          <a:p>
            <a:r>
              <a:rPr lang="en-US" dirty="0" smtClean="0"/>
              <a:t>Oracle Confidential – Restricted</a:t>
            </a:r>
            <a:endParaRPr dirty="0"/>
          </a:p>
        </p:txBody>
      </p:sp>
      <p:sp>
        <p:nvSpPr>
          <p:cNvPr id="4" name="Slide Number Placeholder 3"/>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xmlns="" val="3608229342"/>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p:txBody>
          <a:bodyPr>
            <a:noAutofit/>
          </a:bodyPr>
          <a:lstStyle/>
          <a:p>
            <a:r>
              <a:rPr lang="en-US" smtClean="0"/>
              <a:t>Click to edit Master title style</a:t>
            </a:r>
            <a:endParaRPr dirty="0"/>
          </a:p>
        </p:txBody>
      </p:sp>
      <p:sp>
        <p:nvSpPr>
          <p:cNvPr id="3" name="Content Placeholder 2" descr="Chart using colors from the approved palette included here"/>
          <p:cNvSpPr>
            <a:spLocks noGrp="1"/>
          </p:cNvSpPr>
          <p:nvPr>
            <p:ph idx="1"/>
          </p:nvPr>
        </p:nvSpPr>
        <p:spPr>
          <a:xfrm>
            <a:off x="531662" y="1524000"/>
            <a:ext cx="7589520" cy="4419600"/>
          </a:xfrm>
        </p:spPr>
        <p:txBody>
          <a:bodyPr>
            <a:noAutofit/>
          </a:bodyPr>
          <a:lstStyle>
            <a:lvl1pPr>
              <a:defRPr sz="2800"/>
            </a:lvl1pPr>
            <a:lvl2pPr>
              <a:defRPr sz="2400"/>
            </a:lvl2pPr>
            <a:lvl3pPr>
              <a:defRPr sz="2000"/>
            </a:lvl3pPr>
            <a:lvl4pPr>
              <a:defRPr sz="18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4" name="Text Placeholder 3"/>
          <p:cNvSpPr>
            <a:spLocks noGrp="1"/>
          </p:cNvSpPr>
          <p:nvPr>
            <p:ph type="body" sz="half" idx="2"/>
          </p:nvPr>
        </p:nvSpPr>
        <p:spPr>
          <a:xfrm>
            <a:off x="8777288" y="1524001"/>
            <a:ext cx="2879725" cy="4419600"/>
          </a:xfrm>
        </p:spPr>
        <p:txBody>
          <a:bodyPr>
            <a:noAutofit/>
          </a:bodyPr>
          <a:lstStyle>
            <a:lvl1pPr marL="0" indent="0">
              <a:buNone/>
              <a:defRPr sz="20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0BC2207-753B-40DD-91D5-228A7162D067}" type="datetime1">
              <a:rPr lang="en-US" smtClean="0"/>
              <a:pPr/>
              <a:t>10/16/2014</a:t>
            </a:fld>
            <a:endParaRPr dirty="0"/>
          </a:p>
        </p:txBody>
      </p:sp>
      <p:sp>
        <p:nvSpPr>
          <p:cNvPr id="6" name="Footer Placeholder 5"/>
          <p:cNvSpPr>
            <a:spLocks noGrp="1"/>
          </p:cNvSpPr>
          <p:nvPr>
            <p:ph type="ftr" sz="quarter" idx="11"/>
          </p:nvPr>
        </p:nvSpPr>
        <p:spPr/>
        <p:txBody>
          <a:bodyPr/>
          <a:lstStyle/>
          <a:p>
            <a:r>
              <a:rPr lang="en-US" dirty="0" smtClean="0"/>
              <a:t>Oracle Confidential – Restricted</a:t>
            </a:r>
            <a:endParaRPr dirty="0"/>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xmlns="" val="3457850703"/>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8" name="Title 7"/>
          <p:cNvSpPr>
            <a:spLocks noGrp="1"/>
          </p:cNvSpPr>
          <p:nvPr>
            <p:ph type="title"/>
          </p:nvPr>
        </p:nvSpPr>
        <p:spPr/>
        <p:txBody>
          <a:bodyPr>
            <a:noAutofit/>
          </a:bodyPr>
          <a:lstStyle/>
          <a:p>
            <a:r>
              <a:rPr lang="en-US" smtClean="0"/>
              <a:t>Click to edit Master title style</a:t>
            </a:r>
            <a:endParaRPr dirty="0"/>
          </a:p>
        </p:txBody>
      </p:sp>
      <p:sp>
        <p:nvSpPr>
          <p:cNvPr id="3" name="Picture Placeholder 2" descr="4-color photo can be included here"/>
          <p:cNvSpPr>
            <a:spLocks noGrp="1"/>
          </p:cNvSpPr>
          <p:nvPr>
            <p:ph type="pic" idx="1"/>
          </p:nvPr>
        </p:nvSpPr>
        <p:spPr bwMode="gray">
          <a:xfrm>
            <a:off x="531813" y="1524000"/>
            <a:ext cx="6095999" cy="4416725"/>
          </a:xfrm>
          <a:solidFill>
            <a:schemeClr val="bg2"/>
          </a:solidFill>
        </p:spPr>
        <p:txBody>
          <a:bodyPr tIns="182880">
            <a:no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smtClean="0"/>
              <a:t>Click icon to add picture</a:t>
            </a:r>
            <a:endParaRPr dirty="0"/>
          </a:p>
        </p:txBody>
      </p:sp>
      <p:sp>
        <p:nvSpPr>
          <p:cNvPr id="4" name="Text Placeholder 3"/>
          <p:cNvSpPr>
            <a:spLocks noGrp="1"/>
          </p:cNvSpPr>
          <p:nvPr>
            <p:ph type="body" sz="half" idx="2"/>
          </p:nvPr>
        </p:nvSpPr>
        <p:spPr>
          <a:xfrm>
            <a:off x="7008812" y="1524000"/>
            <a:ext cx="4648201" cy="4419600"/>
          </a:xfrm>
        </p:spPr>
        <p:txBody>
          <a:bodyPr>
            <a:noAutofit/>
          </a:bodyPr>
          <a:lstStyle>
            <a:lvl1pPr marL="0" indent="0">
              <a:buNone/>
              <a:defRPr sz="20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B47D4FC-6BB4-4393-ACFF-2E6E71E2A78D}" type="datetime1">
              <a:rPr lang="en-US" smtClean="0"/>
              <a:pPr/>
              <a:t>10/16/2014</a:t>
            </a:fld>
            <a:endParaRPr dirty="0"/>
          </a:p>
        </p:txBody>
      </p:sp>
      <p:sp>
        <p:nvSpPr>
          <p:cNvPr id="6" name="Footer Placeholder 5"/>
          <p:cNvSpPr>
            <a:spLocks noGrp="1"/>
          </p:cNvSpPr>
          <p:nvPr>
            <p:ph type="ftr" sz="quarter" idx="11"/>
          </p:nvPr>
        </p:nvSpPr>
        <p:spPr/>
        <p:txBody>
          <a:bodyPr/>
          <a:lstStyle/>
          <a:p>
            <a:r>
              <a:rPr lang="en-US" dirty="0" smtClean="0"/>
              <a:t>Oracle Confidential – Restricted</a:t>
            </a:r>
            <a:endParaRPr dirty="0"/>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xmlns="" val="3058274766"/>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wo Pictures with Captions">
    <p:spTree>
      <p:nvGrpSpPr>
        <p:cNvPr id="1" name=""/>
        <p:cNvGrpSpPr/>
        <p:nvPr/>
      </p:nvGrpSpPr>
      <p:grpSpPr>
        <a:xfrm>
          <a:off x="0" y="0"/>
          <a:ext cx="0" cy="0"/>
          <a:chOff x="0" y="0"/>
          <a:chExt cx="0" cy="0"/>
        </a:xfrm>
      </p:grpSpPr>
      <p:sp>
        <p:nvSpPr>
          <p:cNvPr id="11" name="Title 10"/>
          <p:cNvSpPr>
            <a:spLocks noGrp="1"/>
          </p:cNvSpPr>
          <p:nvPr>
            <p:ph type="title"/>
          </p:nvPr>
        </p:nvSpPr>
        <p:spPr/>
        <p:txBody>
          <a:bodyPr>
            <a:noAutofit/>
          </a:bodyPr>
          <a:lstStyle/>
          <a:p>
            <a:r>
              <a:rPr lang="en-US" smtClean="0"/>
              <a:t>Click to edit Master title style</a:t>
            </a:r>
            <a:endParaRPr dirty="0"/>
          </a:p>
        </p:txBody>
      </p:sp>
      <p:sp>
        <p:nvSpPr>
          <p:cNvPr id="3" name="Picture Placeholder 2" descr="Two 4-color photos can be included here"/>
          <p:cNvSpPr>
            <a:spLocks noGrp="1"/>
          </p:cNvSpPr>
          <p:nvPr>
            <p:ph type="pic" idx="1"/>
          </p:nvPr>
        </p:nvSpPr>
        <p:spPr bwMode="gray">
          <a:xfrm>
            <a:off x="531813" y="1524000"/>
            <a:ext cx="5413248" cy="3474720"/>
          </a:xfrm>
          <a:solidFill>
            <a:schemeClr val="bg2"/>
          </a:solidFill>
        </p:spPr>
        <p:txBody>
          <a:bodyPr tIns="182880">
            <a:no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smtClean="0"/>
              <a:t>Click icon to add picture</a:t>
            </a:r>
            <a:endParaRPr dirty="0"/>
          </a:p>
        </p:txBody>
      </p:sp>
      <p:sp>
        <p:nvSpPr>
          <p:cNvPr id="4" name="Text Placeholder 3"/>
          <p:cNvSpPr>
            <a:spLocks noGrp="1"/>
          </p:cNvSpPr>
          <p:nvPr>
            <p:ph type="body" sz="half" idx="2"/>
          </p:nvPr>
        </p:nvSpPr>
        <p:spPr>
          <a:xfrm>
            <a:off x="531812" y="5105400"/>
            <a:ext cx="5410200" cy="838200"/>
          </a:xfrm>
        </p:spPr>
        <p:txBody>
          <a:bodyPr>
            <a:no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cxnSp>
        <p:nvCxnSpPr>
          <p:cNvPr id="8" name="Straight Connector 7"/>
          <p:cNvCxnSpPr/>
          <p:nvPr/>
        </p:nvCxnSpPr>
        <p:spPr bwMode="ltGray">
          <a:xfrm>
            <a:off x="6094413"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9" name="Picture Placeholder 2"/>
          <p:cNvSpPr>
            <a:spLocks noGrp="1"/>
          </p:cNvSpPr>
          <p:nvPr>
            <p:ph type="pic" idx="13"/>
          </p:nvPr>
        </p:nvSpPr>
        <p:spPr bwMode="gray">
          <a:xfrm>
            <a:off x="6246812" y="1524000"/>
            <a:ext cx="5413248" cy="3474720"/>
          </a:xfrm>
          <a:solidFill>
            <a:schemeClr val="bg2"/>
          </a:solidFill>
        </p:spPr>
        <p:txBody>
          <a:bodyPr tIns="182880">
            <a:no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smtClean="0"/>
              <a:t>Click icon to add picture</a:t>
            </a:r>
            <a:endParaRPr dirty="0"/>
          </a:p>
        </p:txBody>
      </p:sp>
      <p:sp>
        <p:nvSpPr>
          <p:cNvPr id="10" name="Text Placeholder 3"/>
          <p:cNvSpPr>
            <a:spLocks noGrp="1"/>
          </p:cNvSpPr>
          <p:nvPr>
            <p:ph type="body" sz="half" idx="14"/>
          </p:nvPr>
        </p:nvSpPr>
        <p:spPr>
          <a:xfrm>
            <a:off x="6246811" y="5105400"/>
            <a:ext cx="5410200" cy="838200"/>
          </a:xfrm>
        </p:spPr>
        <p:txBody>
          <a:bodyPr>
            <a:no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DF971EF-0651-4949-A9FF-E3F50CD09F86}" type="datetime1">
              <a:rPr lang="en-US" smtClean="0"/>
              <a:pPr/>
              <a:t>10/16/2014</a:t>
            </a:fld>
            <a:endParaRPr dirty="0"/>
          </a:p>
        </p:txBody>
      </p:sp>
      <p:sp>
        <p:nvSpPr>
          <p:cNvPr id="6" name="Footer Placeholder 5"/>
          <p:cNvSpPr>
            <a:spLocks noGrp="1"/>
          </p:cNvSpPr>
          <p:nvPr>
            <p:ph type="ftr" sz="quarter" idx="11"/>
          </p:nvPr>
        </p:nvSpPr>
        <p:spPr/>
        <p:txBody>
          <a:bodyPr/>
          <a:lstStyle/>
          <a:p>
            <a:r>
              <a:rPr lang="en-US" dirty="0" smtClean="0"/>
              <a:t>Oracle Confidential – Restricted</a:t>
            </a:r>
            <a:endParaRPr dirty="0"/>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xmlns="" val="908982256"/>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hree Pictures with Captions">
    <p:spTree>
      <p:nvGrpSpPr>
        <p:cNvPr id="1" name=""/>
        <p:cNvGrpSpPr/>
        <p:nvPr/>
      </p:nvGrpSpPr>
      <p:grpSpPr>
        <a:xfrm>
          <a:off x="0" y="0"/>
          <a:ext cx="0" cy="0"/>
          <a:chOff x="0" y="0"/>
          <a:chExt cx="0" cy="0"/>
        </a:xfrm>
      </p:grpSpPr>
      <p:sp>
        <p:nvSpPr>
          <p:cNvPr id="8" name="Title 7"/>
          <p:cNvSpPr>
            <a:spLocks noGrp="1"/>
          </p:cNvSpPr>
          <p:nvPr>
            <p:ph type="title"/>
          </p:nvPr>
        </p:nvSpPr>
        <p:spPr/>
        <p:txBody>
          <a:bodyPr>
            <a:noAutofit/>
          </a:bodyPr>
          <a:lstStyle/>
          <a:p>
            <a:r>
              <a:rPr lang="en-US" smtClean="0"/>
              <a:t>Click to edit Master title style</a:t>
            </a:r>
            <a:endParaRPr dirty="0"/>
          </a:p>
        </p:txBody>
      </p:sp>
      <p:sp>
        <p:nvSpPr>
          <p:cNvPr id="3" name="Picture Placeholder 2" descr="Three 4-color photos can be included here"/>
          <p:cNvSpPr>
            <a:spLocks noGrp="1"/>
          </p:cNvSpPr>
          <p:nvPr>
            <p:ph type="pic" idx="1"/>
          </p:nvPr>
        </p:nvSpPr>
        <p:spPr bwMode="gray">
          <a:xfrm>
            <a:off x="531813" y="1524000"/>
            <a:ext cx="3474720" cy="3048000"/>
          </a:xfrm>
          <a:solidFill>
            <a:schemeClr val="bg2"/>
          </a:solidFill>
        </p:spPr>
        <p:txBody>
          <a:bodyPr tIns="182880">
            <a:no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smtClean="0"/>
              <a:t>Click icon to add picture</a:t>
            </a:r>
            <a:endParaRPr dirty="0"/>
          </a:p>
        </p:txBody>
      </p:sp>
      <p:sp>
        <p:nvSpPr>
          <p:cNvPr id="4" name="Text Placeholder 3"/>
          <p:cNvSpPr>
            <a:spLocks noGrp="1"/>
          </p:cNvSpPr>
          <p:nvPr>
            <p:ph type="body" sz="half" idx="2"/>
          </p:nvPr>
        </p:nvSpPr>
        <p:spPr>
          <a:xfrm>
            <a:off x="531812" y="4701396"/>
            <a:ext cx="3474720" cy="1242204"/>
          </a:xfrm>
        </p:spPr>
        <p:txBody>
          <a:bodyPr>
            <a:no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cxnSp>
        <p:nvCxnSpPr>
          <p:cNvPr id="11" name="Straight Connector 10"/>
          <p:cNvCxnSpPr/>
          <p:nvPr/>
        </p:nvCxnSpPr>
        <p:spPr bwMode="ltGray">
          <a:xfrm>
            <a:off x="4189412"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9" name="Picture Placeholder 2"/>
          <p:cNvSpPr>
            <a:spLocks noGrp="1"/>
          </p:cNvSpPr>
          <p:nvPr>
            <p:ph type="pic" idx="13"/>
          </p:nvPr>
        </p:nvSpPr>
        <p:spPr bwMode="gray">
          <a:xfrm>
            <a:off x="4357052" y="1524000"/>
            <a:ext cx="3474720" cy="3048000"/>
          </a:xfrm>
          <a:solidFill>
            <a:schemeClr val="bg2"/>
          </a:solidFill>
        </p:spPr>
        <p:txBody>
          <a:bodyPr tIns="182880">
            <a:no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smtClean="0"/>
              <a:t>Click icon to add picture</a:t>
            </a:r>
            <a:endParaRPr dirty="0"/>
          </a:p>
        </p:txBody>
      </p:sp>
      <p:sp>
        <p:nvSpPr>
          <p:cNvPr id="10" name="Text Placeholder 3"/>
          <p:cNvSpPr>
            <a:spLocks noGrp="1"/>
          </p:cNvSpPr>
          <p:nvPr>
            <p:ph type="body" sz="half" idx="14"/>
          </p:nvPr>
        </p:nvSpPr>
        <p:spPr>
          <a:xfrm>
            <a:off x="4357052" y="4701396"/>
            <a:ext cx="3474720" cy="1242204"/>
          </a:xfrm>
        </p:spPr>
        <p:txBody>
          <a:bodyPr>
            <a:no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cxnSp>
        <p:nvCxnSpPr>
          <p:cNvPr id="12" name="Straight Connector 11"/>
          <p:cNvCxnSpPr/>
          <p:nvPr/>
        </p:nvCxnSpPr>
        <p:spPr bwMode="ltGray">
          <a:xfrm>
            <a:off x="7999412"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13" name="Picture Placeholder 2"/>
          <p:cNvSpPr>
            <a:spLocks noGrp="1"/>
          </p:cNvSpPr>
          <p:nvPr>
            <p:ph type="pic" idx="15"/>
          </p:nvPr>
        </p:nvSpPr>
        <p:spPr bwMode="gray">
          <a:xfrm>
            <a:off x="8182292" y="1524000"/>
            <a:ext cx="3474720" cy="3048000"/>
          </a:xfrm>
          <a:solidFill>
            <a:schemeClr val="bg2"/>
          </a:solidFill>
        </p:spPr>
        <p:txBody>
          <a:bodyPr tIns="182880">
            <a:no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smtClean="0"/>
              <a:t>Click icon to add picture</a:t>
            </a:r>
            <a:endParaRPr dirty="0"/>
          </a:p>
        </p:txBody>
      </p:sp>
      <p:sp>
        <p:nvSpPr>
          <p:cNvPr id="14" name="Text Placeholder 3"/>
          <p:cNvSpPr>
            <a:spLocks noGrp="1"/>
          </p:cNvSpPr>
          <p:nvPr>
            <p:ph type="body" sz="half" idx="16"/>
          </p:nvPr>
        </p:nvSpPr>
        <p:spPr>
          <a:xfrm>
            <a:off x="8182292" y="4701396"/>
            <a:ext cx="3474720" cy="1242204"/>
          </a:xfrm>
        </p:spPr>
        <p:txBody>
          <a:bodyPr>
            <a:no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DA8C6D8-3003-4F01-921F-E5CC5EFD6EDF}" type="datetime1">
              <a:rPr lang="en-US" smtClean="0"/>
              <a:pPr/>
              <a:t>10/16/2014</a:t>
            </a:fld>
            <a:endParaRPr dirty="0"/>
          </a:p>
        </p:txBody>
      </p:sp>
      <p:sp>
        <p:nvSpPr>
          <p:cNvPr id="6" name="Footer Placeholder 5"/>
          <p:cNvSpPr>
            <a:spLocks noGrp="1"/>
          </p:cNvSpPr>
          <p:nvPr>
            <p:ph type="ftr" sz="quarter" idx="11"/>
          </p:nvPr>
        </p:nvSpPr>
        <p:spPr/>
        <p:txBody>
          <a:bodyPr/>
          <a:lstStyle/>
          <a:p>
            <a:r>
              <a:rPr lang="en-US" dirty="0" smtClean="0"/>
              <a:t>Oracle Confidential – Restricted</a:t>
            </a:r>
            <a:endParaRPr dirty="0"/>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xmlns="" val="2790854713"/>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Smartphone and Tablet: Horizontal">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smtClean="0"/>
              <a:t>Click to edit Master title style</a:t>
            </a:r>
            <a:endParaRPr dirty="0"/>
          </a:p>
        </p:txBody>
      </p:sp>
      <p:pic>
        <p:nvPicPr>
          <p:cNvPr id="2" name="Picture 1" descr="Photos, screen captures, graphics can be inserted in a white mobile phone and tablet"/>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3916717" y="1522826"/>
            <a:ext cx="6495366" cy="4567423"/>
          </a:xfrm>
          <a:prstGeom prst="rect">
            <a:avLst/>
          </a:prstGeom>
        </p:spPr>
      </p:pic>
      <p:sp>
        <p:nvSpPr>
          <p:cNvPr id="9" name="Picture Placeholder 2"/>
          <p:cNvSpPr>
            <a:spLocks noGrp="1"/>
          </p:cNvSpPr>
          <p:nvPr>
            <p:ph type="pic" idx="13"/>
          </p:nvPr>
        </p:nvSpPr>
        <p:spPr bwMode="gray">
          <a:xfrm>
            <a:off x="4532312" y="1850231"/>
            <a:ext cx="5246688" cy="3969544"/>
          </a:xfrm>
          <a:solidFill>
            <a:schemeClr val="bg2"/>
          </a:solidFill>
          <a:ln w="12700">
            <a:solidFill>
              <a:schemeClr val="bg2"/>
            </a:solidFill>
          </a:ln>
        </p:spPr>
        <p:txBody>
          <a:bodyPr tIns="182880">
            <a:no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smtClean="0"/>
              <a:t>Click icon to add picture</a:t>
            </a:r>
            <a:endParaRPr dirty="0"/>
          </a:p>
        </p:txBody>
      </p:sp>
      <p:sp>
        <p:nvSpPr>
          <p:cNvPr id="5" name="Date Placeholder 4"/>
          <p:cNvSpPr>
            <a:spLocks noGrp="1"/>
          </p:cNvSpPr>
          <p:nvPr>
            <p:ph type="dt" sz="half" idx="10"/>
          </p:nvPr>
        </p:nvSpPr>
        <p:spPr/>
        <p:txBody>
          <a:bodyPr/>
          <a:lstStyle/>
          <a:p>
            <a:fld id="{6072C9BE-26D8-4772-A045-FED6D7AC8561}" type="datetime1">
              <a:rPr lang="en-US" smtClean="0"/>
              <a:pPr/>
              <a:t>10/16/2014</a:t>
            </a:fld>
            <a:endParaRPr dirty="0"/>
          </a:p>
        </p:txBody>
      </p:sp>
      <p:sp>
        <p:nvSpPr>
          <p:cNvPr id="6" name="Footer Placeholder 5"/>
          <p:cNvSpPr>
            <a:spLocks noGrp="1"/>
          </p:cNvSpPr>
          <p:nvPr>
            <p:ph type="ftr" sz="quarter" idx="11"/>
          </p:nvPr>
        </p:nvSpPr>
        <p:spPr/>
        <p:txBody>
          <a:bodyPr/>
          <a:lstStyle/>
          <a:p>
            <a:r>
              <a:rPr lang="en-US" dirty="0" smtClean="0"/>
              <a:t>Oracle Confidential – Restricted</a:t>
            </a:r>
            <a:endParaRPr dirty="0"/>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pic>
        <p:nvPicPr>
          <p:cNvPr id="12" name="Picture 11" descr="Photos, screen captures, graphics can be inserted in a white mobile phone and tablet"/>
          <p:cNvPicPr>
            <a:picLocks noChangeAspect="1"/>
          </p:cNvPicPr>
          <p:nvPr userDrawn="1"/>
        </p:nvPicPr>
        <p:blipFill rotWithShape="1">
          <a:blip r:embed="rId3" cstate="print">
            <a:extLst>
              <a:ext uri="{28A0092B-C50C-407E-A947-70E740481C1C}">
                <a14:useLocalDpi xmlns:a14="http://schemas.microsoft.com/office/drawing/2010/main" xmlns="" val="0"/>
              </a:ext>
            </a:extLst>
          </a:blip>
          <a:srcRect/>
          <a:stretch/>
        </p:blipFill>
        <p:spPr>
          <a:xfrm>
            <a:off x="1770062" y="1828800"/>
            <a:ext cx="1840875" cy="3887139"/>
          </a:xfrm>
          <a:prstGeom prst="rect">
            <a:avLst/>
          </a:prstGeom>
        </p:spPr>
      </p:pic>
      <p:sp>
        <p:nvSpPr>
          <p:cNvPr id="13" name="Picture Placeholder 2"/>
          <p:cNvSpPr>
            <a:spLocks noGrp="1"/>
          </p:cNvSpPr>
          <p:nvPr>
            <p:ph type="pic" idx="1"/>
          </p:nvPr>
        </p:nvSpPr>
        <p:spPr bwMode="gray">
          <a:xfrm>
            <a:off x="1888693" y="2372664"/>
            <a:ext cx="1618488" cy="2834640"/>
          </a:xfrm>
          <a:solidFill>
            <a:schemeClr val="bg2"/>
          </a:solidFill>
          <a:ln w="12700">
            <a:solidFill>
              <a:schemeClr val="bg2"/>
            </a:solidFill>
          </a:ln>
        </p:spPr>
        <p:txBody>
          <a:bodyPr tIns="182880">
            <a:no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smtClean="0"/>
              <a:t>Click icon to add picture</a:t>
            </a:r>
            <a:endParaRPr dirty="0"/>
          </a:p>
        </p:txBody>
      </p:sp>
    </p:spTree>
    <p:extLst>
      <p:ext uri="{BB962C8B-B14F-4D97-AF65-F5344CB8AC3E}">
        <p14:creationId xmlns:p14="http://schemas.microsoft.com/office/powerpoint/2010/main" xmlns="" val="745444510"/>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Smartphone and Tablet: Vertical">
    <p:spTree>
      <p:nvGrpSpPr>
        <p:cNvPr id="1" name=""/>
        <p:cNvGrpSpPr/>
        <p:nvPr/>
      </p:nvGrpSpPr>
      <p:grpSpPr>
        <a:xfrm>
          <a:off x="0" y="0"/>
          <a:ext cx="0" cy="0"/>
          <a:chOff x="0" y="0"/>
          <a:chExt cx="0" cy="0"/>
        </a:xfrm>
      </p:grpSpPr>
      <p:sp>
        <p:nvSpPr>
          <p:cNvPr id="2" name="Title 1"/>
          <p:cNvSpPr>
            <a:spLocks noGrp="1"/>
          </p:cNvSpPr>
          <p:nvPr>
            <p:ph type="title"/>
          </p:nvPr>
        </p:nvSpPr>
        <p:spPr>
          <a:xfrm>
            <a:off x="531812" y="406400"/>
            <a:ext cx="5852160" cy="889000"/>
          </a:xfrm>
        </p:spPr>
        <p:txBody>
          <a:bodyPr anchor="b">
            <a:noAutofit/>
          </a:bodyPr>
          <a:lstStyle>
            <a:lvl1pPr algn="l">
              <a:defRPr sz="3600" b="0"/>
            </a:lvl1pPr>
          </a:lstStyle>
          <a:p>
            <a:r>
              <a:rPr lang="en-US" smtClean="0"/>
              <a:t>Click to edit Master title style</a:t>
            </a:r>
            <a:endParaRPr dirty="0"/>
          </a:p>
        </p:txBody>
      </p:sp>
      <p:pic>
        <p:nvPicPr>
          <p:cNvPr id="13" name="Picture 12" descr="Photos, screen captures, graphics can be inserted in a white mobile phone and tablet"/>
          <p:cNvPicPr>
            <a:picLocks noChangeAspect="1"/>
          </p:cNvPicPr>
          <p:nvPr/>
        </p:nvPicPr>
        <p:blipFill rotWithShape="1">
          <a:blip r:embed="rId2" cstate="print">
            <a:extLst>
              <a:ext uri="{28A0092B-C50C-407E-A947-70E740481C1C}">
                <a14:useLocalDpi xmlns:a14="http://schemas.microsoft.com/office/drawing/2010/main" xmlns="" val="0"/>
              </a:ext>
            </a:extLst>
          </a:blip>
          <a:srcRect/>
          <a:stretch/>
        </p:blipFill>
        <p:spPr>
          <a:xfrm>
            <a:off x="3960812" y="1905000"/>
            <a:ext cx="1840875" cy="3887139"/>
          </a:xfrm>
          <a:prstGeom prst="rect">
            <a:avLst/>
          </a:prstGeom>
        </p:spPr>
      </p:pic>
      <p:sp>
        <p:nvSpPr>
          <p:cNvPr id="14" name="Picture Placeholder 2"/>
          <p:cNvSpPr>
            <a:spLocks noGrp="1"/>
          </p:cNvSpPr>
          <p:nvPr>
            <p:ph type="pic" idx="1"/>
          </p:nvPr>
        </p:nvSpPr>
        <p:spPr bwMode="gray">
          <a:xfrm>
            <a:off x="4079443" y="2448864"/>
            <a:ext cx="1618488" cy="2834640"/>
          </a:xfrm>
          <a:solidFill>
            <a:schemeClr val="bg2"/>
          </a:solidFill>
          <a:ln w="12700">
            <a:solidFill>
              <a:schemeClr val="bg2"/>
            </a:solidFill>
          </a:ln>
        </p:spPr>
        <p:txBody>
          <a:bodyPr tIns="182880">
            <a:no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smtClean="0"/>
              <a:t>Click icon to add picture</a:t>
            </a:r>
            <a:endParaRPr dirty="0"/>
          </a:p>
        </p:txBody>
      </p:sp>
      <p:pic>
        <p:nvPicPr>
          <p:cNvPr id="10" name="Picture 9" descr="Photos, screen captures, graphics can be inserted in a white mobile phone and tablet"/>
          <p:cNvPicPr>
            <a:picLocks noChangeAspect="1"/>
          </p:cNvPicPr>
          <p:nvPr/>
        </p:nvPicPr>
        <p:blipFill rotWithShape="1">
          <a:blip r:embed="rId3" cstate="print">
            <a:extLst>
              <a:ext uri="{28A0092B-C50C-407E-A947-70E740481C1C}">
                <a14:useLocalDpi xmlns:a14="http://schemas.microsoft.com/office/drawing/2010/main" xmlns="" val="0"/>
              </a:ext>
            </a:extLst>
          </a:blip>
          <a:srcRect r="7518"/>
          <a:stretch/>
        </p:blipFill>
        <p:spPr>
          <a:xfrm rot="5400000">
            <a:off x="5748377" y="1113567"/>
            <a:ext cx="6007047" cy="4567423"/>
          </a:xfrm>
          <a:prstGeom prst="rect">
            <a:avLst/>
          </a:prstGeom>
        </p:spPr>
      </p:pic>
      <p:sp>
        <p:nvSpPr>
          <p:cNvPr id="9" name="Picture Placeholder 2"/>
          <p:cNvSpPr>
            <a:spLocks noGrp="1"/>
          </p:cNvSpPr>
          <p:nvPr>
            <p:ph type="pic" idx="13"/>
          </p:nvPr>
        </p:nvSpPr>
        <p:spPr bwMode="gray">
          <a:xfrm>
            <a:off x="6747673" y="1013144"/>
            <a:ext cx="3962137" cy="5252348"/>
          </a:xfrm>
          <a:solidFill>
            <a:schemeClr val="bg2"/>
          </a:solidFill>
          <a:ln w="12700">
            <a:solidFill>
              <a:schemeClr val="bg2"/>
            </a:solidFill>
          </a:ln>
        </p:spPr>
        <p:txBody>
          <a:bodyPr tIns="182880">
            <a:no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smtClean="0"/>
              <a:t>Click icon to add picture</a:t>
            </a:r>
            <a:endParaRPr dirty="0"/>
          </a:p>
        </p:txBody>
      </p:sp>
      <p:sp>
        <p:nvSpPr>
          <p:cNvPr id="5" name="Date Placeholder 4"/>
          <p:cNvSpPr>
            <a:spLocks noGrp="1"/>
          </p:cNvSpPr>
          <p:nvPr>
            <p:ph type="dt" sz="half" idx="10"/>
          </p:nvPr>
        </p:nvSpPr>
        <p:spPr/>
        <p:txBody>
          <a:bodyPr/>
          <a:lstStyle/>
          <a:p>
            <a:fld id="{99D84376-D245-4DE0-9774-AB03E39E5435}" type="datetime1">
              <a:rPr lang="en-US" smtClean="0"/>
              <a:pPr/>
              <a:t>10/16/2014</a:t>
            </a:fld>
            <a:endParaRPr dirty="0"/>
          </a:p>
        </p:txBody>
      </p:sp>
      <p:sp>
        <p:nvSpPr>
          <p:cNvPr id="6" name="Footer Placeholder 5"/>
          <p:cNvSpPr>
            <a:spLocks noGrp="1"/>
          </p:cNvSpPr>
          <p:nvPr>
            <p:ph type="ftr" sz="quarter" idx="11"/>
          </p:nvPr>
        </p:nvSpPr>
        <p:spPr/>
        <p:txBody>
          <a:bodyPr/>
          <a:lstStyle/>
          <a:p>
            <a:r>
              <a:rPr lang="en-US" dirty="0" smtClean="0"/>
              <a:t>Oracle Confidential – Restricted</a:t>
            </a:r>
            <a:endParaRPr dirty="0"/>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xmlns="" val="2720634047"/>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extLst mod="1">
    <p:ext uri="{DCECCB84-F9BA-43D5-87BE-67443E8EF086}">
      <p15:sldGuideLst xmlns:p15="http://schemas.microsoft.com/office/powerpoint/2012/main" xmlns="">
        <p15:guide id="1" orient="horz" pos="2160" userDrawn="1">
          <p15:clr>
            <a:srgbClr val="FBAE40"/>
          </p15:clr>
        </p15:guide>
        <p15:guide id="2" pos="3839" userDrawn="1">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Android Smartphone and Tablet: Horizontal">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smtClean="0"/>
              <a:t>Click to edit Master title style</a:t>
            </a:r>
            <a:endParaRPr dirty="0"/>
          </a:p>
        </p:txBody>
      </p:sp>
      <p:sp>
        <p:nvSpPr>
          <p:cNvPr id="5" name="Date Placeholder 4"/>
          <p:cNvSpPr>
            <a:spLocks noGrp="1"/>
          </p:cNvSpPr>
          <p:nvPr>
            <p:ph type="dt" sz="half" idx="10"/>
          </p:nvPr>
        </p:nvSpPr>
        <p:spPr/>
        <p:txBody>
          <a:bodyPr/>
          <a:lstStyle/>
          <a:p>
            <a:fld id="{2E509ADC-284F-4081-B671-0316EA1AC289}" type="datetime1">
              <a:rPr lang="en-US" smtClean="0"/>
              <a:pPr/>
              <a:t>10/16/2014</a:t>
            </a:fld>
            <a:endParaRPr dirty="0"/>
          </a:p>
        </p:txBody>
      </p:sp>
      <p:sp>
        <p:nvSpPr>
          <p:cNvPr id="6" name="Footer Placeholder 5"/>
          <p:cNvSpPr>
            <a:spLocks noGrp="1"/>
          </p:cNvSpPr>
          <p:nvPr>
            <p:ph type="ftr" sz="quarter" idx="11"/>
          </p:nvPr>
        </p:nvSpPr>
        <p:spPr/>
        <p:txBody>
          <a:bodyPr/>
          <a:lstStyle/>
          <a:p>
            <a:r>
              <a:rPr lang="en-US" dirty="0" smtClean="0"/>
              <a:t>Oracle Confidential – Restricted</a:t>
            </a:r>
            <a:endParaRPr dirty="0"/>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pic>
        <p:nvPicPr>
          <p:cNvPr id="14" name="Picture 13"/>
          <p:cNvPicPr>
            <a:picLocks noChangeAspect="1"/>
          </p:cNvPicPr>
          <p:nvPr userDrawn="1"/>
        </p:nvPicPr>
        <p:blipFill>
          <a:blip r:embed="rId2" cstate="screen">
            <a:extLst>
              <a:ext uri="{28A0092B-C50C-407E-A947-70E740481C1C}">
                <a14:useLocalDpi xmlns:a14="http://schemas.microsoft.com/office/drawing/2010/main" xmlns="" val="0"/>
              </a:ext>
            </a:extLst>
          </a:blip>
          <a:stretch>
            <a:fillRect/>
          </a:stretch>
        </p:blipFill>
        <p:spPr>
          <a:xfrm>
            <a:off x="4257675" y="1584167"/>
            <a:ext cx="5829300" cy="4109594"/>
          </a:xfrm>
          <a:prstGeom prst="rect">
            <a:avLst/>
          </a:prstGeom>
        </p:spPr>
      </p:pic>
      <p:sp>
        <p:nvSpPr>
          <p:cNvPr id="16" name="Picture Placeholder 2"/>
          <p:cNvSpPr>
            <a:spLocks noGrp="1"/>
          </p:cNvSpPr>
          <p:nvPr>
            <p:ph type="pic" idx="13"/>
          </p:nvPr>
        </p:nvSpPr>
        <p:spPr bwMode="gray">
          <a:xfrm>
            <a:off x="4532312" y="1971675"/>
            <a:ext cx="5246688" cy="3324225"/>
          </a:xfrm>
          <a:solidFill>
            <a:schemeClr val="bg2"/>
          </a:solidFill>
          <a:ln w="12700">
            <a:solidFill>
              <a:schemeClr val="bg2"/>
            </a:solidFill>
          </a:ln>
        </p:spPr>
        <p:txBody>
          <a:bodyPr tIns="182880">
            <a:no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smtClean="0"/>
              <a:t>Click icon to add picture</a:t>
            </a:r>
            <a:endParaRPr dirty="0"/>
          </a:p>
        </p:txBody>
      </p:sp>
      <p:pic>
        <p:nvPicPr>
          <p:cNvPr id="8" name="Picture 7"/>
          <p:cNvPicPr>
            <a:picLocks noChangeAspect="1"/>
          </p:cNvPicPr>
          <p:nvPr userDrawn="1"/>
        </p:nvPicPr>
        <p:blipFill>
          <a:blip r:embed="rId3" cstate="print">
            <a:extLst>
              <a:ext uri="{28A0092B-C50C-407E-A947-70E740481C1C}">
                <a14:useLocalDpi xmlns:a14="http://schemas.microsoft.com/office/drawing/2010/main" xmlns="" val="0"/>
              </a:ext>
            </a:extLst>
          </a:blip>
          <a:stretch>
            <a:fillRect/>
          </a:stretch>
        </p:blipFill>
        <p:spPr>
          <a:xfrm>
            <a:off x="1761299" y="1981200"/>
            <a:ext cx="1877251" cy="3634952"/>
          </a:xfrm>
          <a:prstGeom prst="rect">
            <a:avLst/>
          </a:prstGeom>
        </p:spPr>
      </p:pic>
      <p:sp>
        <p:nvSpPr>
          <p:cNvPr id="18" name="Picture Placeholder 2"/>
          <p:cNvSpPr>
            <a:spLocks noGrp="1"/>
          </p:cNvSpPr>
          <p:nvPr>
            <p:ph type="pic" idx="1"/>
          </p:nvPr>
        </p:nvSpPr>
        <p:spPr bwMode="gray">
          <a:xfrm>
            <a:off x="1885137" y="2363138"/>
            <a:ext cx="1631569" cy="2894661"/>
          </a:xfrm>
          <a:solidFill>
            <a:schemeClr val="bg2"/>
          </a:solidFill>
          <a:ln w="12700">
            <a:solidFill>
              <a:schemeClr val="bg2"/>
            </a:solidFill>
          </a:ln>
        </p:spPr>
        <p:txBody>
          <a:bodyPr tIns="182880">
            <a:no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smtClean="0"/>
              <a:t>Click icon to add picture</a:t>
            </a:r>
            <a:endParaRPr dirty="0"/>
          </a:p>
        </p:txBody>
      </p:sp>
    </p:spTree>
    <p:extLst>
      <p:ext uri="{BB962C8B-B14F-4D97-AF65-F5344CB8AC3E}">
        <p14:creationId xmlns:p14="http://schemas.microsoft.com/office/powerpoint/2010/main" xmlns="" val="860819270"/>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Android Smartphone and Tablet: Vertical">
    <p:spTree>
      <p:nvGrpSpPr>
        <p:cNvPr id="1" name=""/>
        <p:cNvGrpSpPr/>
        <p:nvPr/>
      </p:nvGrpSpPr>
      <p:grpSpPr>
        <a:xfrm>
          <a:off x="0" y="0"/>
          <a:ext cx="0" cy="0"/>
          <a:chOff x="0" y="0"/>
          <a:chExt cx="0" cy="0"/>
        </a:xfrm>
      </p:grpSpPr>
      <p:sp>
        <p:nvSpPr>
          <p:cNvPr id="2" name="Title 1"/>
          <p:cNvSpPr>
            <a:spLocks noGrp="1"/>
          </p:cNvSpPr>
          <p:nvPr>
            <p:ph type="title"/>
          </p:nvPr>
        </p:nvSpPr>
        <p:spPr>
          <a:xfrm>
            <a:off x="531811" y="406400"/>
            <a:ext cx="5852160" cy="889000"/>
          </a:xfrm>
        </p:spPr>
        <p:txBody>
          <a:bodyPr anchor="b">
            <a:noAutofit/>
          </a:bodyPr>
          <a:lstStyle>
            <a:lvl1pPr algn="l">
              <a:defRPr sz="3600" b="0"/>
            </a:lvl1pPr>
          </a:lstStyle>
          <a:p>
            <a:r>
              <a:rPr lang="en-US" smtClean="0"/>
              <a:t>Click to edit Master title style</a:t>
            </a:r>
            <a:endParaRPr dirty="0"/>
          </a:p>
        </p:txBody>
      </p:sp>
      <p:sp>
        <p:nvSpPr>
          <p:cNvPr id="5" name="Date Placeholder 4"/>
          <p:cNvSpPr>
            <a:spLocks noGrp="1"/>
          </p:cNvSpPr>
          <p:nvPr>
            <p:ph type="dt" sz="half" idx="10"/>
          </p:nvPr>
        </p:nvSpPr>
        <p:spPr/>
        <p:txBody>
          <a:bodyPr/>
          <a:lstStyle/>
          <a:p>
            <a:fld id="{9846DC0B-12E4-4F45-9D4D-2AE1936DAFDE}" type="datetime1">
              <a:rPr lang="en-US" smtClean="0"/>
              <a:pPr/>
              <a:t>10/16/2014</a:t>
            </a:fld>
            <a:endParaRPr dirty="0"/>
          </a:p>
        </p:txBody>
      </p:sp>
      <p:sp>
        <p:nvSpPr>
          <p:cNvPr id="6" name="Footer Placeholder 5"/>
          <p:cNvSpPr>
            <a:spLocks noGrp="1"/>
          </p:cNvSpPr>
          <p:nvPr>
            <p:ph type="ftr" sz="quarter" idx="11"/>
          </p:nvPr>
        </p:nvSpPr>
        <p:spPr/>
        <p:txBody>
          <a:bodyPr/>
          <a:lstStyle/>
          <a:p>
            <a:r>
              <a:rPr lang="en-US" dirty="0" smtClean="0"/>
              <a:t>Oracle Confidential – Restricted</a:t>
            </a:r>
            <a:endParaRPr dirty="0"/>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pic>
        <p:nvPicPr>
          <p:cNvPr id="13" name="Picture 12"/>
          <p:cNvPicPr>
            <a:picLocks noChangeAspect="1"/>
          </p:cNvPicPr>
          <p:nvPr userDrawn="1"/>
        </p:nvPicPr>
        <p:blipFill rotWithShape="1">
          <a:blip r:embed="rId2" cstate="screen">
            <a:extLst>
              <a:ext uri="{28A0092B-C50C-407E-A947-70E740481C1C}">
                <a14:useLocalDpi xmlns:a14="http://schemas.microsoft.com/office/drawing/2010/main" xmlns="" val="0"/>
              </a:ext>
            </a:extLst>
          </a:blip>
          <a:srcRect r="3674"/>
          <a:stretch/>
        </p:blipFill>
        <p:spPr>
          <a:xfrm rot="5400000">
            <a:off x="5794266" y="1258781"/>
            <a:ext cx="5935471" cy="4345394"/>
          </a:xfrm>
          <a:prstGeom prst="rect">
            <a:avLst/>
          </a:prstGeom>
        </p:spPr>
      </p:pic>
      <p:sp>
        <p:nvSpPr>
          <p:cNvPr id="11" name="Picture Placeholder 2"/>
          <p:cNvSpPr>
            <a:spLocks noGrp="1"/>
          </p:cNvSpPr>
          <p:nvPr>
            <p:ph type="pic" idx="13"/>
          </p:nvPr>
        </p:nvSpPr>
        <p:spPr bwMode="gray">
          <a:xfrm>
            <a:off x="7019925" y="771524"/>
            <a:ext cx="3486149" cy="5534025"/>
          </a:xfrm>
          <a:solidFill>
            <a:schemeClr val="bg2"/>
          </a:solidFill>
          <a:ln w="12700">
            <a:solidFill>
              <a:schemeClr val="bg2"/>
            </a:solidFill>
          </a:ln>
        </p:spPr>
        <p:txBody>
          <a:bodyPr tIns="182880">
            <a:no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smtClean="0"/>
              <a:t>Click icon to add picture</a:t>
            </a:r>
            <a:endParaRPr dirty="0"/>
          </a:p>
        </p:txBody>
      </p:sp>
      <p:pic>
        <p:nvPicPr>
          <p:cNvPr id="17" name="Picture 16"/>
          <p:cNvPicPr>
            <a:picLocks noChangeAspect="1"/>
          </p:cNvPicPr>
          <p:nvPr userDrawn="1"/>
        </p:nvPicPr>
        <p:blipFill>
          <a:blip r:embed="rId3" cstate="print">
            <a:extLst>
              <a:ext uri="{28A0092B-C50C-407E-A947-70E740481C1C}">
                <a14:useLocalDpi xmlns:a14="http://schemas.microsoft.com/office/drawing/2010/main" xmlns="" val="0"/>
              </a:ext>
            </a:extLst>
          </a:blip>
          <a:stretch>
            <a:fillRect/>
          </a:stretch>
        </p:blipFill>
        <p:spPr>
          <a:xfrm>
            <a:off x="3961574" y="2019300"/>
            <a:ext cx="1877251" cy="3634952"/>
          </a:xfrm>
          <a:prstGeom prst="rect">
            <a:avLst/>
          </a:prstGeom>
        </p:spPr>
      </p:pic>
      <p:sp>
        <p:nvSpPr>
          <p:cNvPr id="18" name="Picture Placeholder 2"/>
          <p:cNvSpPr>
            <a:spLocks noGrp="1"/>
          </p:cNvSpPr>
          <p:nvPr>
            <p:ph type="pic" idx="14"/>
          </p:nvPr>
        </p:nvSpPr>
        <p:spPr bwMode="gray">
          <a:xfrm>
            <a:off x="4088968" y="2401238"/>
            <a:ext cx="1618488" cy="2894661"/>
          </a:xfrm>
          <a:solidFill>
            <a:schemeClr val="bg2"/>
          </a:solidFill>
          <a:ln w="12700">
            <a:solidFill>
              <a:schemeClr val="bg2"/>
            </a:solidFill>
          </a:ln>
        </p:spPr>
        <p:txBody>
          <a:bodyPr tIns="182880">
            <a:no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smtClean="0"/>
              <a:t>Click icon to add picture</a:t>
            </a:r>
            <a:endParaRPr dirty="0"/>
          </a:p>
        </p:txBody>
      </p:sp>
    </p:spTree>
    <p:extLst>
      <p:ext uri="{BB962C8B-B14F-4D97-AF65-F5344CB8AC3E}">
        <p14:creationId xmlns:p14="http://schemas.microsoft.com/office/powerpoint/2010/main" xmlns="" val="187660172"/>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extLst mod="1">
    <p:ext uri="{DCECCB84-F9BA-43D5-87BE-67443E8EF086}">
      <p15:sldGuideLst xmlns:p15="http://schemas.microsoft.com/office/powerpoint/2012/main" xmlns="">
        <p15:guide id="1" orient="horz" pos="2160">
          <p15:clr>
            <a:srgbClr val="FBAE40"/>
          </p15:clr>
        </p15:guide>
        <p15:guide id="2" pos="3839">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p:cSld name="Metric with Picture">
    <p:bg>
      <p:bgPr>
        <a:blipFill dpi="0" rotWithShape="1">
          <a:blip r:embed="rId2" cstate="print">
            <a:lum/>
            <a:extLst>
              <a:ext uri="{28A0092B-C50C-407E-A947-70E740481C1C}">
                <a14:useLocalDpi xmlns:a14="http://schemas.microsoft.com/office/drawing/2010/main" xmlns="" val="0"/>
              </a:ext>
            </a:extLst>
          </a:blip>
          <a:srcRect/>
          <a:stretch>
            <a:fillRect/>
          </a:stretch>
        </a:blipFill>
        <a:effectLst/>
      </p:bgPr>
    </p:bg>
    <p:spTree>
      <p:nvGrpSpPr>
        <p:cNvPr id="1" name=""/>
        <p:cNvGrpSpPr/>
        <p:nvPr/>
      </p:nvGrpSpPr>
      <p:grpSpPr>
        <a:xfrm>
          <a:off x="0" y="0"/>
          <a:ext cx="0" cy="0"/>
          <a:chOff x="0" y="0"/>
          <a:chExt cx="0" cy="0"/>
        </a:xfrm>
      </p:grpSpPr>
      <p:sp>
        <p:nvSpPr>
          <p:cNvPr id="8" name="Rectangle 7" descr="A large metric, brief statement, and 4-color photo can be included here"/>
          <p:cNvSpPr/>
          <p:nvPr/>
        </p:nvSpPr>
        <p:spPr bwMode="hidden">
          <a:xfrm>
            <a:off x="0" y="0"/>
            <a:ext cx="12188825" cy="6858000"/>
          </a:xfrm>
          <a:prstGeom prst="rect">
            <a:avLst/>
          </a:pr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grpSp>
        <p:nvGrpSpPr>
          <p:cNvPr id="2" name="Group 1"/>
          <p:cNvGrpSpPr/>
          <p:nvPr/>
        </p:nvGrpSpPr>
        <p:grpSpPr>
          <a:xfrm>
            <a:off x="-287" y="0"/>
            <a:ext cx="12189399" cy="6858000"/>
            <a:chOff x="-287" y="0"/>
            <a:chExt cx="12189399" cy="6858000"/>
          </a:xfrm>
        </p:grpSpPr>
        <p:sp>
          <p:nvSpPr>
            <p:cNvPr id="10" name="Rectangle 9"/>
            <p:cNvSpPr/>
            <p:nvPr/>
          </p:nvSpPr>
          <p:spPr bwMode="gray">
            <a:xfrm>
              <a:off x="-287" y="0"/>
              <a:ext cx="193962" cy="6852146"/>
            </a:xfrm>
            <a:prstGeom prst="rect">
              <a:avLst/>
            </a:prstGeom>
            <a:solidFill>
              <a:srgbClr val="DCE3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1" name="Rectangle 10"/>
            <p:cNvSpPr/>
            <p:nvPr/>
          </p:nvSpPr>
          <p:spPr bwMode="gray">
            <a:xfrm>
              <a:off x="11995151" y="5854"/>
              <a:ext cx="193960" cy="6852146"/>
            </a:xfrm>
            <a:prstGeom prst="rect">
              <a:avLst/>
            </a:prstGeom>
            <a:solidFill>
              <a:srgbClr val="DCE3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2" name="Rectangle 11"/>
            <p:cNvSpPr/>
            <p:nvPr/>
          </p:nvSpPr>
          <p:spPr bwMode="gray">
            <a:xfrm>
              <a:off x="-286" y="6400800"/>
              <a:ext cx="12189396" cy="457200"/>
            </a:xfrm>
            <a:prstGeom prst="rect">
              <a:avLst/>
            </a:prstGeom>
            <a:solidFill>
              <a:srgbClr val="DCE3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3" name="Rectangle 12"/>
            <p:cNvSpPr/>
            <p:nvPr/>
          </p:nvSpPr>
          <p:spPr bwMode="gray">
            <a:xfrm>
              <a:off x="-286" y="0"/>
              <a:ext cx="12189398" cy="192024"/>
            </a:xfrm>
            <a:prstGeom prst="rect">
              <a:avLst/>
            </a:prstGeom>
            <a:solidFill>
              <a:srgbClr val="DCE3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grpSp>
      <p:sp>
        <p:nvSpPr>
          <p:cNvPr id="3" name="Title 2"/>
          <p:cNvSpPr>
            <a:spLocks noGrp="1"/>
          </p:cNvSpPr>
          <p:nvPr>
            <p:ph type="title" hasCustomPrompt="1"/>
          </p:nvPr>
        </p:nvSpPr>
        <p:spPr>
          <a:xfrm>
            <a:off x="760412" y="609600"/>
            <a:ext cx="4572000" cy="2044700"/>
          </a:xfrm>
        </p:spPr>
        <p:txBody>
          <a:bodyPr/>
          <a:lstStyle>
            <a:lvl1pPr>
              <a:defRPr sz="13800" b="1"/>
            </a:lvl1pPr>
          </a:lstStyle>
          <a:p>
            <a:r>
              <a:rPr lang="en-US" dirty="0" smtClean="0"/>
              <a:t>XX</a:t>
            </a:r>
            <a:endParaRPr lang="en-US" dirty="0"/>
          </a:p>
        </p:txBody>
      </p:sp>
      <p:sp>
        <p:nvSpPr>
          <p:cNvPr id="22" name="Text Placeholder 12"/>
          <p:cNvSpPr>
            <a:spLocks noGrp="1"/>
          </p:cNvSpPr>
          <p:nvPr>
            <p:ph type="body" sz="quarter" idx="13" hasCustomPrompt="1"/>
          </p:nvPr>
        </p:nvSpPr>
        <p:spPr>
          <a:xfrm>
            <a:off x="760412" y="2666999"/>
            <a:ext cx="4572000" cy="1960881"/>
          </a:xfrm>
        </p:spPr>
        <p:txBody>
          <a:bodyPr>
            <a:noAutofit/>
          </a:bodyPr>
          <a:lstStyle>
            <a:lvl1pPr marL="1588" indent="0">
              <a:spcBef>
                <a:spcPts val="0"/>
              </a:spcBef>
              <a:buFontTx/>
              <a:buNone/>
              <a:defRPr sz="2800" baseline="0"/>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text</a:t>
            </a:r>
          </a:p>
        </p:txBody>
      </p:sp>
      <p:sp>
        <p:nvSpPr>
          <p:cNvPr id="5" name="Date Placeholder 4"/>
          <p:cNvSpPr>
            <a:spLocks noGrp="1"/>
          </p:cNvSpPr>
          <p:nvPr>
            <p:ph type="dt" sz="half" idx="10"/>
          </p:nvPr>
        </p:nvSpPr>
        <p:spPr/>
        <p:txBody>
          <a:bodyPr/>
          <a:lstStyle>
            <a:lvl1pPr>
              <a:defRPr>
                <a:solidFill>
                  <a:schemeClr val="bg1">
                    <a:lumMod val="60000"/>
                    <a:lumOff val="40000"/>
                  </a:schemeClr>
                </a:solidFill>
              </a:defRPr>
            </a:lvl1pPr>
          </a:lstStyle>
          <a:p>
            <a:fld id="{4FE8D0F3-2CEA-45A5-B4E8-6C817D174F6F}" type="datetime1">
              <a:rPr lang="en-US" smtClean="0"/>
              <a:pPr/>
              <a:t>10/16/2014</a:t>
            </a:fld>
            <a:endParaRPr dirty="0"/>
          </a:p>
        </p:txBody>
      </p:sp>
      <p:sp>
        <p:nvSpPr>
          <p:cNvPr id="14" name="TextBox 13"/>
          <p:cNvSpPr txBox="1"/>
          <p:nvPr/>
        </p:nvSpPr>
        <p:spPr>
          <a:xfrm>
            <a:off x="5989638" y="6556248"/>
            <a:ext cx="2787651" cy="182880"/>
          </a:xfrm>
          <a:prstGeom prst="rect">
            <a:avLst/>
          </a:prstGeom>
          <a:noFill/>
        </p:spPr>
        <p:txBody>
          <a:bodyPr wrap="none" lIns="0" tIns="0" rIns="0" bIns="0" rtlCol="0" anchor="ctr" anchorCtr="0">
            <a:noAutofit/>
          </a:bodyPr>
          <a:lstStyle/>
          <a:p>
            <a:r>
              <a:rPr sz="800" dirty="0">
                <a:solidFill>
                  <a:schemeClr val="bg1">
                    <a:lumMod val="60000"/>
                    <a:lumOff val="40000"/>
                  </a:schemeClr>
                </a:solidFill>
              </a:rPr>
              <a:t>Copyright © 2014 Oracle and/or its affiliates. All rights reserved.  |</a:t>
            </a:r>
          </a:p>
        </p:txBody>
      </p:sp>
      <p:sp>
        <p:nvSpPr>
          <p:cNvPr id="6" name="Footer Placeholder 5"/>
          <p:cNvSpPr>
            <a:spLocks noGrp="1"/>
          </p:cNvSpPr>
          <p:nvPr>
            <p:ph type="ftr" sz="quarter" idx="11"/>
          </p:nvPr>
        </p:nvSpPr>
        <p:spPr/>
        <p:txBody>
          <a:bodyPr/>
          <a:lstStyle>
            <a:lvl1pPr>
              <a:defRPr>
                <a:solidFill>
                  <a:schemeClr val="bg1">
                    <a:lumMod val="60000"/>
                    <a:lumOff val="40000"/>
                  </a:schemeClr>
                </a:solidFill>
              </a:defRPr>
            </a:lvl1pPr>
          </a:lstStyle>
          <a:p>
            <a:r>
              <a:rPr lang="en-US" dirty="0" smtClean="0"/>
              <a:t>Oracle Confidential – Restricted</a:t>
            </a:r>
            <a:endParaRPr dirty="0"/>
          </a:p>
        </p:txBody>
      </p:sp>
      <p:sp>
        <p:nvSpPr>
          <p:cNvPr id="7" name="Slide Number Placeholder 6"/>
          <p:cNvSpPr>
            <a:spLocks noGrp="1"/>
          </p:cNvSpPr>
          <p:nvPr>
            <p:ph type="sldNum" sz="quarter" idx="12"/>
          </p:nvPr>
        </p:nvSpPr>
        <p:spPr/>
        <p:txBody>
          <a:bodyPr/>
          <a:lstStyle>
            <a:lvl1pPr>
              <a:defRPr>
                <a:solidFill>
                  <a:schemeClr val="bg1">
                    <a:lumMod val="60000"/>
                    <a:lumOff val="40000"/>
                  </a:schemeClr>
                </a:solidFill>
              </a:defRPr>
            </a:lvl1pPr>
          </a:lstStyle>
          <a:p>
            <a:fld id="{C51EAA63-D034-42AE-91FA-B13B9518C7BE}" type="slidenum">
              <a:rPr/>
              <a:pPr/>
              <a:t>‹#›</a:t>
            </a:fld>
            <a:endParaRPr dirty="0"/>
          </a:p>
        </p:txBody>
      </p:sp>
      <p:pic>
        <p:nvPicPr>
          <p:cNvPr id="15" name="Oracle red badge logo" descr="Oracle logo in white on red staging background"/>
          <p:cNvPicPr>
            <a:picLocks noChangeAspect="1"/>
          </p:cNvPicPr>
          <p:nvPr userDrawn="1"/>
        </p:nvPicPr>
        <p:blipFill>
          <a:blip r:embed="rId3" cstate="print">
            <a:extLst>
              <a:ext uri="{28A0092B-C50C-407E-A947-70E740481C1C}">
                <a14:useLocalDpi xmlns:a14="http://schemas.microsoft.com/office/drawing/2010/main" xmlns="" val="0"/>
              </a:ext>
            </a:extLst>
          </a:blip>
          <a:stretch>
            <a:fillRect/>
          </a:stretch>
        </p:blipFill>
        <p:spPr bwMode="ltGray">
          <a:xfrm>
            <a:off x="531812" y="6263640"/>
            <a:ext cx="1622861" cy="594360"/>
          </a:xfrm>
          <a:prstGeom prst="rect">
            <a:avLst/>
          </a:prstGeom>
        </p:spPr>
      </p:pic>
    </p:spTree>
    <p:extLst>
      <p:ext uri="{BB962C8B-B14F-4D97-AF65-F5344CB8AC3E}">
        <p14:creationId xmlns:p14="http://schemas.microsoft.com/office/powerpoint/2010/main" xmlns="" val="138181752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extLst mod="1">
    <p:ext uri="{DCECCB84-F9BA-43D5-87BE-67443E8EF086}">
      <p15:sldGuideLst xmlns:p15="http://schemas.microsoft.com/office/powerpoint/2012/main" xmlns="">
        <p15:guide id="1" orient="horz" pos="2160" userDrawn="1">
          <p15:clr>
            <a:srgbClr val="FBAE40"/>
          </p15:clr>
        </p15:guide>
        <p15:guide id="2" pos="3839" userDrawn="1">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type="blank" preserve="1">
  <p:cSld name="Safe Harbor Front">
    <p:spTree>
      <p:nvGrpSpPr>
        <p:cNvPr id="1" name=""/>
        <p:cNvGrpSpPr/>
        <p:nvPr/>
      </p:nvGrpSpPr>
      <p:grpSpPr>
        <a:xfrm>
          <a:off x="0" y="0"/>
          <a:ext cx="0" cy="0"/>
          <a:chOff x="0" y="0"/>
          <a:chExt cx="0" cy="0"/>
        </a:xfrm>
      </p:grpSpPr>
      <p:sp>
        <p:nvSpPr>
          <p:cNvPr id="5" name="TextBox 4"/>
          <p:cNvSpPr txBox="1"/>
          <p:nvPr/>
        </p:nvSpPr>
        <p:spPr>
          <a:xfrm>
            <a:off x="531812" y="1371600"/>
            <a:ext cx="11125200" cy="889000"/>
          </a:xfrm>
          <a:prstGeom prst="rect">
            <a:avLst/>
          </a:prstGeom>
          <a:noFill/>
        </p:spPr>
        <p:txBody>
          <a:bodyPr wrap="none" lIns="0" tIns="0" rIns="0" bIns="0" rtlCol="0" anchor="b">
            <a:noAutofit/>
          </a:bodyPr>
          <a:lstStyle/>
          <a:p>
            <a:pPr>
              <a:lnSpc>
                <a:spcPct val="90000"/>
              </a:lnSpc>
            </a:pPr>
            <a:r>
              <a:rPr sz="3200" dirty="0">
                <a:latin typeface="+mj-lt"/>
              </a:rPr>
              <a:t>Safe Harbor</a:t>
            </a:r>
            <a:r>
              <a:rPr sz="3200" baseline="0" dirty="0">
                <a:latin typeface="+mj-lt"/>
              </a:rPr>
              <a:t> Statement</a:t>
            </a:r>
            <a:endParaRPr sz="3200" dirty="0">
              <a:latin typeface="+mj-lt"/>
            </a:endParaRPr>
          </a:p>
        </p:txBody>
      </p:sp>
      <p:sp>
        <p:nvSpPr>
          <p:cNvPr id="6" name="TextBox 5"/>
          <p:cNvSpPr txBox="1"/>
          <p:nvPr/>
        </p:nvSpPr>
        <p:spPr>
          <a:xfrm>
            <a:off x="531812" y="2514600"/>
            <a:ext cx="11125200" cy="2286000"/>
          </a:xfrm>
          <a:prstGeom prst="rect">
            <a:avLst/>
          </a:prstGeom>
          <a:noFill/>
        </p:spPr>
        <p:txBody>
          <a:bodyPr wrap="square" lIns="0" tIns="0" rIns="0" bIns="0" rtlCol="0" anchor="t">
            <a:noAutofit/>
          </a:bodyPr>
          <a:lstStyle/>
          <a:p>
            <a:pPr>
              <a:lnSpc>
                <a:spcPct val="90000"/>
              </a:lnSpc>
            </a:pPr>
            <a:r>
              <a:rPr sz="2400" dirty="0">
                <a:latin typeface="+mn-lt"/>
              </a:rPr>
              <a:t>The following is intended to outline our general product direction. It is intended for information purposes only, and may not be incorporated into any contract. It is not a commitment to deliver any material, code, or functionality, and should not be relied upon in making purchasing decisions. The development, release, and timing of any features or functionality described for Oracle’s products remains at the sole discretion of Oracle.</a:t>
            </a:r>
          </a:p>
        </p:txBody>
      </p:sp>
      <p:sp>
        <p:nvSpPr>
          <p:cNvPr id="2" name="Date Placeholder 1"/>
          <p:cNvSpPr>
            <a:spLocks noGrp="1"/>
          </p:cNvSpPr>
          <p:nvPr>
            <p:ph type="dt" sz="half" idx="10"/>
          </p:nvPr>
        </p:nvSpPr>
        <p:spPr/>
        <p:txBody>
          <a:bodyPr>
            <a:noAutofit/>
          </a:bodyPr>
          <a:lstStyle/>
          <a:p>
            <a:fld id="{A4FCE27D-D849-414C-B144-DFC5257FE44B}" type="datetime1">
              <a:rPr lang="en-US" smtClean="0"/>
              <a:pPr/>
              <a:t>10/16/2014</a:t>
            </a:fld>
            <a:endParaRPr dirty="0"/>
          </a:p>
        </p:txBody>
      </p:sp>
      <p:sp>
        <p:nvSpPr>
          <p:cNvPr id="3" name="Footer Placeholder 2"/>
          <p:cNvSpPr>
            <a:spLocks noGrp="1"/>
          </p:cNvSpPr>
          <p:nvPr>
            <p:ph type="ftr" sz="quarter" idx="11"/>
          </p:nvPr>
        </p:nvSpPr>
        <p:spPr/>
        <p:txBody>
          <a:bodyPr>
            <a:noAutofit/>
          </a:bodyPr>
          <a:lstStyle/>
          <a:p>
            <a:r>
              <a:rPr lang="en-US" dirty="0" smtClean="0"/>
              <a:t>Oracle Confidential – Restricted</a:t>
            </a:r>
            <a:endParaRPr dirty="0"/>
          </a:p>
        </p:txBody>
      </p:sp>
      <p:sp>
        <p:nvSpPr>
          <p:cNvPr id="4" name="Slide Number Placeholder 3"/>
          <p:cNvSpPr>
            <a:spLocks noGrp="1"/>
          </p:cNvSpPr>
          <p:nvPr>
            <p:ph type="sldNum" sz="quarter" idx="12"/>
          </p:nvPr>
        </p:nvSpPr>
        <p:spPr/>
        <p:txBody>
          <a:bodyPr>
            <a:noAutofit/>
          </a:bodyPr>
          <a:lstStyle/>
          <a:p>
            <a:fld id="{C51EAA63-D034-42AE-91FA-B13B9518C7BE}" type="slidenum">
              <a:rPr/>
              <a:pPr/>
              <a:t>‹#›</a:t>
            </a:fld>
            <a:endParaRPr dirty="0"/>
          </a:p>
        </p:txBody>
      </p:sp>
    </p:spTree>
    <p:extLst>
      <p:ext uri="{BB962C8B-B14F-4D97-AF65-F5344CB8AC3E}">
        <p14:creationId xmlns:p14="http://schemas.microsoft.com/office/powerpoint/2010/main" xmlns="" val="2597889444"/>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34.xml><?xml version="1.0" encoding="utf-8"?>
<p:sldLayout xmlns:a="http://schemas.openxmlformats.org/drawingml/2006/main" xmlns:r="http://schemas.openxmlformats.org/officeDocument/2006/relationships" xmlns:p="http://schemas.openxmlformats.org/presentationml/2006/main" type="blank" preserve="1">
  <p:cSld name="Safe Harbor Back">
    <p:spTree>
      <p:nvGrpSpPr>
        <p:cNvPr id="1" name=""/>
        <p:cNvGrpSpPr/>
        <p:nvPr/>
      </p:nvGrpSpPr>
      <p:grpSpPr>
        <a:xfrm>
          <a:off x="0" y="0"/>
          <a:ext cx="0" cy="0"/>
          <a:chOff x="0" y="0"/>
          <a:chExt cx="0" cy="0"/>
        </a:xfrm>
      </p:grpSpPr>
      <p:sp>
        <p:nvSpPr>
          <p:cNvPr id="5" name="TextBox 4"/>
          <p:cNvSpPr txBox="1"/>
          <p:nvPr/>
        </p:nvSpPr>
        <p:spPr>
          <a:xfrm>
            <a:off x="531812" y="1371600"/>
            <a:ext cx="11125200" cy="889000"/>
          </a:xfrm>
          <a:prstGeom prst="rect">
            <a:avLst/>
          </a:prstGeom>
          <a:noFill/>
        </p:spPr>
        <p:txBody>
          <a:bodyPr wrap="none" lIns="0" tIns="0" rIns="0" bIns="0" rtlCol="0" anchor="b">
            <a:noAutofit/>
          </a:bodyPr>
          <a:lstStyle/>
          <a:p>
            <a:pPr>
              <a:lnSpc>
                <a:spcPct val="90000"/>
              </a:lnSpc>
            </a:pPr>
            <a:r>
              <a:rPr sz="3200" dirty="0">
                <a:latin typeface="+mj-lt"/>
              </a:rPr>
              <a:t>Safe Harbor</a:t>
            </a:r>
            <a:r>
              <a:rPr sz="3200" baseline="0" dirty="0">
                <a:latin typeface="+mj-lt"/>
              </a:rPr>
              <a:t> Statement</a:t>
            </a:r>
            <a:endParaRPr sz="3200" dirty="0">
              <a:latin typeface="+mj-lt"/>
            </a:endParaRPr>
          </a:p>
        </p:txBody>
      </p:sp>
      <p:sp>
        <p:nvSpPr>
          <p:cNvPr id="6" name="TextBox 5"/>
          <p:cNvSpPr txBox="1"/>
          <p:nvPr/>
        </p:nvSpPr>
        <p:spPr>
          <a:xfrm>
            <a:off x="531812" y="2514600"/>
            <a:ext cx="11125200" cy="2286000"/>
          </a:xfrm>
          <a:prstGeom prst="rect">
            <a:avLst/>
          </a:prstGeom>
          <a:noFill/>
        </p:spPr>
        <p:txBody>
          <a:bodyPr wrap="square" lIns="0" tIns="0" rIns="0" bIns="0" rtlCol="0" anchor="t">
            <a:noAutofit/>
          </a:bodyPr>
          <a:lstStyle/>
          <a:p>
            <a:pPr>
              <a:lnSpc>
                <a:spcPct val="90000"/>
              </a:lnSpc>
            </a:pPr>
            <a:r>
              <a:rPr sz="2400" dirty="0">
                <a:latin typeface="+mn-lt"/>
              </a:rPr>
              <a:t>The preceding is intended to outline our general product direction. It is intended for information purposes only, and may not be incorporated into any contract. It is not a commitment to deliver any material, code, or functionality, and should not be relied upon in making purchasing decisions. The development, release, and timing of any features or functionality described for Oracle’s products remains at the sole discretion of Oracle.</a:t>
            </a:r>
          </a:p>
        </p:txBody>
      </p:sp>
      <p:sp>
        <p:nvSpPr>
          <p:cNvPr id="2" name="Date Placeholder 1"/>
          <p:cNvSpPr>
            <a:spLocks noGrp="1"/>
          </p:cNvSpPr>
          <p:nvPr>
            <p:ph type="dt" sz="half" idx="10"/>
          </p:nvPr>
        </p:nvSpPr>
        <p:spPr/>
        <p:txBody>
          <a:bodyPr>
            <a:noAutofit/>
          </a:bodyPr>
          <a:lstStyle/>
          <a:p>
            <a:fld id="{DAEC00B0-3BF6-4826-A484-0E1473D2DDD3}" type="datetime1">
              <a:rPr lang="en-US" smtClean="0"/>
              <a:pPr/>
              <a:t>10/16/2014</a:t>
            </a:fld>
            <a:endParaRPr dirty="0"/>
          </a:p>
        </p:txBody>
      </p:sp>
      <p:sp>
        <p:nvSpPr>
          <p:cNvPr id="3" name="Footer Placeholder 2"/>
          <p:cNvSpPr>
            <a:spLocks noGrp="1"/>
          </p:cNvSpPr>
          <p:nvPr>
            <p:ph type="ftr" sz="quarter" idx="11"/>
          </p:nvPr>
        </p:nvSpPr>
        <p:spPr/>
        <p:txBody>
          <a:bodyPr>
            <a:noAutofit/>
          </a:bodyPr>
          <a:lstStyle/>
          <a:p>
            <a:r>
              <a:rPr lang="en-US" dirty="0" smtClean="0"/>
              <a:t>Oracle Confidential – Restricted</a:t>
            </a:r>
            <a:endParaRPr dirty="0"/>
          </a:p>
        </p:txBody>
      </p:sp>
      <p:sp>
        <p:nvSpPr>
          <p:cNvPr id="4" name="Slide Number Placeholder 3"/>
          <p:cNvSpPr>
            <a:spLocks noGrp="1"/>
          </p:cNvSpPr>
          <p:nvPr>
            <p:ph type="sldNum" sz="quarter" idx="12"/>
          </p:nvPr>
        </p:nvSpPr>
        <p:spPr/>
        <p:txBody>
          <a:bodyPr>
            <a:noAutofit/>
          </a:bodyPr>
          <a:lstStyle/>
          <a:p>
            <a:fld id="{C51EAA63-D034-42AE-91FA-B13B9518C7BE}" type="slidenum">
              <a:rPr/>
              <a:pPr/>
              <a:t>‹#›</a:t>
            </a:fld>
            <a:endParaRPr dirty="0"/>
          </a:p>
        </p:txBody>
      </p:sp>
    </p:spTree>
    <p:extLst>
      <p:ext uri="{BB962C8B-B14F-4D97-AF65-F5344CB8AC3E}">
        <p14:creationId xmlns:p14="http://schemas.microsoft.com/office/powerpoint/2010/main" xmlns="" val="2358871904"/>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35.xml><?xml version="1.0" encoding="utf-8"?>
<p:sldLayout xmlns:a="http://schemas.openxmlformats.org/drawingml/2006/main" xmlns:r="http://schemas.openxmlformats.org/officeDocument/2006/relationships" xmlns:p="http://schemas.openxmlformats.org/presentationml/2006/main" type="blank" preserve="1">
  <p:cSld name="Positioning Statement">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F927676-77B8-4168-B627-864211E9F79C}" type="datetime1">
              <a:rPr lang="en-US" smtClean="0"/>
              <a:pPr/>
              <a:t>10/16/2014</a:t>
            </a:fld>
            <a:endParaRPr dirty="0"/>
          </a:p>
        </p:txBody>
      </p:sp>
      <p:sp>
        <p:nvSpPr>
          <p:cNvPr id="3" name="Footer Placeholder 2"/>
          <p:cNvSpPr>
            <a:spLocks noGrp="1"/>
          </p:cNvSpPr>
          <p:nvPr>
            <p:ph type="ftr" sz="quarter" idx="11"/>
          </p:nvPr>
        </p:nvSpPr>
        <p:spPr/>
        <p:txBody>
          <a:bodyPr/>
          <a:lstStyle/>
          <a:p>
            <a:r>
              <a:rPr lang="en-US" dirty="0" smtClean="0"/>
              <a:t>Oracle Confidential – Restricted</a:t>
            </a:r>
            <a:endParaRPr dirty="0"/>
          </a:p>
        </p:txBody>
      </p:sp>
      <p:sp>
        <p:nvSpPr>
          <p:cNvPr id="4" name="Slide Number Placeholder 3"/>
          <p:cNvSpPr>
            <a:spLocks noGrp="1"/>
          </p:cNvSpPr>
          <p:nvPr>
            <p:ph type="sldNum" sz="quarter" idx="12"/>
          </p:nvPr>
        </p:nvSpPr>
        <p:spPr/>
        <p:txBody>
          <a:bodyPr/>
          <a:lstStyle/>
          <a:p>
            <a:fld id="{C51EAA63-D034-42AE-91FA-B13B9518C7BE}" type="slidenum">
              <a:rPr/>
              <a:pPr/>
              <a:t>‹#›</a:t>
            </a:fld>
            <a:endParaRPr dirty="0"/>
          </a:p>
        </p:txBody>
      </p:sp>
      <p:pic>
        <p:nvPicPr>
          <p:cNvPr id="8" name="Picture 7" descr="&quot;Hardware and Software Engineered to work together&quot; tagline in red and black"/>
          <p:cNvPicPr>
            <a:picLocks noChangeAspect="1"/>
          </p:cNvPicPr>
          <p:nvPr userDrawn="1"/>
        </p:nvPicPr>
        <p:blipFill>
          <a:blip r:embed="rId2" cstate="print">
            <a:extLst>
              <a:ext uri="{28A0092B-C50C-407E-A947-70E740481C1C}">
                <a14:useLocalDpi xmlns:a14="http://schemas.microsoft.com/office/drawing/2010/main" xmlns="" val="0"/>
              </a:ext>
            </a:extLst>
          </a:blip>
          <a:stretch>
            <a:fillRect/>
          </a:stretch>
        </p:blipFill>
        <p:spPr>
          <a:xfrm>
            <a:off x="2820860" y="2313432"/>
            <a:ext cx="6547104" cy="1832339"/>
          </a:xfrm>
          <a:prstGeom prst="rect">
            <a:avLst/>
          </a:prstGeom>
        </p:spPr>
      </p:pic>
    </p:spTree>
    <p:extLst>
      <p:ext uri="{BB962C8B-B14F-4D97-AF65-F5344CB8AC3E}">
        <p14:creationId xmlns:p14="http://schemas.microsoft.com/office/powerpoint/2010/main" xmlns="" val="3709137495"/>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type="blank" preserve="1">
  <p:cSld name="Oracle logo">
    <p:bg bwMode="ltGray">
      <p:bgRef idx="1001">
        <a:schemeClr val="bg1"/>
      </p:bgRef>
    </p:bg>
    <p:spTree>
      <p:nvGrpSpPr>
        <p:cNvPr id="1" name=""/>
        <p:cNvGrpSpPr/>
        <p:nvPr/>
      </p:nvGrpSpPr>
      <p:grpSpPr>
        <a:xfrm>
          <a:off x="0" y="0"/>
          <a:ext cx="0" cy="0"/>
          <a:chOff x="0" y="0"/>
          <a:chExt cx="0" cy="0"/>
        </a:xfrm>
      </p:grpSpPr>
      <p:pic>
        <p:nvPicPr>
          <p:cNvPr id="2" name="Picture 1" descr="Oracle logo in white on red staging background. Light blue frame around perimeter."/>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bwMode="hidden">
          <a:xfrm>
            <a:off x="138023" y="129398"/>
            <a:ext cx="11912778" cy="6547450"/>
          </a:xfrm>
          <a:prstGeom prst="rect">
            <a:avLst/>
          </a:prstGeom>
          <a:noFill/>
          <a:ln>
            <a:noFill/>
          </a:ln>
        </p:spPr>
      </p:pic>
      <p:grpSp>
        <p:nvGrpSpPr>
          <p:cNvPr id="3" name="Group 2"/>
          <p:cNvGrpSpPr/>
          <p:nvPr userDrawn="1"/>
        </p:nvGrpSpPr>
        <p:grpSpPr>
          <a:xfrm>
            <a:off x="-287" y="0"/>
            <a:ext cx="12189399" cy="6858000"/>
            <a:chOff x="-287" y="0"/>
            <a:chExt cx="12189399" cy="6858000"/>
          </a:xfrm>
        </p:grpSpPr>
        <p:sp>
          <p:nvSpPr>
            <p:cNvPr id="6" name="Rectangle 5"/>
            <p:cNvSpPr/>
            <p:nvPr/>
          </p:nvSpPr>
          <p:spPr bwMode="gray">
            <a:xfrm>
              <a:off x="-287" y="0"/>
              <a:ext cx="193962" cy="685214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7" name="Rectangle 6"/>
            <p:cNvSpPr/>
            <p:nvPr/>
          </p:nvSpPr>
          <p:spPr bwMode="gray">
            <a:xfrm>
              <a:off x="11995151" y="5854"/>
              <a:ext cx="193960" cy="685214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8" name="Rectangle 7"/>
            <p:cNvSpPr/>
            <p:nvPr/>
          </p:nvSpPr>
          <p:spPr bwMode="gray">
            <a:xfrm>
              <a:off x="-286" y="6400800"/>
              <a:ext cx="12189396"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9" name="Rectangle 8"/>
            <p:cNvSpPr/>
            <p:nvPr/>
          </p:nvSpPr>
          <p:spPr bwMode="gray">
            <a:xfrm>
              <a:off x="-286" y="0"/>
              <a:ext cx="12189398" cy="19202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grpSp>
      <p:pic>
        <p:nvPicPr>
          <p:cNvPr id="11" name="Picture 10"/>
          <p:cNvPicPr>
            <a:picLocks noChangeAspect="1"/>
          </p:cNvPicPr>
          <p:nvPr userDrawn="1"/>
        </p:nvPicPr>
        <p:blipFill>
          <a:blip r:embed="rId3" cstate="screen">
            <a:extLst>
              <a:ext uri="{28A0092B-C50C-407E-A947-70E740481C1C}">
                <a14:useLocalDpi xmlns:a14="http://schemas.microsoft.com/office/drawing/2010/main" xmlns="" val="0"/>
              </a:ext>
            </a:extLst>
          </a:blip>
          <a:stretch>
            <a:fillRect/>
          </a:stretch>
        </p:blipFill>
        <p:spPr bwMode="black">
          <a:xfrm>
            <a:off x="3822128" y="2843826"/>
            <a:ext cx="4544568" cy="569547"/>
          </a:xfrm>
          <a:prstGeom prst="rect">
            <a:avLst/>
          </a:prstGeom>
        </p:spPr>
      </p:pic>
    </p:spTree>
    <p:extLst>
      <p:ext uri="{BB962C8B-B14F-4D97-AF65-F5344CB8AC3E}">
        <p14:creationId xmlns:p14="http://schemas.microsoft.com/office/powerpoint/2010/main" xmlns="" val="1065755523"/>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3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531151" y="1524001"/>
            <a:ext cx="11126522" cy="4419600"/>
          </a:xfrm>
        </p:spPr>
        <p:txBody>
          <a:bodyPr vert="eaVert">
            <a:no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noAutofit/>
          </a:bodyPr>
          <a:lstStyle/>
          <a:p>
            <a:fld id="{8A9A655F-BC6E-4362-B146-7E39435F3F3F}" type="datetime1">
              <a:rPr lang="en-US" smtClean="0"/>
              <a:pPr/>
              <a:t>10/16/2014</a:t>
            </a:fld>
            <a:endParaRPr lang="en-US" dirty="0"/>
          </a:p>
        </p:txBody>
      </p:sp>
      <p:sp>
        <p:nvSpPr>
          <p:cNvPr id="5" name="Footer Placeholder 4"/>
          <p:cNvSpPr>
            <a:spLocks noGrp="1"/>
          </p:cNvSpPr>
          <p:nvPr>
            <p:ph type="ftr" sz="quarter" idx="11"/>
          </p:nvPr>
        </p:nvSpPr>
        <p:spPr/>
        <p:txBody>
          <a:bodyPr>
            <a:noAutofit/>
          </a:bodyPr>
          <a:lstStyle/>
          <a:p>
            <a:r>
              <a:rPr lang="en-US" dirty="0" smtClean="0"/>
              <a:t>Oracle Confidential – Restricted</a:t>
            </a:r>
            <a:endParaRPr lang="en-US" dirty="0"/>
          </a:p>
        </p:txBody>
      </p:sp>
      <p:sp>
        <p:nvSpPr>
          <p:cNvPr id="6" name="Slide Number Placeholder 5"/>
          <p:cNvSpPr>
            <a:spLocks noGrp="1"/>
          </p:cNvSpPr>
          <p:nvPr>
            <p:ph type="sldNum" sz="quarter" idx="12"/>
          </p:nvPr>
        </p:nvSpPr>
        <p:spPr/>
        <p:txBody>
          <a:bodyPr>
            <a:noAutofit/>
          </a:bodyPr>
          <a:lstStyle/>
          <a:p>
            <a:fld id="{D4EAF17A-378C-49D5-A479-C71FF9D7F1E7}" type="slidenum">
              <a:rPr lang="en-US" smtClean="0"/>
              <a:pPr/>
              <a:t>‹#›</a:t>
            </a:fld>
            <a:endParaRPr lang="en-US" dirty="0"/>
          </a:p>
        </p:txBody>
      </p:sp>
    </p:spTree>
    <p:extLst>
      <p:ext uri="{BB962C8B-B14F-4D97-AF65-F5344CB8AC3E}">
        <p14:creationId xmlns:p14="http://schemas.microsoft.com/office/powerpoint/2010/main" xmlns="" val="3862187121"/>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3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285413" y="533400"/>
            <a:ext cx="1371600" cy="5410200"/>
          </a:xfrm>
        </p:spPr>
        <p:txBody>
          <a:bodyPr vert="eaVert"/>
          <a:lstStyle>
            <a:lvl1pPr>
              <a:defRPr/>
            </a:lvl1pPr>
          </a:lstStyle>
          <a:p>
            <a:r>
              <a:rPr lang="en-US" smtClean="0"/>
              <a:t>Click to edit Master title style</a:t>
            </a:r>
            <a:endParaRPr dirty="0"/>
          </a:p>
        </p:txBody>
      </p:sp>
      <p:sp>
        <p:nvSpPr>
          <p:cNvPr id="3" name="Vertical Text Placeholder 2"/>
          <p:cNvSpPr>
            <a:spLocks noGrp="1"/>
          </p:cNvSpPr>
          <p:nvPr>
            <p:ph type="body" orient="vert" idx="1"/>
          </p:nvPr>
        </p:nvSpPr>
        <p:spPr>
          <a:xfrm>
            <a:off x="531813" y="533400"/>
            <a:ext cx="9524999" cy="54102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4" name="Date Placeholder 3"/>
          <p:cNvSpPr>
            <a:spLocks noGrp="1"/>
          </p:cNvSpPr>
          <p:nvPr>
            <p:ph type="dt" sz="half" idx="10"/>
          </p:nvPr>
        </p:nvSpPr>
        <p:spPr/>
        <p:txBody>
          <a:bodyPr/>
          <a:lstStyle/>
          <a:p>
            <a:fld id="{DF834698-55C4-43A6-AB41-21B76F01A408}" type="datetime1">
              <a:rPr lang="en-US" smtClean="0"/>
              <a:pPr/>
              <a:t>10/16/2014</a:t>
            </a:fld>
            <a:endParaRPr dirty="0"/>
          </a:p>
        </p:txBody>
      </p:sp>
      <p:sp>
        <p:nvSpPr>
          <p:cNvPr id="5" name="Footer Placeholder 4"/>
          <p:cNvSpPr>
            <a:spLocks noGrp="1"/>
          </p:cNvSpPr>
          <p:nvPr>
            <p:ph type="ftr" sz="quarter" idx="11"/>
          </p:nvPr>
        </p:nvSpPr>
        <p:spPr/>
        <p:txBody>
          <a:bodyPr/>
          <a:lstStyle/>
          <a:p>
            <a:r>
              <a:rPr lang="en-US" dirty="0" smtClean="0"/>
              <a:t>Oracle Confidential – Restricted</a:t>
            </a:r>
            <a:endParaRPr dirty="0"/>
          </a:p>
        </p:txBody>
      </p:sp>
      <p:sp>
        <p:nvSpPr>
          <p:cNvPr id="6" name="Slide Number Placeholder 5"/>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xmlns="" val="2173454577"/>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image" Target="../media/image1.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Border"/>
          <p:cNvGrpSpPr/>
          <p:nvPr/>
        </p:nvGrpSpPr>
        <p:grpSpPr>
          <a:xfrm>
            <a:off x="-287" y="0"/>
            <a:ext cx="12189399" cy="6858000"/>
            <a:chOff x="-287" y="0"/>
            <a:chExt cx="12189399" cy="6858000"/>
          </a:xfrm>
        </p:grpSpPr>
        <p:sp>
          <p:nvSpPr>
            <p:cNvPr id="8" name="Rectangle 7"/>
            <p:cNvSpPr/>
            <p:nvPr/>
          </p:nvSpPr>
          <p:spPr bwMode="gray">
            <a:xfrm>
              <a:off x="-287" y="0"/>
              <a:ext cx="193962" cy="685214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9" name="Rectangle 8"/>
            <p:cNvSpPr/>
            <p:nvPr/>
          </p:nvSpPr>
          <p:spPr bwMode="gray">
            <a:xfrm>
              <a:off x="11995151" y="5854"/>
              <a:ext cx="193960" cy="685214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0" name="Rectangle 9"/>
            <p:cNvSpPr/>
            <p:nvPr/>
          </p:nvSpPr>
          <p:spPr bwMode="gray">
            <a:xfrm>
              <a:off x="-286" y="6400800"/>
              <a:ext cx="12189396"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1" name="Rectangle 10"/>
            <p:cNvSpPr/>
            <p:nvPr/>
          </p:nvSpPr>
          <p:spPr bwMode="gray">
            <a:xfrm>
              <a:off x="-286" y="0"/>
              <a:ext cx="12189398" cy="19202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grpSp>
      <p:pic>
        <p:nvPicPr>
          <p:cNvPr id="19" name="Oracle red badge logo" descr="Oracle logo in white on red staging background"/>
          <p:cNvPicPr>
            <a:picLocks noChangeAspect="1"/>
          </p:cNvPicPr>
          <p:nvPr/>
        </p:nvPicPr>
        <p:blipFill>
          <a:blip r:embed="rId40" cstate="print">
            <a:extLst>
              <a:ext uri="{28A0092B-C50C-407E-A947-70E740481C1C}">
                <a14:useLocalDpi xmlns:a14="http://schemas.microsoft.com/office/drawing/2010/main" xmlns="" val="0"/>
              </a:ext>
            </a:extLst>
          </a:blip>
          <a:stretch>
            <a:fillRect/>
          </a:stretch>
        </p:blipFill>
        <p:spPr bwMode="ltGray">
          <a:xfrm>
            <a:off x="531812" y="6263640"/>
            <a:ext cx="1622861" cy="594360"/>
          </a:xfrm>
          <a:prstGeom prst="rect">
            <a:avLst/>
          </a:prstGeom>
        </p:spPr>
      </p:pic>
      <p:sp>
        <p:nvSpPr>
          <p:cNvPr id="2" name="Title Placeholder 1"/>
          <p:cNvSpPr>
            <a:spLocks noGrp="1"/>
          </p:cNvSpPr>
          <p:nvPr>
            <p:ph type="title"/>
          </p:nvPr>
        </p:nvSpPr>
        <p:spPr>
          <a:xfrm>
            <a:off x="531812" y="406400"/>
            <a:ext cx="11125200" cy="889000"/>
          </a:xfrm>
          <a:prstGeom prst="rect">
            <a:avLst/>
          </a:prstGeom>
        </p:spPr>
        <p:txBody>
          <a:bodyPr vert="horz" lIns="0" tIns="0" rIns="0" bIns="0" rtlCol="0" anchor="b">
            <a:noAutofit/>
          </a:bodyPr>
          <a:lstStyle/>
          <a:p>
            <a:r>
              <a:rPr lang="en-US" smtClean="0"/>
              <a:t>Click to edit Master title style</a:t>
            </a:r>
            <a:endParaRPr dirty="0"/>
          </a:p>
        </p:txBody>
      </p:sp>
      <p:sp>
        <p:nvSpPr>
          <p:cNvPr id="3" name="Text Placeholder 2"/>
          <p:cNvSpPr>
            <a:spLocks noGrp="1"/>
          </p:cNvSpPr>
          <p:nvPr>
            <p:ph type="body" idx="1"/>
          </p:nvPr>
        </p:nvSpPr>
        <p:spPr>
          <a:xfrm>
            <a:off x="531151" y="1524001"/>
            <a:ext cx="11126522" cy="4419600"/>
          </a:xfrm>
          <a:prstGeom prst="rect">
            <a:avLst/>
          </a:prstGeom>
        </p:spPr>
        <p:txBody>
          <a:bodyPr vert="horz" lIns="0" tIns="0" rIns="0" bIns="0" rtlCol="0">
            <a:no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4" name="Date Placeholder 3"/>
          <p:cNvSpPr>
            <a:spLocks noGrp="1"/>
          </p:cNvSpPr>
          <p:nvPr>
            <p:ph type="dt" sz="half" idx="2"/>
          </p:nvPr>
        </p:nvSpPr>
        <p:spPr>
          <a:xfrm>
            <a:off x="4563214" y="6556248"/>
            <a:ext cx="1226398" cy="182880"/>
          </a:xfrm>
          <a:prstGeom prst="rect">
            <a:avLst/>
          </a:prstGeom>
        </p:spPr>
        <p:txBody>
          <a:bodyPr vert="horz" wrap="none" lIns="0" tIns="0" rIns="0" bIns="0" rtlCol="0" anchor="ctr"/>
          <a:lstStyle>
            <a:lvl1pPr algn="r">
              <a:defRPr sz="800">
                <a:solidFill>
                  <a:schemeClr val="tx1">
                    <a:lumMod val="60000"/>
                    <a:lumOff val="40000"/>
                  </a:schemeClr>
                </a:solidFill>
              </a:defRPr>
            </a:lvl1pPr>
          </a:lstStyle>
          <a:p>
            <a:fld id="{D85CF178-13B4-4699-87A5-4E1CB4AA78A4}" type="datetime1">
              <a:rPr lang="en-US" smtClean="0"/>
              <a:pPr/>
              <a:t>10/16/2014</a:t>
            </a:fld>
            <a:endParaRPr dirty="0"/>
          </a:p>
        </p:txBody>
      </p:sp>
      <p:sp>
        <p:nvSpPr>
          <p:cNvPr id="15" name="TextBox 14"/>
          <p:cNvSpPr txBox="1"/>
          <p:nvPr/>
        </p:nvSpPr>
        <p:spPr>
          <a:xfrm>
            <a:off x="5989638" y="6556248"/>
            <a:ext cx="2787651" cy="182880"/>
          </a:xfrm>
          <a:prstGeom prst="rect">
            <a:avLst/>
          </a:prstGeom>
          <a:noFill/>
        </p:spPr>
        <p:txBody>
          <a:bodyPr wrap="none" lIns="0" tIns="0" rIns="0" bIns="0" rtlCol="0" anchor="ctr" anchorCtr="0">
            <a:noAutofit/>
          </a:bodyPr>
          <a:lstStyle/>
          <a:p>
            <a:r>
              <a:rPr sz="800" dirty="0">
                <a:solidFill>
                  <a:schemeClr val="tx1">
                    <a:lumMod val="60000"/>
                    <a:lumOff val="40000"/>
                  </a:schemeClr>
                </a:solidFill>
              </a:rPr>
              <a:t>Copyright © 2014 Oracle and/or its affiliates. All rights reserved.  |</a:t>
            </a:r>
          </a:p>
        </p:txBody>
      </p:sp>
      <p:sp>
        <p:nvSpPr>
          <p:cNvPr id="5" name="Footer Placeholder 4"/>
          <p:cNvSpPr>
            <a:spLocks noGrp="1"/>
          </p:cNvSpPr>
          <p:nvPr>
            <p:ph type="ftr" sz="quarter" idx="3"/>
          </p:nvPr>
        </p:nvSpPr>
        <p:spPr>
          <a:xfrm>
            <a:off x="8777289" y="6556248"/>
            <a:ext cx="2498723" cy="182880"/>
          </a:xfrm>
          <a:prstGeom prst="rect">
            <a:avLst/>
          </a:prstGeom>
        </p:spPr>
        <p:txBody>
          <a:bodyPr vert="horz" wrap="none" lIns="0" tIns="0" rIns="0" bIns="0" rtlCol="0" anchor="ctr"/>
          <a:lstStyle>
            <a:lvl1pPr algn="l">
              <a:defRPr sz="800">
                <a:solidFill>
                  <a:schemeClr val="tx1">
                    <a:lumMod val="60000"/>
                    <a:lumOff val="40000"/>
                  </a:schemeClr>
                </a:solidFill>
              </a:defRPr>
            </a:lvl1pPr>
          </a:lstStyle>
          <a:p>
            <a:r>
              <a:rPr lang="en-US" dirty="0" smtClean="0"/>
              <a:t>Oracle Confidential – Restricted</a:t>
            </a:r>
            <a:endParaRPr dirty="0"/>
          </a:p>
        </p:txBody>
      </p:sp>
      <p:sp>
        <p:nvSpPr>
          <p:cNvPr id="6" name="Slide Number Placeholder 5"/>
          <p:cNvSpPr>
            <a:spLocks noGrp="1"/>
          </p:cNvSpPr>
          <p:nvPr>
            <p:ph type="sldNum" sz="quarter" idx="4"/>
          </p:nvPr>
        </p:nvSpPr>
        <p:spPr>
          <a:xfrm>
            <a:off x="11276011" y="6556248"/>
            <a:ext cx="381661" cy="182880"/>
          </a:xfrm>
          <a:prstGeom prst="rect">
            <a:avLst/>
          </a:prstGeom>
        </p:spPr>
        <p:txBody>
          <a:bodyPr vert="horz" wrap="none" lIns="0" tIns="0" rIns="0" bIns="0" rtlCol="0" anchor="ctr"/>
          <a:lstStyle>
            <a:lvl1pPr algn="r">
              <a:defRPr sz="800">
                <a:solidFill>
                  <a:schemeClr val="tx1">
                    <a:lumMod val="60000"/>
                    <a:lumOff val="40000"/>
                  </a:schemeClr>
                </a:solidFill>
              </a:defRPr>
            </a:lvl1pPr>
          </a:lstStyle>
          <a:p>
            <a:fld id="{C51EAA63-D034-42AE-91FA-B13B9518C7BE}" type="slidenum">
              <a:rPr/>
              <a:pPr/>
              <a:t>‹#›</a:t>
            </a:fld>
            <a:endParaRPr dirty="0"/>
          </a:p>
        </p:txBody>
      </p:sp>
    </p:spTree>
    <p:extLst>
      <p:ext uri="{BB962C8B-B14F-4D97-AF65-F5344CB8AC3E}">
        <p14:creationId xmlns:p14="http://schemas.microsoft.com/office/powerpoint/2010/main" xmlns="" val="3193062027"/>
      </p:ext>
    </p:extLst>
  </p:cSld>
  <p:clrMap bg1="lt1" tx1="dk1" bg2="lt2" tx2="dk2" accent1="accent1" accent2="accent2" accent3="accent3" accent4="accent4" accent5="accent5" accent6="accent6" hlink="hlink" folHlink="folHlink"/>
  <p:sldLayoutIdLst>
    <p:sldLayoutId id="2147483660" r:id="rId1"/>
    <p:sldLayoutId id="2147483649" r:id="rId2"/>
    <p:sldLayoutId id="2147483662" r:id="rId3"/>
    <p:sldLayoutId id="2147483689" r:id="rId4"/>
    <p:sldLayoutId id="2147483693" r:id="rId5"/>
    <p:sldLayoutId id="2147483650" r:id="rId6"/>
    <p:sldLayoutId id="2147483663" r:id="rId7"/>
    <p:sldLayoutId id="2147483686" r:id="rId8"/>
    <p:sldLayoutId id="2147483651" r:id="rId9"/>
    <p:sldLayoutId id="2147483665" r:id="rId10"/>
    <p:sldLayoutId id="2147483669" r:id="rId11"/>
    <p:sldLayoutId id="2147483692" r:id="rId12"/>
    <p:sldLayoutId id="2147483683" r:id="rId13"/>
    <p:sldLayoutId id="2147483670" r:id="rId14"/>
    <p:sldLayoutId id="2147483652" r:id="rId15"/>
    <p:sldLayoutId id="2147483671" r:id="rId16"/>
    <p:sldLayoutId id="2147483672" r:id="rId17"/>
    <p:sldLayoutId id="2147483679" r:id="rId18"/>
    <p:sldLayoutId id="2147483685" r:id="rId19"/>
    <p:sldLayoutId id="2147483688" r:id="rId20"/>
    <p:sldLayoutId id="2147483654" r:id="rId21"/>
    <p:sldLayoutId id="2147483666" r:id="rId22"/>
    <p:sldLayoutId id="2147483655" r:id="rId23"/>
    <p:sldLayoutId id="2147483656" r:id="rId24"/>
    <p:sldLayoutId id="2147483657" r:id="rId25"/>
    <p:sldLayoutId id="2147483673" r:id="rId26"/>
    <p:sldLayoutId id="2147483674" r:id="rId27"/>
    <p:sldLayoutId id="2147483682" r:id="rId28"/>
    <p:sldLayoutId id="2147483684" r:id="rId29"/>
    <p:sldLayoutId id="2147483690" r:id="rId30"/>
    <p:sldLayoutId id="2147483691" r:id="rId31"/>
    <p:sldLayoutId id="2147483668" r:id="rId32"/>
    <p:sldLayoutId id="2147483675" r:id="rId33"/>
    <p:sldLayoutId id="2147483676" r:id="rId34"/>
    <p:sldLayoutId id="2147483667" r:id="rId35"/>
    <p:sldLayoutId id="2147483661" r:id="rId36"/>
    <p:sldLayoutId id="2147483687" r:id="rId37"/>
    <p:sldLayoutId id="2147483659" r:id="rId38"/>
  </p:sldLayoutIdLst>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hf sldNum="0" hdr="0" ftr="0" dt="0"/>
  <p:txStyles>
    <p:titleStyle>
      <a:lvl1pPr algn="l" defTabSz="914400" rtl="0" eaLnBrk="1" latinLnBrk="0" hangingPunct="1">
        <a:lnSpc>
          <a:spcPct val="8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200"/>
        </a:spcBef>
        <a:buClr>
          <a:schemeClr val="tx1">
            <a:lumMod val="60000"/>
            <a:lumOff val="40000"/>
          </a:schemeClr>
        </a:buClr>
        <a:buFont typeface="Arial" panose="020B0604020202020204" pitchFamily="34" charset="0"/>
        <a:buChar char="•"/>
        <a:defRPr sz="2800" kern="1200">
          <a:solidFill>
            <a:schemeClr val="tx1"/>
          </a:solidFill>
          <a:latin typeface="+mn-lt"/>
          <a:ea typeface="+mn-ea"/>
          <a:cs typeface="+mn-cs"/>
        </a:defRPr>
      </a:lvl1pPr>
      <a:lvl2pPr marL="502920" indent="-228600" algn="l" defTabSz="914400" rtl="0" eaLnBrk="1" latinLnBrk="0" hangingPunct="1">
        <a:lnSpc>
          <a:spcPct val="90000"/>
        </a:lnSpc>
        <a:spcBef>
          <a:spcPts val="800"/>
        </a:spcBef>
        <a:buClr>
          <a:schemeClr val="tx1">
            <a:lumMod val="60000"/>
            <a:lumOff val="40000"/>
          </a:schemeClr>
        </a:buClr>
        <a:buFont typeface="Arial" panose="020B0604020202020204" pitchFamily="34" charset="0"/>
        <a:buChar char="–"/>
        <a:defRPr sz="2400" kern="1200">
          <a:solidFill>
            <a:schemeClr val="tx1"/>
          </a:solidFill>
          <a:latin typeface="+mn-lt"/>
          <a:ea typeface="+mn-ea"/>
          <a:cs typeface="+mn-cs"/>
        </a:defRPr>
      </a:lvl2pPr>
      <a:lvl3pPr marL="731520" indent="-182880" algn="l" defTabSz="914400" rtl="0" eaLnBrk="1" latinLnBrk="0" hangingPunct="1">
        <a:lnSpc>
          <a:spcPct val="90000"/>
        </a:lnSpc>
        <a:spcBef>
          <a:spcPts val="600"/>
        </a:spcBef>
        <a:buClr>
          <a:schemeClr val="tx1">
            <a:lumMod val="60000"/>
            <a:lumOff val="40000"/>
          </a:schemeClr>
        </a:buClr>
        <a:buFont typeface="Arial" panose="020B0604020202020204" pitchFamily="34" charset="0"/>
        <a:buChar char="•"/>
        <a:defRPr sz="2000" kern="1200">
          <a:solidFill>
            <a:schemeClr val="tx1"/>
          </a:solidFill>
          <a:latin typeface="+mn-lt"/>
          <a:ea typeface="+mn-ea"/>
          <a:cs typeface="+mn-cs"/>
        </a:defRPr>
      </a:lvl3pPr>
      <a:lvl4pPr marL="960120" indent="-182880" algn="l" defTabSz="914400" rtl="0" eaLnBrk="1" latinLnBrk="0" hangingPunct="1">
        <a:lnSpc>
          <a:spcPct val="90000"/>
        </a:lnSpc>
        <a:spcBef>
          <a:spcPts val="600"/>
        </a:spcBef>
        <a:buClr>
          <a:schemeClr val="tx1">
            <a:lumMod val="60000"/>
            <a:lumOff val="40000"/>
          </a:schemeClr>
        </a:buClr>
        <a:buFont typeface="Arial" panose="020B0604020202020204" pitchFamily="34" charset="0"/>
        <a:buChar char="–"/>
        <a:defRPr sz="1800" kern="1200">
          <a:solidFill>
            <a:schemeClr val="tx1"/>
          </a:solidFill>
          <a:latin typeface="+mn-lt"/>
          <a:ea typeface="+mn-ea"/>
          <a:cs typeface="+mn-cs"/>
        </a:defRPr>
      </a:lvl4pPr>
      <a:lvl5pPr marL="1188720" indent="-182880" algn="l" defTabSz="914400" rtl="0" eaLnBrk="1" latinLnBrk="0" hangingPunct="1">
        <a:lnSpc>
          <a:spcPct val="90000"/>
        </a:lnSpc>
        <a:spcBef>
          <a:spcPts val="600"/>
        </a:spcBef>
        <a:buClr>
          <a:schemeClr val="tx1">
            <a:lumMod val="60000"/>
            <a:lumOff val="40000"/>
          </a:schemeClr>
        </a:buClr>
        <a:buFont typeface="Arial" panose="020B0604020202020204" pitchFamily="34" charset="0"/>
        <a:buChar char="•"/>
        <a:defRPr sz="1600" kern="1200">
          <a:solidFill>
            <a:schemeClr val="tx1"/>
          </a:solidFill>
          <a:latin typeface="+mn-lt"/>
          <a:ea typeface="+mn-ea"/>
          <a:cs typeface="+mn-cs"/>
        </a:defRPr>
      </a:lvl5pPr>
      <a:lvl6pPr marL="1417320" indent="-182880" algn="l" defTabSz="914400" rtl="0" eaLnBrk="1" latinLnBrk="0" hangingPunct="1">
        <a:lnSpc>
          <a:spcPct val="90000"/>
        </a:lnSpc>
        <a:spcBef>
          <a:spcPts val="600"/>
        </a:spcBef>
        <a:buClr>
          <a:schemeClr val="tx1">
            <a:lumMod val="60000"/>
            <a:lumOff val="40000"/>
          </a:schemeClr>
        </a:buClr>
        <a:buFont typeface="Arial" panose="020B0604020202020204" pitchFamily="34" charset="0"/>
        <a:buChar char="–"/>
        <a:defRPr sz="1600" kern="1200">
          <a:solidFill>
            <a:schemeClr val="tx1"/>
          </a:solidFill>
          <a:latin typeface="+mn-lt"/>
          <a:ea typeface="+mn-ea"/>
          <a:cs typeface="+mn-cs"/>
        </a:defRPr>
      </a:lvl6pPr>
      <a:lvl7pPr marL="1645920" indent="-182880" algn="l" defTabSz="914400" rtl="0" eaLnBrk="1" latinLnBrk="0" hangingPunct="1">
        <a:lnSpc>
          <a:spcPct val="90000"/>
        </a:lnSpc>
        <a:spcBef>
          <a:spcPts val="600"/>
        </a:spcBef>
        <a:buClr>
          <a:schemeClr val="tx1">
            <a:lumMod val="60000"/>
            <a:lumOff val="40000"/>
          </a:schemeClr>
        </a:buClr>
        <a:buFont typeface="Arial" panose="020B0604020202020204" pitchFamily="34" charset="0"/>
        <a:buChar char="•"/>
        <a:defRPr sz="1600" kern="1200">
          <a:solidFill>
            <a:schemeClr val="tx1"/>
          </a:solidFill>
          <a:latin typeface="+mn-lt"/>
          <a:ea typeface="+mn-ea"/>
          <a:cs typeface="+mn-cs"/>
        </a:defRPr>
      </a:lvl7pPr>
      <a:lvl8pPr marL="1874520" indent="-182880" algn="l" defTabSz="914400" rtl="0" eaLnBrk="1" latinLnBrk="0" hangingPunct="1">
        <a:lnSpc>
          <a:spcPct val="90000"/>
        </a:lnSpc>
        <a:spcBef>
          <a:spcPts val="600"/>
        </a:spcBef>
        <a:buClr>
          <a:schemeClr val="tx1">
            <a:lumMod val="60000"/>
            <a:lumOff val="40000"/>
          </a:schemeClr>
        </a:buClr>
        <a:buFont typeface="Arial" panose="020B0604020202020204" pitchFamily="34" charset="0"/>
        <a:buChar char="–"/>
        <a:defRPr sz="1600" kern="1200">
          <a:solidFill>
            <a:schemeClr val="tx1"/>
          </a:solidFill>
          <a:latin typeface="+mn-lt"/>
          <a:ea typeface="+mn-ea"/>
          <a:cs typeface="+mn-cs"/>
        </a:defRPr>
      </a:lvl8pPr>
      <a:lvl9pPr marL="2103120" indent="-182880" algn="l" defTabSz="914400" rtl="0" eaLnBrk="1" latinLnBrk="0" hangingPunct="1">
        <a:lnSpc>
          <a:spcPct val="90000"/>
        </a:lnSpc>
        <a:spcBef>
          <a:spcPts val="600"/>
        </a:spcBef>
        <a:buClr>
          <a:schemeClr val="tx1">
            <a:lumMod val="60000"/>
            <a:lumOff val="40000"/>
          </a:schemeClr>
        </a:buClr>
        <a:buFont typeface="Arial" panose="020B0604020202020204" pitchFamily="34" charset="0"/>
        <a:buChar char="•"/>
        <a:defRPr sz="16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xmlns="">
        <p15:guide id="1" orient="horz" pos="2160" userDrawn="1">
          <p15:clr>
            <a:srgbClr val="F26B43"/>
          </p15:clr>
        </p15:guide>
        <p15:guide id="2" pos="3839" userDrawn="1">
          <p15:clr>
            <a:srgbClr val="F26B43"/>
          </p15:clr>
        </p15:guide>
        <p15:guide id="4" orient="horz" pos="4128"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6.xml"/></Relationships>
</file>

<file path=ppt/slides/_rels/slide2.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1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8.xml"/><Relationship Id="rId1" Type="http://schemas.openxmlformats.org/officeDocument/2006/relationships/slideLayout" Target="../slideLayouts/slideLayout21.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2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xmlns="" val="1355056264"/>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3" cstate="print">
            <a:lum/>
          </a:blip>
          <a:srcRect/>
          <a:stretch>
            <a:fillRect t="-25000" b="-25000"/>
          </a:stretch>
        </a:blipFill>
        <a:effectLst/>
      </p:bgPr>
    </p:bg>
    <p:spTree>
      <p:nvGrpSpPr>
        <p:cNvPr id="1" name=""/>
        <p:cNvGrpSpPr/>
        <p:nvPr/>
      </p:nvGrpSpPr>
      <p:grpSpPr>
        <a:xfrm>
          <a:off x="0" y="0"/>
          <a:ext cx="0" cy="0"/>
          <a:chOff x="0" y="0"/>
          <a:chExt cx="0" cy="0"/>
        </a:xfrm>
      </p:grpSpPr>
      <p:sp>
        <p:nvSpPr>
          <p:cNvPr id="2" name="Title 1" descr="Full slide 4-color photo can be inserted here"/>
          <p:cNvSpPr>
            <a:spLocks noGrp="1"/>
          </p:cNvSpPr>
          <p:nvPr>
            <p:ph type="ctrTitle"/>
          </p:nvPr>
        </p:nvSpPr>
        <p:spPr/>
        <p:txBody>
          <a:bodyPr/>
          <a:lstStyle/>
          <a:p>
            <a:r>
              <a:rPr lang="en-US" dirty="0" smtClean="0"/>
              <a:t>&lt;Assessment Type&gt; </a:t>
            </a:r>
            <a:br>
              <a:rPr lang="en-US" dirty="0" smtClean="0"/>
            </a:br>
            <a:r>
              <a:rPr lang="en-US" dirty="0" smtClean="0"/>
              <a:t>Maturity Analysis</a:t>
            </a:r>
            <a:endParaRPr lang="en-US" dirty="0"/>
          </a:p>
        </p:txBody>
      </p:sp>
      <p:sp>
        <p:nvSpPr>
          <p:cNvPr id="3" name="Subtitle 2"/>
          <p:cNvSpPr>
            <a:spLocks noGrp="1"/>
          </p:cNvSpPr>
          <p:nvPr>
            <p:ph type="subTitle" idx="1"/>
          </p:nvPr>
        </p:nvSpPr>
        <p:spPr/>
        <p:txBody>
          <a:bodyPr/>
          <a:lstStyle/>
          <a:p>
            <a:r>
              <a:rPr lang="en-US" dirty="0" smtClean="0"/>
              <a:t>&lt;Company Name&gt;</a:t>
            </a:r>
          </a:p>
          <a:p>
            <a:r>
              <a:rPr lang="en-US" dirty="0" smtClean="0"/>
              <a:t>&lt;Project Name&gt;</a:t>
            </a:r>
            <a:endParaRPr lang="en-US" dirty="0"/>
          </a:p>
        </p:txBody>
      </p:sp>
      <p:sp>
        <p:nvSpPr>
          <p:cNvPr id="6" name="Text Placeholder 5"/>
          <p:cNvSpPr>
            <a:spLocks noGrp="1"/>
          </p:cNvSpPr>
          <p:nvPr>
            <p:ph type="body" sz="quarter" idx="13"/>
          </p:nvPr>
        </p:nvSpPr>
        <p:spPr/>
        <p:txBody>
          <a:bodyPr/>
          <a:lstStyle/>
          <a:p>
            <a:r>
              <a:rPr lang="en-US" dirty="0" smtClean="0"/>
              <a:t>Presenter’s Name</a:t>
            </a:r>
          </a:p>
          <a:p>
            <a:r>
              <a:rPr lang="en-US" dirty="0" smtClean="0"/>
              <a:t>Presenter’s Title</a:t>
            </a:r>
          </a:p>
          <a:p>
            <a:r>
              <a:rPr lang="en-US" dirty="0" smtClean="0"/>
              <a:t>Organization, Division or Business Unit</a:t>
            </a:r>
          </a:p>
          <a:p>
            <a:r>
              <a:rPr lang="en-US" dirty="0" smtClean="0"/>
              <a:t>Month 00, 2014</a:t>
            </a:r>
            <a:endParaRPr lang="en-US" dirty="0"/>
          </a:p>
        </p:txBody>
      </p:sp>
      <p:sp>
        <p:nvSpPr>
          <p:cNvPr id="7" name="TextBox 6"/>
          <p:cNvSpPr txBox="1"/>
          <p:nvPr/>
        </p:nvSpPr>
        <p:spPr>
          <a:xfrm>
            <a:off x="5713412" y="5524500"/>
            <a:ext cx="3200400" cy="838200"/>
          </a:xfrm>
          <a:prstGeom prst="rect">
            <a:avLst/>
          </a:prstGeom>
          <a:solidFill>
            <a:srgbClr val="EAEEEF"/>
          </a:solidFill>
          <a:ln w="12700">
            <a:solidFill>
              <a:srgbClr val="D9541E"/>
            </a:solidFill>
            <a:prstDash val="sysDash"/>
          </a:ln>
        </p:spPr>
        <p:txBody>
          <a:bodyPr wrap="square" lIns="91440" tIns="91440" rIns="91440" bIns="91440" rtlCol="0" anchor="b" anchorCtr="0">
            <a:noAutofit/>
          </a:bodyPr>
          <a:lstStyle/>
          <a:p>
            <a:pPr>
              <a:lnSpc>
                <a:spcPct val="90000"/>
              </a:lnSpc>
              <a:spcBef>
                <a:spcPts val="600"/>
              </a:spcBef>
            </a:pPr>
            <a:r>
              <a:rPr lang="en-US" sz="1050" b="1" dirty="0">
                <a:solidFill>
                  <a:srgbClr val="5F5F5F"/>
                </a:solidFill>
              </a:rPr>
              <a:t>Note: </a:t>
            </a:r>
            <a:r>
              <a:rPr lang="en-US" sz="1050" dirty="0">
                <a:solidFill>
                  <a:srgbClr val="5F5F5F"/>
                </a:solidFill>
              </a:rPr>
              <a:t>The speaker notes for this slide include detailed instructions on how to customize this Title Slide with your own picture.</a:t>
            </a:r>
          </a:p>
          <a:p>
            <a:pPr>
              <a:lnSpc>
                <a:spcPct val="90000"/>
              </a:lnSpc>
              <a:spcBef>
                <a:spcPts val="600"/>
              </a:spcBef>
            </a:pPr>
            <a:r>
              <a:rPr lang="en-US" sz="1050" b="1" dirty="0">
                <a:solidFill>
                  <a:srgbClr val="5F5F5F"/>
                </a:solidFill>
              </a:rPr>
              <a:t>Tip! </a:t>
            </a:r>
            <a:r>
              <a:rPr lang="en-US" sz="1050" dirty="0">
                <a:solidFill>
                  <a:srgbClr val="5F5F5F"/>
                </a:solidFill>
              </a:rPr>
              <a:t>Remember to remove this text box.</a:t>
            </a:r>
          </a:p>
        </p:txBody>
      </p:sp>
      <p:pic>
        <p:nvPicPr>
          <p:cNvPr id="8" name="Picture 8" descr="Oracle_Unified_Method_485C.gif"/>
          <p:cNvPicPr>
            <a:picLocks noChangeAspect="1"/>
          </p:cNvPicPr>
          <p:nvPr/>
        </p:nvPicPr>
        <p:blipFill>
          <a:blip r:embed="rId4" cstate="print"/>
          <a:srcRect/>
          <a:stretch>
            <a:fillRect/>
          </a:stretch>
        </p:blipFill>
        <p:spPr bwMode="auto">
          <a:xfrm>
            <a:off x="9752013" y="5562600"/>
            <a:ext cx="1619250" cy="638175"/>
          </a:xfrm>
          <a:prstGeom prst="rect">
            <a:avLst/>
          </a:prstGeom>
          <a:noFill/>
          <a:ln w="9525">
            <a:noFill/>
            <a:miter lim="800000"/>
            <a:headEnd/>
            <a:tailEnd/>
          </a:ln>
        </p:spPr>
      </p:pic>
    </p:spTree>
    <p:extLst>
      <p:ext uri="{BB962C8B-B14F-4D97-AF65-F5344CB8AC3E}">
        <p14:creationId xmlns:p14="http://schemas.microsoft.com/office/powerpoint/2010/main" xmlns="" val="3367760557"/>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Executive Summary</a:t>
            </a:r>
            <a:endParaRPr lang="en-US" dirty="0"/>
          </a:p>
        </p:txBody>
      </p:sp>
      <p:sp>
        <p:nvSpPr>
          <p:cNvPr id="3" name="Content Placeholder 2"/>
          <p:cNvSpPr>
            <a:spLocks noGrp="1"/>
          </p:cNvSpPr>
          <p:nvPr>
            <p:ph idx="1"/>
          </p:nvPr>
        </p:nvSpPr>
        <p:spPr/>
        <p:txBody>
          <a:bodyPr/>
          <a:lstStyle/>
          <a:p>
            <a:r>
              <a:rPr lang="en-US" dirty="0" smtClean="0"/>
              <a:t>&lt;Enter the most important findings and recommendations.&gt;</a:t>
            </a:r>
            <a:endParaRPr lang="en-US" dirty="0" smtClean="0"/>
          </a:p>
          <a:p>
            <a:endParaRPr lang="en-US" dirty="0" smtClean="0"/>
          </a:p>
        </p:txBody>
      </p:sp>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Maturity Assessment Scope and Purpose</a:t>
            </a:r>
            <a:endParaRPr lang="en-US" dirty="0"/>
          </a:p>
        </p:txBody>
      </p:sp>
      <p:sp>
        <p:nvSpPr>
          <p:cNvPr id="3" name="Content Placeholder 2"/>
          <p:cNvSpPr>
            <a:spLocks noGrp="1"/>
          </p:cNvSpPr>
          <p:nvPr>
            <p:ph idx="1"/>
          </p:nvPr>
        </p:nvSpPr>
        <p:spPr/>
        <p:txBody>
          <a:bodyPr/>
          <a:lstStyle/>
          <a:p>
            <a:r>
              <a:rPr lang="en-US" dirty="0" smtClean="0"/>
              <a:t>&lt;Describe the scope and purpose of the assessment.&gt;</a:t>
            </a:r>
            <a:endParaRPr lang="en-US" dirty="0"/>
          </a:p>
        </p:txBody>
      </p:sp>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Assessment Approach</a:t>
            </a:r>
            <a:endParaRPr lang="en-US" dirty="0"/>
          </a:p>
        </p:txBody>
      </p:sp>
      <p:sp>
        <p:nvSpPr>
          <p:cNvPr id="3" name="Content Placeholder 2"/>
          <p:cNvSpPr>
            <a:spLocks noGrp="1"/>
          </p:cNvSpPr>
          <p:nvPr>
            <p:ph idx="1"/>
          </p:nvPr>
        </p:nvSpPr>
        <p:spPr/>
        <p:txBody>
          <a:bodyPr/>
          <a:lstStyle/>
          <a:p>
            <a:r>
              <a:rPr lang="en-US" dirty="0" smtClean="0"/>
              <a:t>&lt;Enter Highlights of the Assessment Approach, for example, what kind of resources were used; interviews, tooling, etc.&gt;</a:t>
            </a:r>
            <a:endParaRPr lang="en-US" dirty="0"/>
          </a:p>
        </p:txBody>
      </p:sp>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&lt;Assessment Type&gt; Maturity Model Domains</a:t>
            </a:r>
            <a:br>
              <a:rPr lang="en-US" dirty="0" smtClean="0"/>
            </a:br>
            <a:r>
              <a:rPr lang="en-US" dirty="0" smtClean="0"/>
              <a:t>Domain – A Collection of Related Capabilities</a:t>
            </a:r>
            <a:endParaRPr lang="en-US" dirty="0"/>
          </a:p>
        </p:txBody>
      </p:sp>
      <p:sp>
        <p:nvSpPr>
          <p:cNvPr id="42" name="Content Placeholder 41"/>
          <p:cNvSpPr>
            <a:spLocks noGrp="1"/>
          </p:cNvSpPr>
          <p:nvPr>
            <p:ph idx="1"/>
          </p:nvPr>
        </p:nvSpPr>
        <p:spPr>
          <a:xfrm>
            <a:off x="531151" y="1524001"/>
            <a:ext cx="5944261" cy="4419600"/>
          </a:xfrm>
        </p:spPr>
        <p:txBody>
          <a:bodyPr/>
          <a:lstStyle/>
          <a:p>
            <a:r>
              <a:rPr lang="en-US" dirty="0" smtClean="0"/>
              <a:t>&lt;Additional Details&gt;</a:t>
            </a:r>
            <a:endParaRPr lang="en-US" dirty="0"/>
          </a:p>
        </p:txBody>
      </p:sp>
      <p:sp>
        <p:nvSpPr>
          <p:cNvPr id="4" name="AutoShape 28"/>
          <p:cNvSpPr>
            <a:spLocks noChangeAspect="1" noChangeArrowheads="1" noTextEdit="1"/>
          </p:cNvSpPr>
          <p:nvPr/>
        </p:nvSpPr>
        <p:spPr bwMode="auto">
          <a:xfrm>
            <a:off x="7313612" y="2133600"/>
            <a:ext cx="4051300" cy="3038475"/>
          </a:xfrm>
          <a:prstGeom prst="rect">
            <a:avLst/>
          </a:prstGeom>
          <a:noFill/>
          <a:ln w="9525">
            <a:noFill/>
            <a:miter lim="800000"/>
            <a:headEnd/>
            <a:tailEnd/>
          </a:ln>
        </p:spPr>
        <p:txBody>
          <a:bodyPr/>
          <a:lstStyle/>
          <a:p>
            <a:endParaRPr lang="en-US" sz="1800" dirty="0"/>
          </a:p>
        </p:txBody>
      </p:sp>
      <p:grpSp>
        <p:nvGrpSpPr>
          <p:cNvPr id="5" name="Group 64"/>
          <p:cNvGrpSpPr>
            <a:grpSpLocks/>
          </p:cNvGrpSpPr>
          <p:nvPr/>
        </p:nvGrpSpPr>
        <p:grpSpPr bwMode="auto">
          <a:xfrm>
            <a:off x="6827838" y="2144316"/>
            <a:ext cx="4508986" cy="3022997"/>
            <a:chOff x="1278" y="969"/>
            <a:chExt cx="3271" cy="2539"/>
          </a:xfrm>
        </p:grpSpPr>
        <p:sp>
          <p:nvSpPr>
            <p:cNvPr id="6" name="Line 56"/>
            <p:cNvSpPr>
              <a:spLocks noChangeShapeType="1"/>
            </p:cNvSpPr>
            <p:nvPr/>
          </p:nvSpPr>
          <p:spPr bwMode="auto">
            <a:xfrm flipV="1">
              <a:off x="1278" y="3500"/>
              <a:ext cx="3230" cy="8"/>
            </a:xfrm>
            <a:prstGeom prst="line">
              <a:avLst/>
            </a:prstGeom>
            <a:noFill/>
            <a:ln w="28575">
              <a:solidFill>
                <a:schemeClr val="tx1"/>
              </a:solidFill>
              <a:round/>
              <a:headEnd/>
              <a:tailEnd/>
            </a:ln>
          </p:spPr>
          <p:txBody>
            <a:bodyPr lIns="92075" tIns="46038" rIns="92075" bIns="46038">
              <a:spAutoFit/>
            </a:bodyPr>
            <a:lstStyle/>
            <a:p>
              <a:endParaRPr lang="en-US" sz="1800" dirty="0"/>
            </a:p>
          </p:txBody>
        </p:sp>
        <p:grpSp>
          <p:nvGrpSpPr>
            <p:cNvPr id="7" name="Group 62"/>
            <p:cNvGrpSpPr>
              <a:grpSpLocks/>
            </p:cNvGrpSpPr>
            <p:nvPr/>
          </p:nvGrpSpPr>
          <p:grpSpPr bwMode="auto">
            <a:xfrm>
              <a:off x="2860" y="969"/>
              <a:ext cx="1689" cy="2534"/>
              <a:chOff x="2860" y="969"/>
              <a:chExt cx="1689" cy="2534"/>
            </a:xfrm>
          </p:grpSpPr>
          <p:sp>
            <p:nvSpPr>
              <p:cNvPr id="8" name="Freeform 29"/>
              <p:cNvSpPr>
                <a:spLocks/>
              </p:cNvSpPr>
              <p:nvPr/>
            </p:nvSpPr>
            <p:spPr bwMode="auto">
              <a:xfrm>
                <a:off x="2860" y="969"/>
                <a:ext cx="896" cy="1267"/>
              </a:xfrm>
              <a:custGeom>
                <a:avLst/>
                <a:gdLst>
                  <a:gd name="T0" fmla="*/ 0 w 2389"/>
                  <a:gd name="T1" fmla="*/ 1267 h 3380"/>
                  <a:gd name="T2" fmla="*/ 896 w 2389"/>
                  <a:gd name="T3" fmla="*/ 371 h 3380"/>
                  <a:gd name="T4" fmla="*/ 0 w 2389"/>
                  <a:gd name="T5" fmla="*/ 0 h 3380"/>
                  <a:gd name="T6" fmla="*/ 0 w 2389"/>
                  <a:gd name="T7" fmla="*/ 0 h 3380"/>
                  <a:gd name="T8" fmla="*/ 0 w 2389"/>
                  <a:gd name="T9" fmla="*/ 1267 h 3380"/>
                  <a:gd name="T10" fmla="*/ 0 60000 65536"/>
                  <a:gd name="T11" fmla="*/ 0 60000 65536"/>
                  <a:gd name="T12" fmla="*/ 0 60000 65536"/>
                  <a:gd name="T13" fmla="*/ 0 60000 65536"/>
                  <a:gd name="T14" fmla="*/ 0 60000 65536"/>
                  <a:gd name="T15" fmla="*/ 0 w 2389"/>
                  <a:gd name="T16" fmla="*/ 0 h 3380"/>
                  <a:gd name="T17" fmla="*/ 2389 w 2389"/>
                  <a:gd name="T18" fmla="*/ 3380 h 3380"/>
                </a:gdLst>
                <a:ahLst/>
                <a:cxnLst>
                  <a:cxn ang="T10">
                    <a:pos x="T0" y="T1"/>
                  </a:cxn>
                  <a:cxn ang="T11">
                    <a:pos x="T2" y="T3"/>
                  </a:cxn>
                  <a:cxn ang="T12">
                    <a:pos x="T4" y="T5"/>
                  </a:cxn>
                  <a:cxn ang="T13">
                    <a:pos x="T6" y="T7"/>
                  </a:cxn>
                  <a:cxn ang="T14">
                    <a:pos x="T8" y="T9"/>
                  </a:cxn>
                </a:cxnLst>
                <a:rect l="T15" t="T16" r="T17" b="T18"/>
                <a:pathLst>
                  <a:path w="2389" h="3380">
                    <a:moveTo>
                      <a:pt x="0" y="3380"/>
                    </a:moveTo>
                    <a:lnTo>
                      <a:pt x="2389" y="990"/>
                    </a:lnTo>
                    <a:cubicBezTo>
                      <a:pt x="1755" y="356"/>
                      <a:pt x="896" y="0"/>
                      <a:pt x="0" y="0"/>
                    </a:cubicBezTo>
                    <a:lnTo>
                      <a:pt x="0" y="3380"/>
                    </a:lnTo>
                    <a:close/>
                  </a:path>
                </a:pathLst>
              </a:custGeom>
              <a:solidFill>
                <a:srgbClr val="D9D9D9"/>
              </a:solidFill>
              <a:ln w="0">
                <a:solidFill>
                  <a:srgbClr val="000000"/>
                </a:solidFill>
                <a:prstDash val="solid"/>
                <a:round/>
                <a:headEnd/>
                <a:tailEnd/>
              </a:ln>
            </p:spPr>
            <p:txBody>
              <a:bodyPr/>
              <a:lstStyle/>
              <a:p>
                <a:endParaRPr lang="en-US" sz="1800" dirty="0"/>
              </a:p>
            </p:txBody>
          </p:sp>
          <p:sp>
            <p:nvSpPr>
              <p:cNvPr id="9" name="Freeform 30"/>
              <p:cNvSpPr>
                <a:spLocks/>
              </p:cNvSpPr>
              <p:nvPr/>
            </p:nvSpPr>
            <p:spPr bwMode="auto">
              <a:xfrm>
                <a:off x="2860" y="2236"/>
                <a:ext cx="1267" cy="896"/>
              </a:xfrm>
              <a:custGeom>
                <a:avLst/>
                <a:gdLst>
                  <a:gd name="T0" fmla="*/ 0 w 3379"/>
                  <a:gd name="T1" fmla="*/ 0 h 2389"/>
                  <a:gd name="T2" fmla="*/ 896 w 3379"/>
                  <a:gd name="T3" fmla="*/ 896 h 2389"/>
                  <a:gd name="T4" fmla="*/ 1267 w 3379"/>
                  <a:gd name="T5" fmla="*/ 0 h 2389"/>
                  <a:gd name="T6" fmla="*/ 1267 w 3379"/>
                  <a:gd name="T7" fmla="*/ 0 h 2389"/>
                  <a:gd name="T8" fmla="*/ 0 w 3379"/>
                  <a:gd name="T9" fmla="*/ 0 h 2389"/>
                  <a:gd name="T10" fmla="*/ 0 60000 65536"/>
                  <a:gd name="T11" fmla="*/ 0 60000 65536"/>
                  <a:gd name="T12" fmla="*/ 0 60000 65536"/>
                  <a:gd name="T13" fmla="*/ 0 60000 65536"/>
                  <a:gd name="T14" fmla="*/ 0 60000 65536"/>
                  <a:gd name="T15" fmla="*/ 0 w 3379"/>
                  <a:gd name="T16" fmla="*/ 0 h 2389"/>
                  <a:gd name="T17" fmla="*/ 3379 w 3379"/>
                  <a:gd name="T18" fmla="*/ 2389 h 2389"/>
                </a:gdLst>
                <a:ahLst/>
                <a:cxnLst>
                  <a:cxn ang="T10">
                    <a:pos x="T0" y="T1"/>
                  </a:cxn>
                  <a:cxn ang="T11">
                    <a:pos x="T2" y="T3"/>
                  </a:cxn>
                  <a:cxn ang="T12">
                    <a:pos x="T4" y="T5"/>
                  </a:cxn>
                  <a:cxn ang="T13">
                    <a:pos x="T6" y="T7"/>
                  </a:cxn>
                  <a:cxn ang="T14">
                    <a:pos x="T8" y="T9"/>
                  </a:cxn>
                </a:cxnLst>
                <a:rect l="T15" t="T16" r="T17" b="T18"/>
                <a:pathLst>
                  <a:path w="3379" h="2389">
                    <a:moveTo>
                      <a:pt x="0" y="0"/>
                    </a:moveTo>
                    <a:lnTo>
                      <a:pt x="2389" y="2389"/>
                    </a:lnTo>
                    <a:cubicBezTo>
                      <a:pt x="3023" y="1755"/>
                      <a:pt x="3379" y="896"/>
                      <a:pt x="3379" y="0"/>
                    </a:cubicBezTo>
                    <a:lnTo>
                      <a:pt x="0" y="0"/>
                    </a:lnTo>
                    <a:close/>
                  </a:path>
                </a:pathLst>
              </a:custGeom>
              <a:solidFill>
                <a:srgbClr val="BCBCBC"/>
              </a:solidFill>
              <a:ln w="0">
                <a:solidFill>
                  <a:srgbClr val="000000"/>
                </a:solidFill>
                <a:prstDash val="solid"/>
                <a:round/>
                <a:headEnd/>
                <a:tailEnd/>
              </a:ln>
            </p:spPr>
            <p:txBody>
              <a:bodyPr/>
              <a:lstStyle/>
              <a:p>
                <a:endParaRPr lang="en-US" sz="1800" dirty="0"/>
              </a:p>
            </p:txBody>
          </p:sp>
          <p:sp>
            <p:nvSpPr>
              <p:cNvPr id="10" name="Freeform 31"/>
              <p:cNvSpPr>
                <a:spLocks/>
              </p:cNvSpPr>
              <p:nvPr/>
            </p:nvSpPr>
            <p:spPr bwMode="auto">
              <a:xfrm>
                <a:off x="2860" y="1340"/>
                <a:ext cx="1267" cy="896"/>
              </a:xfrm>
              <a:custGeom>
                <a:avLst/>
                <a:gdLst>
                  <a:gd name="T0" fmla="*/ 0 w 3379"/>
                  <a:gd name="T1" fmla="*/ 896 h 2390"/>
                  <a:gd name="T2" fmla="*/ 1267 w 3379"/>
                  <a:gd name="T3" fmla="*/ 896 h 2390"/>
                  <a:gd name="T4" fmla="*/ 896 w 3379"/>
                  <a:gd name="T5" fmla="*/ 0 h 2390"/>
                  <a:gd name="T6" fmla="*/ 896 w 3379"/>
                  <a:gd name="T7" fmla="*/ 0 h 2390"/>
                  <a:gd name="T8" fmla="*/ 0 w 3379"/>
                  <a:gd name="T9" fmla="*/ 896 h 2390"/>
                  <a:gd name="T10" fmla="*/ 0 60000 65536"/>
                  <a:gd name="T11" fmla="*/ 0 60000 65536"/>
                  <a:gd name="T12" fmla="*/ 0 60000 65536"/>
                  <a:gd name="T13" fmla="*/ 0 60000 65536"/>
                  <a:gd name="T14" fmla="*/ 0 60000 65536"/>
                  <a:gd name="T15" fmla="*/ 0 w 3379"/>
                  <a:gd name="T16" fmla="*/ 0 h 2390"/>
                  <a:gd name="T17" fmla="*/ 3379 w 3379"/>
                  <a:gd name="T18" fmla="*/ 2390 h 2390"/>
                </a:gdLst>
                <a:ahLst/>
                <a:cxnLst>
                  <a:cxn ang="T10">
                    <a:pos x="T0" y="T1"/>
                  </a:cxn>
                  <a:cxn ang="T11">
                    <a:pos x="T2" y="T3"/>
                  </a:cxn>
                  <a:cxn ang="T12">
                    <a:pos x="T4" y="T5"/>
                  </a:cxn>
                  <a:cxn ang="T13">
                    <a:pos x="T6" y="T7"/>
                  </a:cxn>
                  <a:cxn ang="T14">
                    <a:pos x="T8" y="T9"/>
                  </a:cxn>
                </a:cxnLst>
                <a:rect l="T15" t="T16" r="T17" b="T18"/>
                <a:pathLst>
                  <a:path w="3379" h="2390">
                    <a:moveTo>
                      <a:pt x="0" y="2390"/>
                    </a:moveTo>
                    <a:lnTo>
                      <a:pt x="3379" y="2390"/>
                    </a:lnTo>
                    <a:cubicBezTo>
                      <a:pt x="3379" y="1493"/>
                      <a:pt x="3023" y="634"/>
                      <a:pt x="2389" y="0"/>
                    </a:cubicBezTo>
                    <a:lnTo>
                      <a:pt x="0" y="2390"/>
                    </a:lnTo>
                    <a:close/>
                  </a:path>
                </a:pathLst>
              </a:custGeom>
              <a:solidFill>
                <a:srgbClr val="C8C8C8"/>
              </a:solidFill>
              <a:ln w="0">
                <a:solidFill>
                  <a:srgbClr val="000000"/>
                </a:solidFill>
                <a:prstDash val="solid"/>
                <a:round/>
                <a:headEnd/>
                <a:tailEnd/>
              </a:ln>
            </p:spPr>
            <p:txBody>
              <a:bodyPr/>
              <a:lstStyle/>
              <a:p>
                <a:endParaRPr lang="en-US" sz="1800" dirty="0"/>
              </a:p>
            </p:txBody>
          </p:sp>
          <p:sp>
            <p:nvSpPr>
              <p:cNvPr id="11" name="Freeform 32"/>
              <p:cNvSpPr>
                <a:spLocks/>
              </p:cNvSpPr>
              <p:nvPr/>
            </p:nvSpPr>
            <p:spPr bwMode="auto">
              <a:xfrm>
                <a:off x="2860" y="2236"/>
                <a:ext cx="896" cy="1267"/>
              </a:xfrm>
              <a:custGeom>
                <a:avLst/>
                <a:gdLst>
                  <a:gd name="T0" fmla="*/ 0 w 2389"/>
                  <a:gd name="T1" fmla="*/ 0 h 3379"/>
                  <a:gd name="T2" fmla="*/ 0 w 2389"/>
                  <a:gd name="T3" fmla="*/ 1267 h 3379"/>
                  <a:gd name="T4" fmla="*/ 896 w 2389"/>
                  <a:gd name="T5" fmla="*/ 896 h 3379"/>
                  <a:gd name="T6" fmla="*/ 896 w 2389"/>
                  <a:gd name="T7" fmla="*/ 896 h 3379"/>
                  <a:gd name="T8" fmla="*/ 0 w 2389"/>
                  <a:gd name="T9" fmla="*/ 0 h 3379"/>
                  <a:gd name="T10" fmla="*/ 0 60000 65536"/>
                  <a:gd name="T11" fmla="*/ 0 60000 65536"/>
                  <a:gd name="T12" fmla="*/ 0 60000 65536"/>
                  <a:gd name="T13" fmla="*/ 0 60000 65536"/>
                  <a:gd name="T14" fmla="*/ 0 60000 65536"/>
                  <a:gd name="T15" fmla="*/ 0 w 2389"/>
                  <a:gd name="T16" fmla="*/ 0 h 3379"/>
                  <a:gd name="T17" fmla="*/ 2389 w 2389"/>
                  <a:gd name="T18" fmla="*/ 3379 h 3379"/>
                </a:gdLst>
                <a:ahLst/>
                <a:cxnLst>
                  <a:cxn ang="T10">
                    <a:pos x="T0" y="T1"/>
                  </a:cxn>
                  <a:cxn ang="T11">
                    <a:pos x="T2" y="T3"/>
                  </a:cxn>
                  <a:cxn ang="T12">
                    <a:pos x="T4" y="T5"/>
                  </a:cxn>
                  <a:cxn ang="T13">
                    <a:pos x="T6" y="T7"/>
                  </a:cxn>
                  <a:cxn ang="T14">
                    <a:pos x="T8" y="T9"/>
                  </a:cxn>
                </a:cxnLst>
                <a:rect l="T15" t="T16" r="T17" b="T18"/>
                <a:pathLst>
                  <a:path w="2389" h="3379">
                    <a:moveTo>
                      <a:pt x="0" y="0"/>
                    </a:moveTo>
                    <a:lnTo>
                      <a:pt x="0" y="3379"/>
                    </a:lnTo>
                    <a:cubicBezTo>
                      <a:pt x="896" y="3379"/>
                      <a:pt x="1755" y="3023"/>
                      <a:pt x="2389" y="2389"/>
                    </a:cubicBezTo>
                    <a:lnTo>
                      <a:pt x="0" y="0"/>
                    </a:lnTo>
                    <a:close/>
                  </a:path>
                </a:pathLst>
              </a:custGeom>
              <a:solidFill>
                <a:srgbClr val="808080"/>
              </a:solidFill>
              <a:ln w="0">
                <a:solidFill>
                  <a:srgbClr val="000000"/>
                </a:solidFill>
                <a:prstDash val="solid"/>
                <a:round/>
                <a:headEnd/>
                <a:tailEnd/>
              </a:ln>
            </p:spPr>
            <p:txBody>
              <a:bodyPr/>
              <a:lstStyle/>
              <a:p>
                <a:endParaRPr lang="en-US" sz="1800" dirty="0"/>
              </a:p>
            </p:txBody>
          </p:sp>
          <p:sp>
            <p:nvSpPr>
              <p:cNvPr id="12" name="Rectangle 37"/>
              <p:cNvSpPr>
                <a:spLocks noChangeArrowheads="1"/>
              </p:cNvSpPr>
              <p:nvPr/>
            </p:nvSpPr>
            <p:spPr bwMode="auto">
              <a:xfrm>
                <a:off x="3386" y="2442"/>
                <a:ext cx="557" cy="128"/>
              </a:xfrm>
              <a:prstGeom prst="rect">
                <a:avLst/>
              </a:prstGeom>
              <a:noFill/>
              <a:ln w="9525">
                <a:noFill/>
                <a:miter lim="800000"/>
                <a:headEnd/>
                <a:tailEnd/>
              </a:ln>
            </p:spPr>
            <p:txBody>
              <a:bodyPr wrap="none" lIns="0" tIns="0" rIns="0" bIns="0">
                <a:spAutoFit/>
              </a:bodyPr>
              <a:lstStyle/>
              <a:p>
                <a:pPr marL="119063" indent="-119063"/>
                <a:r>
                  <a:rPr lang="en-US" sz="1100" b="0" dirty="0">
                    <a:solidFill>
                      <a:srgbClr val="000000"/>
                    </a:solidFill>
                    <a:ea typeface="Arial Unicode MS" pitchFamily="34" charset="-128"/>
                    <a:cs typeface="Arial Unicode MS" pitchFamily="34" charset="-128"/>
                  </a:rPr>
                  <a:t>Governance</a:t>
                </a:r>
                <a:endParaRPr lang="en-US" sz="1800" dirty="0">
                  <a:ea typeface="Arial Unicode MS" pitchFamily="34" charset="-128"/>
                  <a:cs typeface="Arial Unicode MS" pitchFamily="34" charset="-128"/>
                </a:endParaRPr>
              </a:p>
            </p:txBody>
          </p:sp>
          <p:sp>
            <p:nvSpPr>
              <p:cNvPr id="13" name="Rectangle 38"/>
              <p:cNvSpPr>
                <a:spLocks noChangeArrowheads="1"/>
              </p:cNvSpPr>
              <p:nvPr/>
            </p:nvSpPr>
            <p:spPr bwMode="auto">
              <a:xfrm>
                <a:off x="2951" y="1302"/>
                <a:ext cx="444" cy="128"/>
              </a:xfrm>
              <a:prstGeom prst="rect">
                <a:avLst/>
              </a:prstGeom>
              <a:noFill/>
              <a:ln w="9525">
                <a:noFill/>
                <a:miter lim="800000"/>
                <a:headEnd/>
                <a:tailEnd/>
              </a:ln>
            </p:spPr>
            <p:txBody>
              <a:bodyPr wrap="none" lIns="0" tIns="0" rIns="0" bIns="0">
                <a:spAutoFit/>
              </a:bodyPr>
              <a:lstStyle/>
              <a:p>
                <a:pPr marL="119063" indent="-119063"/>
                <a:r>
                  <a:rPr lang="en-US" sz="1100" b="0" dirty="0">
                    <a:solidFill>
                      <a:srgbClr val="000000"/>
                    </a:solidFill>
                    <a:ea typeface="Arial Unicode MS" pitchFamily="34" charset="-128"/>
                    <a:cs typeface="Arial Unicode MS" pitchFamily="34" charset="-128"/>
                  </a:rPr>
                  <a:t>Business </a:t>
                </a:r>
                <a:endParaRPr lang="en-US" sz="1800" dirty="0">
                  <a:ea typeface="Arial Unicode MS" pitchFamily="34" charset="-128"/>
                  <a:cs typeface="Arial Unicode MS" pitchFamily="34" charset="-128"/>
                </a:endParaRPr>
              </a:p>
            </p:txBody>
          </p:sp>
          <p:sp>
            <p:nvSpPr>
              <p:cNvPr id="14" name="Rectangle 39"/>
              <p:cNvSpPr>
                <a:spLocks noChangeArrowheads="1"/>
              </p:cNvSpPr>
              <p:nvPr/>
            </p:nvSpPr>
            <p:spPr bwMode="auto">
              <a:xfrm>
                <a:off x="3384" y="1302"/>
                <a:ext cx="97" cy="128"/>
              </a:xfrm>
              <a:prstGeom prst="rect">
                <a:avLst/>
              </a:prstGeom>
              <a:noFill/>
              <a:ln w="9525">
                <a:noFill/>
                <a:miter lim="800000"/>
                <a:headEnd/>
                <a:tailEnd/>
              </a:ln>
            </p:spPr>
            <p:txBody>
              <a:bodyPr wrap="none" lIns="0" tIns="0" rIns="0" bIns="0">
                <a:spAutoFit/>
              </a:bodyPr>
              <a:lstStyle/>
              <a:p>
                <a:pPr marL="119063" indent="-119063"/>
                <a:r>
                  <a:rPr lang="en-US" sz="1100" b="0" dirty="0">
                    <a:solidFill>
                      <a:srgbClr val="000000"/>
                    </a:solidFill>
                    <a:ea typeface="Arial Unicode MS" pitchFamily="34" charset="-128"/>
                    <a:cs typeface="Arial Unicode MS" pitchFamily="34" charset="-128"/>
                  </a:rPr>
                  <a:t>&amp; </a:t>
                </a:r>
                <a:endParaRPr lang="en-US" sz="1800" dirty="0">
                  <a:ea typeface="Arial Unicode MS" pitchFamily="34" charset="-128"/>
                  <a:cs typeface="Arial Unicode MS" pitchFamily="34" charset="-128"/>
                </a:endParaRPr>
              </a:p>
            </p:txBody>
          </p:sp>
          <p:sp>
            <p:nvSpPr>
              <p:cNvPr id="15" name="Rectangle 40"/>
              <p:cNvSpPr>
                <a:spLocks noChangeArrowheads="1"/>
              </p:cNvSpPr>
              <p:nvPr/>
            </p:nvSpPr>
            <p:spPr bwMode="auto">
              <a:xfrm>
                <a:off x="3013" y="1416"/>
                <a:ext cx="380" cy="128"/>
              </a:xfrm>
              <a:prstGeom prst="rect">
                <a:avLst/>
              </a:prstGeom>
              <a:noFill/>
              <a:ln w="9525">
                <a:noFill/>
                <a:miter lim="800000"/>
                <a:headEnd/>
                <a:tailEnd/>
              </a:ln>
            </p:spPr>
            <p:txBody>
              <a:bodyPr wrap="none" lIns="0" tIns="0" rIns="0" bIns="0">
                <a:spAutoFit/>
              </a:bodyPr>
              <a:lstStyle/>
              <a:p>
                <a:pPr marL="119063" indent="-119063"/>
                <a:r>
                  <a:rPr lang="en-US" sz="1100" b="0" dirty="0">
                    <a:solidFill>
                      <a:srgbClr val="000000"/>
                    </a:solidFill>
                    <a:ea typeface="Arial Unicode MS" pitchFamily="34" charset="-128"/>
                    <a:cs typeface="Arial Unicode MS" pitchFamily="34" charset="-128"/>
                  </a:rPr>
                  <a:t>Strategy</a:t>
                </a:r>
                <a:endParaRPr lang="en-US" sz="1800" dirty="0">
                  <a:ea typeface="Arial Unicode MS" pitchFamily="34" charset="-128"/>
                  <a:cs typeface="Arial Unicode MS" pitchFamily="34" charset="-128"/>
                </a:endParaRPr>
              </a:p>
            </p:txBody>
          </p:sp>
          <p:sp>
            <p:nvSpPr>
              <p:cNvPr id="16" name="Rectangle 41"/>
              <p:cNvSpPr>
                <a:spLocks noChangeArrowheads="1"/>
              </p:cNvSpPr>
              <p:nvPr/>
            </p:nvSpPr>
            <p:spPr bwMode="auto">
              <a:xfrm>
                <a:off x="3402" y="1938"/>
                <a:ext cx="580" cy="128"/>
              </a:xfrm>
              <a:prstGeom prst="rect">
                <a:avLst/>
              </a:prstGeom>
              <a:noFill/>
              <a:ln w="9525">
                <a:noFill/>
                <a:miter lim="800000"/>
                <a:headEnd/>
                <a:tailEnd/>
              </a:ln>
            </p:spPr>
            <p:txBody>
              <a:bodyPr wrap="none" lIns="0" tIns="0" rIns="0" bIns="0">
                <a:spAutoFit/>
              </a:bodyPr>
              <a:lstStyle/>
              <a:p>
                <a:pPr marL="119063" indent="-119063"/>
                <a:r>
                  <a:rPr lang="en-US" sz="1100" b="0" dirty="0">
                    <a:solidFill>
                      <a:srgbClr val="000000"/>
                    </a:solidFill>
                    <a:ea typeface="Arial Unicode MS" pitchFamily="34" charset="-128"/>
                    <a:cs typeface="Arial Unicode MS" pitchFamily="34" charset="-128"/>
                  </a:rPr>
                  <a:t>Organization</a:t>
                </a:r>
                <a:endParaRPr lang="en-US" sz="1800" dirty="0">
                  <a:ea typeface="Arial Unicode MS" pitchFamily="34" charset="-128"/>
                  <a:cs typeface="Arial Unicode MS" pitchFamily="34" charset="-128"/>
                </a:endParaRPr>
              </a:p>
            </p:txBody>
          </p:sp>
          <p:sp>
            <p:nvSpPr>
              <p:cNvPr id="17" name="Rectangle 42"/>
              <p:cNvSpPr>
                <a:spLocks noChangeArrowheads="1"/>
              </p:cNvSpPr>
              <p:nvPr/>
            </p:nvSpPr>
            <p:spPr bwMode="auto">
              <a:xfrm>
                <a:off x="3010" y="2844"/>
                <a:ext cx="370" cy="128"/>
              </a:xfrm>
              <a:prstGeom prst="rect">
                <a:avLst/>
              </a:prstGeom>
              <a:noFill/>
              <a:ln w="9525">
                <a:noFill/>
                <a:miter lim="800000"/>
                <a:headEnd/>
                <a:tailEnd/>
              </a:ln>
            </p:spPr>
            <p:txBody>
              <a:bodyPr wrap="none" lIns="0" tIns="0" rIns="0" bIns="0">
                <a:spAutoFit/>
              </a:bodyPr>
              <a:lstStyle/>
              <a:p>
                <a:pPr marL="119063" indent="-119063"/>
                <a:r>
                  <a:rPr lang="en-US" sz="1100" b="0" dirty="0">
                    <a:solidFill>
                      <a:srgbClr val="000000"/>
                    </a:solidFill>
                    <a:ea typeface="Arial Unicode MS" pitchFamily="34" charset="-128"/>
                    <a:cs typeface="Arial Unicode MS" pitchFamily="34" charset="-128"/>
                  </a:rPr>
                  <a:t>Projects</a:t>
                </a:r>
                <a:endParaRPr lang="en-US" sz="1800" dirty="0">
                  <a:ea typeface="Arial Unicode MS" pitchFamily="34" charset="-128"/>
                  <a:cs typeface="Arial Unicode MS" pitchFamily="34" charset="-128"/>
                </a:endParaRPr>
              </a:p>
            </p:txBody>
          </p:sp>
          <p:sp>
            <p:nvSpPr>
              <p:cNvPr id="18" name="Rectangle 43"/>
              <p:cNvSpPr>
                <a:spLocks noChangeArrowheads="1"/>
              </p:cNvSpPr>
              <p:nvPr/>
            </p:nvSpPr>
            <p:spPr bwMode="auto">
              <a:xfrm>
                <a:off x="3369" y="2844"/>
                <a:ext cx="56" cy="128"/>
              </a:xfrm>
              <a:prstGeom prst="rect">
                <a:avLst/>
              </a:prstGeom>
              <a:noFill/>
              <a:ln w="9525">
                <a:noFill/>
                <a:miter lim="800000"/>
                <a:headEnd/>
                <a:tailEnd/>
              </a:ln>
            </p:spPr>
            <p:txBody>
              <a:bodyPr wrap="none" lIns="0" tIns="0" rIns="0" bIns="0">
                <a:spAutoFit/>
              </a:bodyPr>
              <a:lstStyle/>
              <a:p>
                <a:pPr marL="119063" indent="-119063"/>
                <a:r>
                  <a:rPr lang="en-US" sz="1100" b="0" dirty="0">
                    <a:solidFill>
                      <a:srgbClr val="000000"/>
                    </a:solidFill>
                    <a:ea typeface="Arial Unicode MS" pitchFamily="34" charset="-128"/>
                    <a:cs typeface="Arial Unicode MS" pitchFamily="34" charset="-128"/>
                  </a:rPr>
                  <a:t>, </a:t>
                </a:r>
                <a:endParaRPr lang="en-US" sz="1800" dirty="0">
                  <a:ea typeface="Arial Unicode MS" pitchFamily="34" charset="-128"/>
                  <a:cs typeface="Arial Unicode MS" pitchFamily="34" charset="-128"/>
                </a:endParaRPr>
              </a:p>
            </p:txBody>
          </p:sp>
          <p:sp>
            <p:nvSpPr>
              <p:cNvPr id="19" name="Rectangle 44"/>
              <p:cNvSpPr>
                <a:spLocks noChangeArrowheads="1"/>
              </p:cNvSpPr>
              <p:nvPr/>
            </p:nvSpPr>
            <p:spPr bwMode="auto">
              <a:xfrm>
                <a:off x="2947" y="2958"/>
                <a:ext cx="455" cy="128"/>
              </a:xfrm>
              <a:prstGeom prst="rect">
                <a:avLst/>
              </a:prstGeom>
              <a:noFill/>
              <a:ln w="9525">
                <a:noFill/>
                <a:miter lim="800000"/>
                <a:headEnd/>
                <a:tailEnd/>
              </a:ln>
            </p:spPr>
            <p:txBody>
              <a:bodyPr wrap="none" lIns="0" tIns="0" rIns="0" bIns="0">
                <a:spAutoFit/>
              </a:bodyPr>
              <a:lstStyle/>
              <a:p>
                <a:pPr marL="119063" indent="-119063"/>
                <a:r>
                  <a:rPr lang="en-US" sz="1100" b="0" dirty="0">
                    <a:solidFill>
                      <a:srgbClr val="000000"/>
                    </a:solidFill>
                    <a:ea typeface="Arial Unicode MS" pitchFamily="34" charset="-128"/>
                    <a:cs typeface="Arial Unicode MS" pitchFamily="34" charset="-128"/>
                  </a:rPr>
                  <a:t>Portfolios </a:t>
                </a:r>
                <a:endParaRPr lang="en-US" sz="1800" dirty="0">
                  <a:ea typeface="Arial Unicode MS" pitchFamily="34" charset="-128"/>
                  <a:cs typeface="Arial Unicode MS" pitchFamily="34" charset="-128"/>
                </a:endParaRPr>
              </a:p>
            </p:txBody>
          </p:sp>
          <p:sp>
            <p:nvSpPr>
              <p:cNvPr id="20" name="Rectangle 45"/>
              <p:cNvSpPr>
                <a:spLocks noChangeArrowheads="1"/>
              </p:cNvSpPr>
              <p:nvPr/>
            </p:nvSpPr>
            <p:spPr bwMode="auto">
              <a:xfrm>
                <a:off x="3384" y="2958"/>
                <a:ext cx="97" cy="128"/>
              </a:xfrm>
              <a:prstGeom prst="rect">
                <a:avLst/>
              </a:prstGeom>
              <a:noFill/>
              <a:ln w="9525">
                <a:noFill/>
                <a:miter lim="800000"/>
                <a:headEnd/>
                <a:tailEnd/>
              </a:ln>
            </p:spPr>
            <p:txBody>
              <a:bodyPr wrap="none" lIns="0" tIns="0" rIns="0" bIns="0">
                <a:spAutoFit/>
              </a:bodyPr>
              <a:lstStyle/>
              <a:p>
                <a:pPr marL="119063" indent="-119063"/>
                <a:r>
                  <a:rPr lang="en-US" sz="1100" b="0" dirty="0">
                    <a:solidFill>
                      <a:srgbClr val="000000"/>
                    </a:solidFill>
                    <a:ea typeface="Arial Unicode MS" pitchFamily="34" charset="-128"/>
                    <a:cs typeface="Arial Unicode MS" pitchFamily="34" charset="-128"/>
                  </a:rPr>
                  <a:t>&amp; </a:t>
                </a:r>
                <a:endParaRPr lang="en-US" sz="1800" dirty="0">
                  <a:ea typeface="Arial Unicode MS" pitchFamily="34" charset="-128"/>
                  <a:cs typeface="Arial Unicode MS" pitchFamily="34" charset="-128"/>
                </a:endParaRPr>
              </a:p>
            </p:txBody>
          </p:sp>
          <p:sp>
            <p:nvSpPr>
              <p:cNvPr id="21" name="Rectangle 46"/>
              <p:cNvSpPr>
                <a:spLocks noChangeArrowheads="1"/>
              </p:cNvSpPr>
              <p:nvPr/>
            </p:nvSpPr>
            <p:spPr bwMode="auto">
              <a:xfrm>
                <a:off x="3013" y="3072"/>
                <a:ext cx="393" cy="128"/>
              </a:xfrm>
              <a:prstGeom prst="rect">
                <a:avLst/>
              </a:prstGeom>
              <a:noFill/>
              <a:ln w="9525">
                <a:noFill/>
                <a:miter lim="800000"/>
                <a:headEnd/>
                <a:tailEnd/>
              </a:ln>
            </p:spPr>
            <p:txBody>
              <a:bodyPr wrap="none" lIns="0" tIns="0" rIns="0" bIns="0">
                <a:spAutoFit/>
              </a:bodyPr>
              <a:lstStyle/>
              <a:p>
                <a:pPr marL="119063" indent="-119063"/>
                <a:r>
                  <a:rPr lang="en-US" sz="1100" b="0" dirty="0">
                    <a:solidFill>
                      <a:srgbClr val="000000"/>
                    </a:solidFill>
                    <a:ea typeface="Arial Unicode MS" pitchFamily="34" charset="-128"/>
                    <a:cs typeface="Arial Unicode MS" pitchFamily="34" charset="-128"/>
                  </a:rPr>
                  <a:t>Services</a:t>
                </a:r>
                <a:endParaRPr lang="en-US" sz="1800" dirty="0">
                  <a:ea typeface="Arial Unicode MS" pitchFamily="34" charset="-128"/>
                  <a:cs typeface="Arial Unicode MS" pitchFamily="34" charset="-128"/>
                </a:endParaRPr>
              </a:p>
            </p:txBody>
          </p:sp>
          <p:sp>
            <p:nvSpPr>
              <p:cNvPr id="22" name="Line 58"/>
              <p:cNvSpPr>
                <a:spLocks noChangeShapeType="1"/>
              </p:cNvSpPr>
              <p:nvPr/>
            </p:nvSpPr>
            <p:spPr bwMode="auto">
              <a:xfrm>
                <a:off x="4238" y="979"/>
                <a:ext cx="0" cy="2508"/>
              </a:xfrm>
              <a:prstGeom prst="line">
                <a:avLst/>
              </a:prstGeom>
              <a:noFill/>
              <a:ln w="9525">
                <a:solidFill>
                  <a:schemeClr val="tx1"/>
                </a:solidFill>
                <a:round/>
                <a:headEnd type="triangle" w="med" len="med"/>
                <a:tailEnd type="triangle" w="med" len="med"/>
              </a:ln>
            </p:spPr>
            <p:txBody>
              <a:bodyPr lIns="92075" tIns="46038" rIns="92075" bIns="46038">
                <a:spAutoFit/>
              </a:bodyPr>
              <a:lstStyle/>
              <a:p>
                <a:endParaRPr lang="en-US" sz="1800" dirty="0"/>
              </a:p>
            </p:txBody>
          </p:sp>
          <p:sp>
            <p:nvSpPr>
              <p:cNvPr id="23" name="Text Box 59"/>
              <p:cNvSpPr txBox="1">
                <a:spLocks noChangeArrowheads="1"/>
              </p:cNvSpPr>
              <p:nvPr/>
            </p:nvSpPr>
            <p:spPr bwMode="auto">
              <a:xfrm>
                <a:off x="3926" y="1247"/>
                <a:ext cx="623" cy="287"/>
              </a:xfrm>
              <a:prstGeom prst="rect">
                <a:avLst/>
              </a:prstGeom>
              <a:solidFill>
                <a:schemeClr val="bg1"/>
              </a:solidFill>
              <a:ln w="9525" algn="ctr">
                <a:noFill/>
                <a:miter lim="800000"/>
                <a:headEnd/>
                <a:tailEnd/>
              </a:ln>
            </p:spPr>
            <p:txBody>
              <a:bodyPr lIns="0" tIns="46038" rIns="0" bIns="46038">
                <a:spAutoFit/>
              </a:bodyPr>
              <a:lstStyle/>
              <a:p>
                <a:pPr marL="119063" indent="-119063">
                  <a:spcBef>
                    <a:spcPct val="0"/>
                  </a:spcBef>
                </a:pPr>
                <a:r>
                  <a:rPr lang="en-US" sz="900" dirty="0"/>
                  <a:t>Organizational</a:t>
                </a:r>
              </a:p>
              <a:p>
                <a:pPr marL="119063" indent="-119063">
                  <a:spcBef>
                    <a:spcPct val="0"/>
                  </a:spcBef>
                </a:pPr>
                <a:r>
                  <a:rPr lang="en-US" sz="900" dirty="0"/>
                  <a:t>Disciplines</a:t>
                </a:r>
              </a:p>
            </p:txBody>
          </p:sp>
        </p:grpSp>
      </p:grpSp>
      <p:sp>
        <p:nvSpPr>
          <p:cNvPr id="24" name="Line 55"/>
          <p:cNvSpPr>
            <a:spLocks noChangeShapeType="1"/>
          </p:cNvSpPr>
          <p:nvPr/>
        </p:nvSpPr>
        <p:spPr bwMode="auto">
          <a:xfrm flipV="1">
            <a:off x="6789739" y="2120153"/>
            <a:ext cx="4568600" cy="0"/>
          </a:xfrm>
          <a:prstGeom prst="line">
            <a:avLst/>
          </a:prstGeom>
          <a:noFill/>
          <a:ln w="28575">
            <a:solidFill>
              <a:schemeClr val="tx1"/>
            </a:solidFill>
            <a:round/>
            <a:headEnd/>
            <a:tailEnd/>
          </a:ln>
        </p:spPr>
        <p:txBody>
          <a:bodyPr wrap="square" lIns="92075" tIns="46038" rIns="92075" bIns="46038">
            <a:spAutoFit/>
          </a:bodyPr>
          <a:lstStyle/>
          <a:p>
            <a:endParaRPr lang="en-US" dirty="0"/>
          </a:p>
        </p:txBody>
      </p:sp>
      <p:grpSp>
        <p:nvGrpSpPr>
          <p:cNvPr id="25" name="Group 66"/>
          <p:cNvGrpSpPr>
            <a:grpSpLocks/>
          </p:cNvGrpSpPr>
          <p:nvPr/>
        </p:nvGrpSpPr>
        <p:grpSpPr bwMode="auto">
          <a:xfrm>
            <a:off x="6979976" y="2144316"/>
            <a:ext cx="2175634" cy="3017044"/>
            <a:chOff x="1230" y="969"/>
            <a:chExt cx="1698" cy="2534"/>
          </a:xfrm>
        </p:grpSpPr>
        <p:sp>
          <p:nvSpPr>
            <p:cNvPr id="26" name="Freeform 33"/>
            <p:cNvSpPr>
              <a:spLocks/>
            </p:cNvSpPr>
            <p:nvPr/>
          </p:nvSpPr>
          <p:spPr bwMode="auto">
            <a:xfrm>
              <a:off x="1964" y="969"/>
              <a:ext cx="896" cy="1267"/>
            </a:xfrm>
            <a:custGeom>
              <a:avLst/>
              <a:gdLst>
                <a:gd name="T0" fmla="*/ 896 w 2390"/>
                <a:gd name="T1" fmla="*/ 1267 h 3380"/>
                <a:gd name="T2" fmla="*/ 896 w 2390"/>
                <a:gd name="T3" fmla="*/ 0 h 3380"/>
                <a:gd name="T4" fmla="*/ 0 w 2390"/>
                <a:gd name="T5" fmla="*/ 371 h 3380"/>
                <a:gd name="T6" fmla="*/ 0 w 2390"/>
                <a:gd name="T7" fmla="*/ 371 h 3380"/>
                <a:gd name="T8" fmla="*/ 896 w 2390"/>
                <a:gd name="T9" fmla="*/ 1267 h 3380"/>
                <a:gd name="T10" fmla="*/ 0 60000 65536"/>
                <a:gd name="T11" fmla="*/ 0 60000 65536"/>
                <a:gd name="T12" fmla="*/ 0 60000 65536"/>
                <a:gd name="T13" fmla="*/ 0 60000 65536"/>
                <a:gd name="T14" fmla="*/ 0 60000 65536"/>
                <a:gd name="T15" fmla="*/ 0 w 2390"/>
                <a:gd name="T16" fmla="*/ 0 h 3380"/>
                <a:gd name="T17" fmla="*/ 2390 w 2390"/>
                <a:gd name="T18" fmla="*/ 3380 h 3380"/>
              </a:gdLst>
              <a:ahLst/>
              <a:cxnLst>
                <a:cxn ang="T10">
                  <a:pos x="T0" y="T1"/>
                </a:cxn>
                <a:cxn ang="T11">
                  <a:pos x="T2" y="T3"/>
                </a:cxn>
                <a:cxn ang="T12">
                  <a:pos x="T4" y="T5"/>
                </a:cxn>
                <a:cxn ang="T13">
                  <a:pos x="T6" y="T7"/>
                </a:cxn>
                <a:cxn ang="T14">
                  <a:pos x="T8" y="T9"/>
                </a:cxn>
              </a:cxnLst>
              <a:rect l="T15" t="T16" r="T17" b="T18"/>
              <a:pathLst>
                <a:path w="2390" h="3380">
                  <a:moveTo>
                    <a:pt x="2390" y="3380"/>
                  </a:moveTo>
                  <a:lnTo>
                    <a:pt x="2390" y="0"/>
                  </a:lnTo>
                  <a:cubicBezTo>
                    <a:pt x="1493" y="0"/>
                    <a:pt x="634" y="356"/>
                    <a:pt x="0" y="990"/>
                  </a:cubicBezTo>
                  <a:lnTo>
                    <a:pt x="2390" y="3380"/>
                  </a:lnTo>
                  <a:close/>
                </a:path>
              </a:pathLst>
            </a:custGeom>
            <a:solidFill>
              <a:srgbClr val="FFBBBB"/>
            </a:solidFill>
            <a:ln w="0">
              <a:solidFill>
                <a:srgbClr val="000000"/>
              </a:solidFill>
              <a:prstDash val="solid"/>
              <a:round/>
              <a:headEnd/>
              <a:tailEnd/>
            </a:ln>
          </p:spPr>
          <p:txBody>
            <a:bodyPr/>
            <a:lstStyle/>
            <a:p>
              <a:endParaRPr lang="en-US" sz="1800" dirty="0"/>
            </a:p>
          </p:txBody>
        </p:sp>
        <p:sp>
          <p:nvSpPr>
            <p:cNvPr id="27" name="Freeform 34"/>
            <p:cNvSpPr>
              <a:spLocks/>
            </p:cNvSpPr>
            <p:nvPr/>
          </p:nvSpPr>
          <p:spPr bwMode="auto">
            <a:xfrm>
              <a:off x="1593" y="1340"/>
              <a:ext cx="1267" cy="896"/>
            </a:xfrm>
            <a:custGeom>
              <a:avLst/>
              <a:gdLst>
                <a:gd name="T0" fmla="*/ 1267 w 3380"/>
                <a:gd name="T1" fmla="*/ 896 h 2390"/>
                <a:gd name="T2" fmla="*/ 371 w 3380"/>
                <a:gd name="T3" fmla="*/ 0 h 2390"/>
                <a:gd name="T4" fmla="*/ 0 w 3380"/>
                <a:gd name="T5" fmla="*/ 896 h 2390"/>
                <a:gd name="T6" fmla="*/ 0 w 3380"/>
                <a:gd name="T7" fmla="*/ 896 h 2390"/>
                <a:gd name="T8" fmla="*/ 1267 w 3380"/>
                <a:gd name="T9" fmla="*/ 896 h 2390"/>
                <a:gd name="T10" fmla="*/ 0 60000 65536"/>
                <a:gd name="T11" fmla="*/ 0 60000 65536"/>
                <a:gd name="T12" fmla="*/ 0 60000 65536"/>
                <a:gd name="T13" fmla="*/ 0 60000 65536"/>
                <a:gd name="T14" fmla="*/ 0 60000 65536"/>
                <a:gd name="T15" fmla="*/ 0 w 3380"/>
                <a:gd name="T16" fmla="*/ 0 h 2390"/>
                <a:gd name="T17" fmla="*/ 3380 w 3380"/>
                <a:gd name="T18" fmla="*/ 2390 h 2390"/>
              </a:gdLst>
              <a:ahLst/>
              <a:cxnLst>
                <a:cxn ang="T10">
                  <a:pos x="T0" y="T1"/>
                </a:cxn>
                <a:cxn ang="T11">
                  <a:pos x="T2" y="T3"/>
                </a:cxn>
                <a:cxn ang="T12">
                  <a:pos x="T4" y="T5"/>
                </a:cxn>
                <a:cxn ang="T13">
                  <a:pos x="T6" y="T7"/>
                </a:cxn>
                <a:cxn ang="T14">
                  <a:pos x="T8" y="T9"/>
                </a:cxn>
              </a:cxnLst>
              <a:rect l="T15" t="T16" r="T17" b="T18"/>
              <a:pathLst>
                <a:path w="3380" h="2390">
                  <a:moveTo>
                    <a:pt x="3380" y="2390"/>
                  </a:moveTo>
                  <a:lnTo>
                    <a:pt x="990" y="0"/>
                  </a:lnTo>
                  <a:cubicBezTo>
                    <a:pt x="356" y="634"/>
                    <a:pt x="0" y="1493"/>
                    <a:pt x="0" y="2390"/>
                  </a:cubicBezTo>
                  <a:lnTo>
                    <a:pt x="3380" y="2390"/>
                  </a:lnTo>
                  <a:close/>
                </a:path>
              </a:pathLst>
            </a:custGeom>
            <a:solidFill>
              <a:srgbClr val="FF9393"/>
            </a:solidFill>
            <a:ln w="0">
              <a:solidFill>
                <a:srgbClr val="000000"/>
              </a:solidFill>
              <a:prstDash val="solid"/>
              <a:round/>
              <a:headEnd/>
              <a:tailEnd/>
            </a:ln>
          </p:spPr>
          <p:txBody>
            <a:bodyPr/>
            <a:lstStyle/>
            <a:p>
              <a:endParaRPr lang="en-US" sz="1800" dirty="0"/>
            </a:p>
          </p:txBody>
        </p:sp>
        <p:sp>
          <p:nvSpPr>
            <p:cNvPr id="28" name="Freeform 35"/>
            <p:cNvSpPr>
              <a:spLocks/>
            </p:cNvSpPr>
            <p:nvPr/>
          </p:nvSpPr>
          <p:spPr bwMode="auto">
            <a:xfrm>
              <a:off x="1593" y="2236"/>
              <a:ext cx="1267" cy="896"/>
            </a:xfrm>
            <a:custGeom>
              <a:avLst/>
              <a:gdLst>
                <a:gd name="T0" fmla="*/ 1267 w 3380"/>
                <a:gd name="T1" fmla="*/ 0 h 2389"/>
                <a:gd name="T2" fmla="*/ 0 w 3380"/>
                <a:gd name="T3" fmla="*/ 0 h 2389"/>
                <a:gd name="T4" fmla="*/ 371 w 3380"/>
                <a:gd name="T5" fmla="*/ 896 h 2389"/>
                <a:gd name="T6" fmla="*/ 371 w 3380"/>
                <a:gd name="T7" fmla="*/ 896 h 2389"/>
                <a:gd name="T8" fmla="*/ 1267 w 3380"/>
                <a:gd name="T9" fmla="*/ 0 h 2389"/>
                <a:gd name="T10" fmla="*/ 0 60000 65536"/>
                <a:gd name="T11" fmla="*/ 0 60000 65536"/>
                <a:gd name="T12" fmla="*/ 0 60000 65536"/>
                <a:gd name="T13" fmla="*/ 0 60000 65536"/>
                <a:gd name="T14" fmla="*/ 0 60000 65536"/>
                <a:gd name="T15" fmla="*/ 0 w 3380"/>
                <a:gd name="T16" fmla="*/ 0 h 2389"/>
                <a:gd name="T17" fmla="*/ 3380 w 3380"/>
                <a:gd name="T18" fmla="*/ 2389 h 2389"/>
              </a:gdLst>
              <a:ahLst/>
              <a:cxnLst>
                <a:cxn ang="T10">
                  <a:pos x="T0" y="T1"/>
                </a:cxn>
                <a:cxn ang="T11">
                  <a:pos x="T2" y="T3"/>
                </a:cxn>
                <a:cxn ang="T12">
                  <a:pos x="T4" y="T5"/>
                </a:cxn>
                <a:cxn ang="T13">
                  <a:pos x="T6" y="T7"/>
                </a:cxn>
                <a:cxn ang="T14">
                  <a:pos x="T8" y="T9"/>
                </a:cxn>
              </a:cxnLst>
              <a:rect l="T15" t="T16" r="T17" b="T18"/>
              <a:pathLst>
                <a:path w="3380" h="2389">
                  <a:moveTo>
                    <a:pt x="3380" y="0"/>
                  </a:moveTo>
                  <a:lnTo>
                    <a:pt x="0" y="0"/>
                  </a:lnTo>
                  <a:cubicBezTo>
                    <a:pt x="0" y="896"/>
                    <a:pt x="356" y="1755"/>
                    <a:pt x="990" y="2389"/>
                  </a:cubicBezTo>
                  <a:lnTo>
                    <a:pt x="3380" y="0"/>
                  </a:lnTo>
                  <a:close/>
                </a:path>
              </a:pathLst>
            </a:custGeom>
            <a:solidFill>
              <a:srgbClr val="FF7171"/>
            </a:solidFill>
            <a:ln w="0">
              <a:solidFill>
                <a:srgbClr val="000000"/>
              </a:solidFill>
              <a:prstDash val="solid"/>
              <a:round/>
              <a:headEnd/>
              <a:tailEnd/>
            </a:ln>
          </p:spPr>
          <p:txBody>
            <a:bodyPr/>
            <a:lstStyle/>
            <a:p>
              <a:endParaRPr lang="en-US" sz="1800" dirty="0"/>
            </a:p>
          </p:txBody>
        </p:sp>
        <p:sp>
          <p:nvSpPr>
            <p:cNvPr id="29" name="Freeform 36"/>
            <p:cNvSpPr>
              <a:spLocks/>
            </p:cNvSpPr>
            <p:nvPr/>
          </p:nvSpPr>
          <p:spPr bwMode="auto">
            <a:xfrm>
              <a:off x="1964" y="2236"/>
              <a:ext cx="896" cy="1267"/>
            </a:xfrm>
            <a:custGeom>
              <a:avLst/>
              <a:gdLst>
                <a:gd name="T0" fmla="*/ 896 w 2390"/>
                <a:gd name="T1" fmla="*/ 0 h 3379"/>
                <a:gd name="T2" fmla="*/ 0 w 2390"/>
                <a:gd name="T3" fmla="*/ 896 h 3379"/>
                <a:gd name="T4" fmla="*/ 896 w 2390"/>
                <a:gd name="T5" fmla="*/ 1267 h 3379"/>
                <a:gd name="T6" fmla="*/ 896 w 2390"/>
                <a:gd name="T7" fmla="*/ 1267 h 3379"/>
                <a:gd name="T8" fmla="*/ 896 w 2390"/>
                <a:gd name="T9" fmla="*/ 0 h 3379"/>
                <a:gd name="T10" fmla="*/ 0 60000 65536"/>
                <a:gd name="T11" fmla="*/ 0 60000 65536"/>
                <a:gd name="T12" fmla="*/ 0 60000 65536"/>
                <a:gd name="T13" fmla="*/ 0 60000 65536"/>
                <a:gd name="T14" fmla="*/ 0 60000 65536"/>
                <a:gd name="T15" fmla="*/ 0 w 2390"/>
                <a:gd name="T16" fmla="*/ 0 h 3379"/>
                <a:gd name="T17" fmla="*/ 2390 w 2390"/>
                <a:gd name="T18" fmla="*/ 3379 h 3379"/>
              </a:gdLst>
              <a:ahLst/>
              <a:cxnLst>
                <a:cxn ang="T10">
                  <a:pos x="T0" y="T1"/>
                </a:cxn>
                <a:cxn ang="T11">
                  <a:pos x="T2" y="T3"/>
                </a:cxn>
                <a:cxn ang="T12">
                  <a:pos x="T4" y="T5"/>
                </a:cxn>
                <a:cxn ang="T13">
                  <a:pos x="T6" y="T7"/>
                </a:cxn>
                <a:cxn ang="T14">
                  <a:pos x="T8" y="T9"/>
                </a:cxn>
              </a:cxnLst>
              <a:rect l="T15" t="T16" r="T17" b="T18"/>
              <a:pathLst>
                <a:path w="2390" h="3379">
                  <a:moveTo>
                    <a:pt x="2390" y="0"/>
                  </a:moveTo>
                  <a:lnTo>
                    <a:pt x="0" y="2389"/>
                  </a:lnTo>
                  <a:cubicBezTo>
                    <a:pt x="634" y="3023"/>
                    <a:pt x="1493" y="3379"/>
                    <a:pt x="2390" y="3379"/>
                  </a:cubicBezTo>
                  <a:lnTo>
                    <a:pt x="2390" y="0"/>
                  </a:lnTo>
                  <a:close/>
                </a:path>
              </a:pathLst>
            </a:custGeom>
            <a:solidFill>
              <a:srgbClr val="FF4A4A"/>
            </a:solidFill>
            <a:ln w="0">
              <a:solidFill>
                <a:srgbClr val="000000"/>
              </a:solidFill>
              <a:prstDash val="solid"/>
              <a:round/>
              <a:headEnd/>
              <a:tailEnd/>
            </a:ln>
          </p:spPr>
          <p:txBody>
            <a:bodyPr/>
            <a:lstStyle/>
            <a:p>
              <a:endParaRPr lang="en-US" sz="1800" dirty="0"/>
            </a:p>
          </p:txBody>
        </p:sp>
        <p:sp>
          <p:nvSpPr>
            <p:cNvPr id="30" name="Rectangle 47"/>
            <p:cNvSpPr>
              <a:spLocks noChangeArrowheads="1"/>
            </p:cNvSpPr>
            <p:nvPr/>
          </p:nvSpPr>
          <p:spPr bwMode="auto">
            <a:xfrm>
              <a:off x="2273" y="2832"/>
              <a:ext cx="538" cy="128"/>
            </a:xfrm>
            <a:prstGeom prst="rect">
              <a:avLst/>
            </a:prstGeom>
            <a:noFill/>
            <a:ln w="9525">
              <a:noFill/>
              <a:miter lim="800000"/>
              <a:headEnd/>
              <a:tailEnd/>
            </a:ln>
          </p:spPr>
          <p:txBody>
            <a:bodyPr wrap="none" lIns="0" tIns="0" rIns="0" bIns="0">
              <a:spAutoFit/>
            </a:bodyPr>
            <a:lstStyle/>
            <a:p>
              <a:pPr marL="119063" indent="-119063"/>
              <a:r>
                <a:rPr lang="en-US" sz="1100" b="0" dirty="0">
                  <a:solidFill>
                    <a:srgbClr val="000000"/>
                  </a:solidFill>
                  <a:ea typeface="Arial Unicode MS" pitchFamily="34" charset="-128"/>
                  <a:cs typeface="Arial Unicode MS" pitchFamily="34" charset="-128"/>
                </a:rPr>
                <a:t>Operations</a:t>
              </a:r>
              <a:endParaRPr lang="en-US" sz="1800" dirty="0">
                <a:ea typeface="Arial Unicode MS" pitchFamily="34" charset="-128"/>
                <a:cs typeface="Arial Unicode MS" pitchFamily="34" charset="-128"/>
              </a:endParaRPr>
            </a:p>
          </p:txBody>
        </p:sp>
        <p:sp>
          <p:nvSpPr>
            <p:cNvPr id="31" name="Rectangle 48"/>
            <p:cNvSpPr>
              <a:spLocks noChangeArrowheads="1"/>
            </p:cNvSpPr>
            <p:nvPr/>
          </p:nvSpPr>
          <p:spPr bwMode="auto">
            <a:xfrm>
              <a:off x="2772" y="2832"/>
              <a:ext cx="60" cy="128"/>
            </a:xfrm>
            <a:prstGeom prst="rect">
              <a:avLst/>
            </a:prstGeom>
            <a:noFill/>
            <a:ln w="9525">
              <a:noFill/>
              <a:miter lim="800000"/>
              <a:headEnd/>
              <a:tailEnd/>
            </a:ln>
          </p:spPr>
          <p:txBody>
            <a:bodyPr wrap="none" lIns="0" tIns="0" rIns="0" bIns="0">
              <a:spAutoFit/>
            </a:bodyPr>
            <a:lstStyle/>
            <a:p>
              <a:pPr marL="119063" indent="-119063"/>
              <a:r>
                <a:rPr lang="en-US" sz="1100" b="0" dirty="0">
                  <a:solidFill>
                    <a:srgbClr val="000000"/>
                  </a:solidFill>
                  <a:ea typeface="Arial Unicode MS" pitchFamily="34" charset="-128"/>
                  <a:cs typeface="Arial Unicode MS" pitchFamily="34" charset="-128"/>
                </a:rPr>
                <a:t>, </a:t>
              </a:r>
              <a:endParaRPr lang="en-US" sz="1800" dirty="0">
                <a:ea typeface="Arial Unicode MS" pitchFamily="34" charset="-128"/>
                <a:cs typeface="Arial Unicode MS" pitchFamily="34" charset="-128"/>
              </a:endParaRPr>
            </a:p>
          </p:txBody>
        </p:sp>
        <p:sp>
          <p:nvSpPr>
            <p:cNvPr id="32" name="Rectangle 49"/>
            <p:cNvSpPr>
              <a:spLocks noChangeArrowheads="1"/>
            </p:cNvSpPr>
            <p:nvPr/>
          </p:nvSpPr>
          <p:spPr bwMode="auto">
            <a:xfrm>
              <a:off x="2200" y="2946"/>
              <a:ext cx="728" cy="128"/>
            </a:xfrm>
            <a:prstGeom prst="rect">
              <a:avLst/>
            </a:prstGeom>
            <a:noFill/>
            <a:ln w="9525">
              <a:noFill/>
              <a:miter lim="800000"/>
              <a:headEnd/>
              <a:tailEnd/>
            </a:ln>
          </p:spPr>
          <p:txBody>
            <a:bodyPr wrap="none" lIns="0" tIns="0" rIns="0" bIns="0">
              <a:spAutoFit/>
            </a:bodyPr>
            <a:lstStyle/>
            <a:p>
              <a:pPr marL="119063" indent="-119063"/>
              <a:r>
                <a:rPr lang="en-US" sz="1100" b="0" dirty="0">
                  <a:solidFill>
                    <a:srgbClr val="000000"/>
                  </a:solidFill>
                  <a:ea typeface="Arial Unicode MS" pitchFamily="34" charset="-128"/>
                  <a:cs typeface="Arial Unicode MS" pitchFamily="34" charset="-128"/>
                </a:rPr>
                <a:t>Administration </a:t>
              </a:r>
              <a:endParaRPr lang="en-US" sz="1800" dirty="0">
                <a:ea typeface="Arial Unicode MS" pitchFamily="34" charset="-128"/>
                <a:cs typeface="Arial Unicode MS" pitchFamily="34" charset="-128"/>
              </a:endParaRPr>
            </a:p>
          </p:txBody>
        </p:sp>
        <p:sp>
          <p:nvSpPr>
            <p:cNvPr id="33" name="Rectangle 50"/>
            <p:cNvSpPr>
              <a:spLocks noChangeArrowheads="1"/>
            </p:cNvSpPr>
            <p:nvPr/>
          </p:nvSpPr>
          <p:spPr bwMode="auto">
            <a:xfrm>
              <a:off x="2516" y="3060"/>
              <a:ext cx="104" cy="128"/>
            </a:xfrm>
            <a:prstGeom prst="rect">
              <a:avLst/>
            </a:prstGeom>
            <a:noFill/>
            <a:ln w="9525">
              <a:noFill/>
              <a:miter lim="800000"/>
              <a:headEnd/>
              <a:tailEnd/>
            </a:ln>
          </p:spPr>
          <p:txBody>
            <a:bodyPr wrap="none" lIns="0" tIns="0" rIns="0" bIns="0">
              <a:spAutoFit/>
            </a:bodyPr>
            <a:lstStyle/>
            <a:p>
              <a:pPr marL="119063" indent="-119063"/>
              <a:r>
                <a:rPr lang="en-US" sz="1100" b="0" dirty="0">
                  <a:solidFill>
                    <a:srgbClr val="000000"/>
                  </a:solidFill>
                  <a:ea typeface="Arial Unicode MS" pitchFamily="34" charset="-128"/>
                  <a:cs typeface="Arial Unicode MS" pitchFamily="34" charset="-128"/>
                </a:rPr>
                <a:t>&amp; </a:t>
              </a:r>
              <a:endParaRPr lang="en-US" sz="1800" dirty="0">
                <a:ea typeface="Arial Unicode MS" pitchFamily="34" charset="-128"/>
                <a:cs typeface="Arial Unicode MS" pitchFamily="34" charset="-128"/>
              </a:endParaRPr>
            </a:p>
          </p:txBody>
        </p:sp>
        <p:sp>
          <p:nvSpPr>
            <p:cNvPr id="34" name="Rectangle 51"/>
            <p:cNvSpPr>
              <a:spLocks noChangeArrowheads="1"/>
            </p:cNvSpPr>
            <p:nvPr/>
          </p:nvSpPr>
          <p:spPr bwMode="auto">
            <a:xfrm>
              <a:off x="2229" y="3174"/>
              <a:ext cx="642" cy="128"/>
            </a:xfrm>
            <a:prstGeom prst="rect">
              <a:avLst/>
            </a:prstGeom>
            <a:noFill/>
            <a:ln w="9525">
              <a:noFill/>
              <a:miter lim="800000"/>
              <a:headEnd/>
              <a:tailEnd/>
            </a:ln>
          </p:spPr>
          <p:txBody>
            <a:bodyPr wrap="none" lIns="0" tIns="0" rIns="0" bIns="0">
              <a:spAutoFit/>
            </a:bodyPr>
            <a:lstStyle/>
            <a:p>
              <a:pPr marL="119063" indent="-119063"/>
              <a:r>
                <a:rPr lang="en-US" sz="1100" b="0" dirty="0">
                  <a:solidFill>
                    <a:srgbClr val="000000"/>
                  </a:solidFill>
                  <a:ea typeface="Arial Unicode MS" pitchFamily="34" charset="-128"/>
                  <a:cs typeface="Arial Unicode MS" pitchFamily="34" charset="-128"/>
                </a:rPr>
                <a:t>Management</a:t>
              </a:r>
              <a:endParaRPr lang="en-US" sz="1800" dirty="0">
                <a:ea typeface="Arial Unicode MS" pitchFamily="34" charset="-128"/>
                <a:cs typeface="Arial Unicode MS" pitchFamily="34" charset="-128"/>
              </a:endParaRPr>
            </a:p>
          </p:txBody>
        </p:sp>
        <p:sp>
          <p:nvSpPr>
            <p:cNvPr id="35" name="Rectangle 52"/>
            <p:cNvSpPr>
              <a:spLocks noChangeArrowheads="1"/>
            </p:cNvSpPr>
            <p:nvPr/>
          </p:nvSpPr>
          <p:spPr bwMode="auto">
            <a:xfrm>
              <a:off x="1826" y="2454"/>
              <a:ext cx="549" cy="128"/>
            </a:xfrm>
            <a:prstGeom prst="rect">
              <a:avLst/>
            </a:prstGeom>
            <a:noFill/>
            <a:ln w="9525">
              <a:noFill/>
              <a:miter lim="800000"/>
              <a:headEnd/>
              <a:tailEnd/>
            </a:ln>
          </p:spPr>
          <p:txBody>
            <a:bodyPr wrap="none" lIns="0" tIns="0" rIns="0" bIns="0">
              <a:spAutoFit/>
            </a:bodyPr>
            <a:lstStyle/>
            <a:p>
              <a:pPr marL="119063" indent="-119063"/>
              <a:r>
                <a:rPr lang="en-US" sz="1100" b="0" dirty="0">
                  <a:solidFill>
                    <a:srgbClr val="000000"/>
                  </a:solidFill>
                  <a:ea typeface="Arial Unicode MS" pitchFamily="34" charset="-128"/>
                  <a:cs typeface="Arial Unicode MS" pitchFamily="34" charset="-128"/>
                </a:rPr>
                <a:t>Information</a:t>
              </a:r>
              <a:endParaRPr lang="en-US" sz="1800" dirty="0">
                <a:ea typeface="Arial Unicode MS" pitchFamily="34" charset="-128"/>
                <a:cs typeface="Arial Unicode MS" pitchFamily="34" charset="-128"/>
              </a:endParaRPr>
            </a:p>
          </p:txBody>
        </p:sp>
        <p:sp>
          <p:nvSpPr>
            <p:cNvPr id="36" name="Rectangle 54"/>
            <p:cNvSpPr>
              <a:spLocks noChangeArrowheads="1"/>
            </p:cNvSpPr>
            <p:nvPr/>
          </p:nvSpPr>
          <p:spPr bwMode="auto">
            <a:xfrm>
              <a:off x="2251" y="1362"/>
              <a:ext cx="587" cy="128"/>
            </a:xfrm>
            <a:prstGeom prst="rect">
              <a:avLst/>
            </a:prstGeom>
            <a:noFill/>
            <a:ln w="9525">
              <a:noFill/>
              <a:miter lim="800000"/>
              <a:headEnd/>
              <a:tailEnd/>
            </a:ln>
          </p:spPr>
          <p:txBody>
            <a:bodyPr wrap="none" lIns="0" tIns="0" rIns="0" bIns="0">
              <a:spAutoFit/>
            </a:bodyPr>
            <a:lstStyle/>
            <a:p>
              <a:pPr marL="119063" indent="-119063"/>
              <a:r>
                <a:rPr lang="en-US" sz="1100" b="0" dirty="0">
                  <a:solidFill>
                    <a:srgbClr val="000000"/>
                  </a:solidFill>
                  <a:ea typeface="Arial Unicode MS" pitchFamily="34" charset="-128"/>
                  <a:cs typeface="Arial Unicode MS" pitchFamily="34" charset="-128"/>
                </a:rPr>
                <a:t>Architecture</a:t>
              </a:r>
              <a:endParaRPr lang="en-US" sz="1800" dirty="0">
                <a:ea typeface="Arial Unicode MS" pitchFamily="34" charset="-128"/>
                <a:cs typeface="Arial Unicode MS" pitchFamily="34" charset="-128"/>
              </a:endParaRPr>
            </a:p>
          </p:txBody>
        </p:sp>
        <p:sp>
          <p:nvSpPr>
            <p:cNvPr id="37" name="Line 57"/>
            <p:cNvSpPr>
              <a:spLocks noChangeShapeType="1"/>
            </p:cNvSpPr>
            <p:nvPr/>
          </p:nvSpPr>
          <p:spPr bwMode="auto">
            <a:xfrm>
              <a:off x="1482" y="981"/>
              <a:ext cx="0" cy="2508"/>
            </a:xfrm>
            <a:prstGeom prst="line">
              <a:avLst/>
            </a:prstGeom>
            <a:noFill/>
            <a:ln w="9525">
              <a:solidFill>
                <a:schemeClr val="tx1"/>
              </a:solidFill>
              <a:round/>
              <a:headEnd type="triangle" w="med" len="med"/>
              <a:tailEnd type="triangle" w="med" len="med"/>
            </a:ln>
          </p:spPr>
          <p:txBody>
            <a:bodyPr lIns="92075" tIns="46038" rIns="92075" bIns="46038">
              <a:spAutoFit/>
            </a:bodyPr>
            <a:lstStyle/>
            <a:p>
              <a:endParaRPr lang="en-US" sz="1800" dirty="0"/>
            </a:p>
          </p:txBody>
        </p:sp>
        <p:sp>
          <p:nvSpPr>
            <p:cNvPr id="38" name="Text Box 60"/>
            <p:cNvSpPr txBox="1">
              <a:spLocks noChangeArrowheads="1"/>
            </p:cNvSpPr>
            <p:nvPr/>
          </p:nvSpPr>
          <p:spPr bwMode="auto">
            <a:xfrm>
              <a:off x="1230" y="2870"/>
              <a:ext cx="499" cy="392"/>
            </a:xfrm>
            <a:prstGeom prst="rect">
              <a:avLst/>
            </a:prstGeom>
            <a:solidFill>
              <a:schemeClr val="bg1"/>
            </a:solidFill>
            <a:ln w="9525" algn="ctr">
              <a:noFill/>
              <a:miter lim="800000"/>
              <a:headEnd/>
              <a:tailEnd/>
            </a:ln>
          </p:spPr>
          <p:txBody>
            <a:bodyPr lIns="0" tIns="46038" rIns="0" bIns="46038">
              <a:spAutoFit/>
            </a:bodyPr>
            <a:lstStyle/>
            <a:p>
              <a:pPr marL="119063" indent="-119063">
                <a:spcBef>
                  <a:spcPct val="0"/>
                </a:spcBef>
              </a:pPr>
              <a:r>
                <a:rPr lang="en-US" sz="900" dirty="0"/>
                <a:t>Technology</a:t>
              </a:r>
            </a:p>
            <a:p>
              <a:pPr marL="119063" indent="-119063">
                <a:spcBef>
                  <a:spcPct val="0"/>
                </a:spcBef>
              </a:pPr>
              <a:r>
                <a:rPr lang="en-US" sz="900" dirty="0"/>
                <a:t>Dominated</a:t>
              </a:r>
            </a:p>
          </p:txBody>
        </p:sp>
        <p:sp>
          <p:nvSpPr>
            <p:cNvPr id="39" name="Rectangle 65"/>
            <p:cNvSpPr>
              <a:spLocks noChangeArrowheads="1"/>
            </p:cNvSpPr>
            <p:nvPr/>
          </p:nvSpPr>
          <p:spPr bwMode="auto">
            <a:xfrm>
              <a:off x="1826" y="1950"/>
              <a:ext cx="646" cy="128"/>
            </a:xfrm>
            <a:prstGeom prst="rect">
              <a:avLst/>
            </a:prstGeom>
            <a:noFill/>
            <a:ln w="9525">
              <a:noFill/>
              <a:miter lim="800000"/>
              <a:headEnd/>
              <a:tailEnd/>
            </a:ln>
          </p:spPr>
          <p:txBody>
            <a:bodyPr wrap="none" lIns="0" tIns="0" rIns="0" bIns="0">
              <a:spAutoFit/>
            </a:bodyPr>
            <a:lstStyle/>
            <a:p>
              <a:pPr marL="119063" indent="-119063"/>
              <a:r>
                <a:rPr lang="en-US" sz="1100" b="0" dirty="0">
                  <a:solidFill>
                    <a:srgbClr val="000000"/>
                  </a:solidFill>
                  <a:ea typeface="Arial Unicode MS" pitchFamily="34" charset="-128"/>
                  <a:cs typeface="Arial Unicode MS" pitchFamily="34" charset="-128"/>
                </a:rPr>
                <a:t>Infrastructure</a:t>
              </a:r>
              <a:endParaRPr lang="en-US" sz="1800" dirty="0">
                <a:ea typeface="Arial Unicode MS" pitchFamily="34" charset="-128"/>
                <a:cs typeface="Arial Unicode MS" pitchFamily="34" charset="-128"/>
              </a:endParaRPr>
            </a:p>
          </p:txBody>
        </p:sp>
      </p:grpSp>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wipe(up)">
                                      <p:cBhvr>
                                        <p:cTn id="7" dur="500"/>
                                        <p:tgtEl>
                                          <p:spTgt spid="2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down)">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&lt;Assessment Type&gt; Maturity Model Domains</a:t>
            </a:r>
            <a:endParaRPr lang="en-US" dirty="0"/>
          </a:p>
        </p:txBody>
      </p:sp>
      <p:sp>
        <p:nvSpPr>
          <p:cNvPr id="42" name="Content Placeholder 41"/>
          <p:cNvSpPr>
            <a:spLocks noGrp="1"/>
          </p:cNvSpPr>
          <p:nvPr>
            <p:ph idx="1"/>
          </p:nvPr>
        </p:nvSpPr>
        <p:spPr>
          <a:xfrm>
            <a:off x="531151" y="1524001"/>
            <a:ext cx="5944261" cy="4419600"/>
          </a:xfrm>
        </p:spPr>
        <p:txBody>
          <a:bodyPr/>
          <a:lstStyle/>
          <a:p>
            <a:r>
              <a:rPr lang="en-US" dirty="0" smtClean="0"/>
              <a:t>&lt;Talked to…from…departments, timeframe, etc.&gt;</a:t>
            </a:r>
            <a:endParaRPr lang="en-US" dirty="0"/>
          </a:p>
        </p:txBody>
      </p:sp>
      <p:sp>
        <p:nvSpPr>
          <p:cNvPr id="4" name="AutoShape 28"/>
          <p:cNvSpPr>
            <a:spLocks noChangeAspect="1" noChangeArrowheads="1" noTextEdit="1"/>
          </p:cNvSpPr>
          <p:nvPr/>
        </p:nvSpPr>
        <p:spPr bwMode="auto">
          <a:xfrm>
            <a:off x="7313612" y="2133600"/>
            <a:ext cx="4051300" cy="3038475"/>
          </a:xfrm>
          <a:prstGeom prst="rect">
            <a:avLst/>
          </a:prstGeom>
          <a:noFill/>
          <a:ln w="9525">
            <a:noFill/>
            <a:miter lim="800000"/>
            <a:headEnd/>
            <a:tailEnd/>
          </a:ln>
        </p:spPr>
        <p:txBody>
          <a:bodyPr/>
          <a:lstStyle/>
          <a:p>
            <a:endParaRPr lang="en-US" sz="1800" dirty="0"/>
          </a:p>
        </p:txBody>
      </p:sp>
      <p:sp>
        <p:nvSpPr>
          <p:cNvPr id="40" name="AutoShape 28"/>
          <p:cNvSpPr>
            <a:spLocks noChangeAspect="1" noChangeArrowheads="1" noTextEdit="1"/>
          </p:cNvSpPr>
          <p:nvPr/>
        </p:nvSpPr>
        <p:spPr bwMode="auto">
          <a:xfrm>
            <a:off x="6399212" y="2057400"/>
            <a:ext cx="4051300" cy="3038475"/>
          </a:xfrm>
          <a:prstGeom prst="rect">
            <a:avLst/>
          </a:prstGeom>
          <a:noFill/>
          <a:ln w="9525">
            <a:noFill/>
            <a:miter lim="800000"/>
            <a:headEnd/>
            <a:tailEnd/>
          </a:ln>
        </p:spPr>
        <p:txBody>
          <a:bodyPr/>
          <a:lstStyle/>
          <a:p>
            <a:endParaRPr lang="en-US" sz="1800" dirty="0"/>
          </a:p>
        </p:txBody>
      </p:sp>
      <p:grpSp>
        <p:nvGrpSpPr>
          <p:cNvPr id="41" name="Group 64"/>
          <p:cNvGrpSpPr>
            <a:grpSpLocks/>
          </p:cNvGrpSpPr>
          <p:nvPr/>
        </p:nvGrpSpPr>
        <p:grpSpPr bwMode="auto">
          <a:xfrm>
            <a:off x="5913438" y="2068116"/>
            <a:ext cx="4508986" cy="3022997"/>
            <a:chOff x="1278" y="969"/>
            <a:chExt cx="3271" cy="2539"/>
          </a:xfrm>
        </p:grpSpPr>
        <p:sp>
          <p:nvSpPr>
            <p:cNvPr id="43" name="Line 56"/>
            <p:cNvSpPr>
              <a:spLocks noChangeShapeType="1"/>
            </p:cNvSpPr>
            <p:nvPr/>
          </p:nvSpPr>
          <p:spPr bwMode="auto">
            <a:xfrm flipV="1">
              <a:off x="1278" y="3500"/>
              <a:ext cx="3230" cy="8"/>
            </a:xfrm>
            <a:prstGeom prst="line">
              <a:avLst/>
            </a:prstGeom>
            <a:noFill/>
            <a:ln w="28575">
              <a:solidFill>
                <a:schemeClr val="tx1"/>
              </a:solidFill>
              <a:round/>
              <a:headEnd/>
              <a:tailEnd/>
            </a:ln>
          </p:spPr>
          <p:txBody>
            <a:bodyPr lIns="92075" tIns="46038" rIns="92075" bIns="46038">
              <a:spAutoFit/>
            </a:bodyPr>
            <a:lstStyle/>
            <a:p>
              <a:endParaRPr lang="en-US" sz="1800" dirty="0"/>
            </a:p>
          </p:txBody>
        </p:sp>
        <p:grpSp>
          <p:nvGrpSpPr>
            <p:cNvPr id="44" name="Group 62"/>
            <p:cNvGrpSpPr>
              <a:grpSpLocks/>
            </p:cNvGrpSpPr>
            <p:nvPr/>
          </p:nvGrpSpPr>
          <p:grpSpPr bwMode="auto">
            <a:xfrm>
              <a:off x="2860" y="969"/>
              <a:ext cx="1689" cy="2534"/>
              <a:chOff x="2860" y="969"/>
              <a:chExt cx="1689" cy="2534"/>
            </a:xfrm>
          </p:grpSpPr>
          <p:sp>
            <p:nvSpPr>
              <p:cNvPr id="45" name="Freeform 29"/>
              <p:cNvSpPr>
                <a:spLocks/>
              </p:cNvSpPr>
              <p:nvPr/>
            </p:nvSpPr>
            <p:spPr bwMode="auto">
              <a:xfrm>
                <a:off x="2860" y="969"/>
                <a:ext cx="896" cy="1267"/>
              </a:xfrm>
              <a:custGeom>
                <a:avLst/>
                <a:gdLst>
                  <a:gd name="T0" fmla="*/ 0 w 2389"/>
                  <a:gd name="T1" fmla="*/ 1267 h 3380"/>
                  <a:gd name="T2" fmla="*/ 896 w 2389"/>
                  <a:gd name="T3" fmla="*/ 371 h 3380"/>
                  <a:gd name="T4" fmla="*/ 0 w 2389"/>
                  <a:gd name="T5" fmla="*/ 0 h 3380"/>
                  <a:gd name="T6" fmla="*/ 0 w 2389"/>
                  <a:gd name="T7" fmla="*/ 0 h 3380"/>
                  <a:gd name="T8" fmla="*/ 0 w 2389"/>
                  <a:gd name="T9" fmla="*/ 1267 h 3380"/>
                  <a:gd name="T10" fmla="*/ 0 60000 65536"/>
                  <a:gd name="T11" fmla="*/ 0 60000 65536"/>
                  <a:gd name="T12" fmla="*/ 0 60000 65536"/>
                  <a:gd name="T13" fmla="*/ 0 60000 65536"/>
                  <a:gd name="T14" fmla="*/ 0 60000 65536"/>
                  <a:gd name="T15" fmla="*/ 0 w 2389"/>
                  <a:gd name="T16" fmla="*/ 0 h 3380"/>
                  <a:gd name="T17" fmla="*/ 2389 w 2389"/>
                  <a:gd name="T18" fmla="*/ 3380 h 3380"/>
                </a:gdLst>
                <a:ahLst/>
                <a:cxnLst>
                  <a:cxn ang="T10">
                    <a:pos x="T0" y="T1"/>
                  </a:cxn>
                  <a:cxn ang="T11">
                    <a:pos x="T2" y="T3"/>
                  </a:cxn>
                  <a:cxn ang="T12">
                    <a:pos x="T4" y="T5"/>
                  </a:cxn>
                  <a:cxn ang="T13">
                    <a:pos x="T6" y="T7"/>
                  </a:cxn>
                  <a:cxn ang="T14">
                    <a:pos x="T8" y="T9"/>
                  </a:cxn>
                </a:cxnLst>
                <a:rect l="T15" t="T16" r="T17" b="T18"/>
                <a:pathLst>
                  <a:path w="2389" h="3380">
                    <a:moveTo>
                      <a:pt x="0" y="3380"/>
                    </a:moveTo>
                    <a:lnTo>
                      <a:pt x="2389" y="990"/>
                    </a:lnTo>
                    <a:cubicBezTo>
                      <a:pt x="1755" y="356"/>
                      <a:pt x="896" y="0"/>
                      <a:pt x="0" y="0"/>
                    </a:cubicBezTo>
                    <a:lnTo>
                      <a:pt x="0" y="3380"/>
                    </a:lnTo>
                    <a:close/>
                  </a:path>
                </a:pathLst>
              </a:custGeom>
              <a:solidFill>
                <a:srgbClr val="D9D9D9"/>
              </a:solidFill>
              <a:ln w="0">
                <a:solidFill>
                  <a:srgbClr val="000000"/>
                </a:solidFill>
                <a:prstDash val="solid"/>
                <a:round/>
                <a:headEnd/>
                <a:tailEnd/>
              </a:ln>
            </p:spPr>
            <p:txBody>
              <a:bodyPr/>
              <a:lstStyle/>
              <a:p>
                <a:endParaRPr lang="en-US" sz="1800" dirty="0"/>
              </a:p>
            </p:txBody>
          </p:sp>
          <p:sp>
            <p:nvSpPr>
              <p:cNvPr id="46" name="Freeform 30"/>
              <p:cNvSpPr>
                <a:spLocks/>
              </p:cNvSpPr>
              <p:nvPr/>
            </p:nvSpPr>
            <p:spPr bwMode="auto">
              <a:xfrm>
                <a:off x="2860" y="2236"/>
                <a:ext cx="1267" cy="896"/>
              </a:xfrm>
              <a:custGeom>
                <a:avLst/>
                <a:gdLst>
                  <a:gd name="T0" fmla="*/ 0 w 3379"/>
                  <a:gd name="T1" fmla="*/ 0 h 2389"/>
                  <a:gd name="T2" fmla="*/ 896 w 3379"/>
                  <a:gd name="T3" fmla="*/ 896 h 2389"/>
                  <a:gd name="T4" fmla="*/ 1267 w 3379"/>
                  <a:gd name="T5" fmla="*/ 0 h 2389"/>
                  <a:gd name="T6" fmla="*/ 1267 w 3379"/>
                  <a:gd name="T7" fmla="*/ 0 h 2389"/>
                  <a:gd name="T8" fmla="*/ 0 w 3379"/>
                  <a:gd name="T9" fmla="*/ 0 h 2389"/>
                  <a:gd name="T10" fmla="*/ 0 60000 65536"/>
                  <a:gd name="T11" fmla="*/ 0 60000 65536"/>
                  <a:gd name="T12" fmla="*/ 0 60000 65536"/>
                  <a:gd name="T13" fmla="*/ 0 60000 65536"/>
                  <a:gd name="T14" fmla="*/ 0 60000 65536"/>
                  <a:gd name="T15" fmla="*/ 0 w 3379"/>
                  <a:gd name="T16" fmla="*/ 0 h 2389"/>
                  <a:gd name="T17" fmla="*/ 3379 w 3379"/>
                  <a:gd name="T18" fmla="*/ 2389 h 2389"/>
                </a:gdLst>
                <a:ahLst/>
                <a:cxnLst>
                  <a:cxn ang="T10">
                    <a:pos x="T0" y="T1"/>
                  </a:cxn>
                  <a:cxn ang="T11">
                    <a:pos x="T2" y="T3"/>
                  </a:cxn>
                  <a:cxn ang="T12">
                    <a:pos x="T4" y="T5"/>
                  </a:cxn>
                  <a:cxn ang="T13">
                    <a:pos x="T6" y="T7"/>
                  </a:cxn>
                  <a:cxn ang="T14">
                    <a:pos x="T8" y="T9"/>
                  </a:cxn>
                </a:cxnLst>
                <a:rect l="T15" t="T16" r="T17" b="T18"/>
                <a:pathLst>
                  <a:path w="3379" h="2389">
                    <a:moveTo>
                      <a:pt x="0" y="0"/>
                    </a:moveTo>
                    <a:lnTo>
                      <a:pt x="2389" y="2389"/>
                    </a:lnTo>
                    <a:cubicBezTo>
                      <a:pt x="3023" y="1755"/>
                      <a:pt x="3379" y="896"/>
                      <a:pt x="3379" y="0"/>
                    </a:cubicBezTo>
                    <a:lnTo>
                      <a:pt x="0" y="0"/>
                    </a:lnTo>
                    <a:close/>
                  </a:path>
                </a:pathLst>
              </a:custGeom>
              <a:solidFill>
                <a:srgbClr val="BCBCBC"/>
              </a:solidFill>
              <a:ln w="0">
                <a:solidFill>
                  <a:srgbClr val="000000"/>
                </a:solidFill>
                <a:prstDash val="solid"/>
                <a:round/>
                <a:headEnd/>
                <a:tailEnd/>
              </a:ln>
            </p:spPr>
            <p:txBody>
              <a:bodyPr/>
              <a:lstStyle/>
              <a:p>
                <a:endParaRPr lang="en-US" sz="1800" dirty="0"/>
              </a:p>
            </p:txBody>
          </p:sp>
          <p:sp>
            <p:nvSpPr>
              <p:cNvPr id="47" name="Freeform 31"/>
              <p:cNvSpPr>
                <a:spLocks/>
              </p:cNvSpPr>
              <p:nvPr/>
            </p:nvSpPr>
            <p:spPr bwMode="auto">
              <a:xfrm>
                <a:off x="2860" y="1340"/>
                <a:ext cx="1267" cy="896"/>
              </a:xfrm>
              <a:custGeom>
                <a:avLst/>
                <a:gdLst>
                  <a:gd name="T0" fmla="*/ 0 w 3379"/>
                  <a:gd name="T1" fmla="*/ 896 h 2390"/>
                  <a:gd name="T2" fmla="*/ 1267 w 3379"/>
                  <a:gd name="T3" fmla="*/ 896 h 2390"/>
                  <a:gd name="T4" fmla="*/ 896 w 3379"/>
                  <a:gd name="T5" fmla="*/ 0 h 2390"/>
                  <a:gd name="T6" fmla="*/ 896 w 3379"/>
                  <a:gd name="T7" fmla="*/ 0 h 2390"/>
                  <a:gd name="T8" fmla="*/ 0 w 3379"/>
                  <a:gd name="T9" fmla="*/ 896 h 2390"/>
                  <a:gd name="T10" fmla="*/ 0 60000 65536"/>
                  <a:gd name="T11" fmla="*/ 0 60000 65536"/>
                  <a:gd name="T12" fmla="*/ 0 60000 65536"/>
                  <a:gd name="T13" fmla="*/ 0 60000 65536"/>
                  <a:gd name="T14" fmla="*/ 0 60000 65536"/>
                  <a:gd name="T15" fmla="*/ 0 w 3379"/>
                  <a:gd name="T16" fmla="*/ 0 h 2390"/>
                  <a:gd name="T17" fmla="*/ 3379 w 3379"/>
                  <a:gd name="T18" fmla="*/ 2390 h 2390"/>
                </a:gdLst>
                <a:ahLst/>
                <a:cxnLst>
                  <a:cxn ang="T10">
                    <a:pos x="T0" y="T1"/>
                  </a:cxn>
                  <a:cxn ang="T11">
                    <a:pos x="T2" y="T3"/>
                  </a:cxn>
                  <a:cxn ang="T12">
                    <a:pos x="T4" y="T5"/>
                  </a:cxn>
                  <a:cxn ang="T13">
                    <a:pos x="T6" y="T7"/>
                  </a:cxn>
                  <a:cxn ang="T14">
                    <a:pos x="T8" y="T9"/>
                  </a:cxn>
                </a:cxnLst>
                <a:rect l="T15" t="T16" r="T17" b="T18"/>
                <a:pathLst>
                  <a:path w="3379" h="2390">
                    <a:moveTo>
                      <a:pt x="0" y="2390"/>
                    </a:moveTo>
                    <a:lnTo>
                      <a:pt x="3379" y="2390"/>
                    </a:lnTo>
                    <a:cubicBezTo>
                      <a:pt x="3379" y="1493"/>
                      <a:pt x="3023" y="634"/>
                      <a:pt x="2389" y="0"/>
                    </a:cubicBezTo>
                    <a:lnTo>
                      <a:pt x="0" y="2390"/>
                    </a:lnTo>
                    <a:close/>
                  </a:path>
                </a:pathLst>
              </a:custGeom>
              <a:solidFill>
                <a:srgbClr val="C8C8C8"/>
              </a:solidFill>
              <a:ln w="0">
                <a:solidFill>
                  <a:srgbClr val="000000"/>
                </a:solidFill>
                <a:prstDash val="solid"/>
                <a:round/>
                <a:headEnd/>
                <a:tailEnd/>
              </a:ln>
            </p:spPr>
            <p:txBody>
              <a:bodyPr/>
              <a:lstStyle/>
              <a:p>
                <a:endParaRPr lang="en-US" sz="1800" dirty="0"/>
              </a:p>
            </p:txBody>
          </p:sp>
          <p:sp>
            <p:nvSpPr>
              <p:cNvPr id="48" name="Freeform 32"/>
              <p:cNvSpPr>
                <a:spLocks/>
              </p:cNvSpPr>
              <p:nvPr/>
            </p:nvSpPr>
            <p:spPr bwMode="auto">
              <a:xfrm>
                <a:off x="2860" y="2236"/>
                <a:ext cx="896" cy="1267"/>
              </a:xfrm>
              <a:custGeom>
                <a:avLst/>
                <a:gdLst>
                  <a:gd name="T0" fmla="*/ 0 w 2389"/>
                  <a:gd name="T1" fmla="*/ 0 h 3379"/>
                  <a:gd name="T2" fmla="*/ 0 w 2389"/>
                  <a:gd name="T3" fmla="*/ 1267 h 3379"/>
                  <a:gd name="T4" fmla="*/ 896 w 2389"/>
                  <a:gd name="T5" fmla="*/ 896 h 3379"/>
                  <a:gd name="T6" fmla="*/ 896 w 2389"/>
                  <a:gd name="T7" fmla="*/ 896 h 3379"/>
                  <a:gd name="T8" fmla="*/ 0 w 2389"/>
                  <a:gd name="T9" fmla="*/ 0 h 3379"/>
                  <a:gd name="T10" fmla="*/ 0 60000 65536"/>
                  <a:gd name="T11" fmla="*/ 0 60000 65536"/>
                  <a:gd name="T12" fmla="*/ 0 60000 65536"/>
                  <a:gd name="T13" fmla="*/ 0 60000 65536"/>
                  <a:gd name="T14" fmla="*/ 0 60000 65536"/>
                  <a:gd name="T15" fmla="*/ 0 w 2389"/>
                  <a:gd name="T16" fmla="*/ 0 h 3379"/>
                  <a:gd name="T17" fmla="*/ 2389 w 2389"/>
                  <a:gd name="T18" fmla="*/ 3379 h 3379"/>
                </a:gdLst>
                <a:ahLst/>
                <a:cxnLst>
                  <a:cxn ang="T10">
                    <a:pos x="T0" y="T1"/>
                  </a:cxn>
                  <a:cxn ang="T11">
                    <a:pos x="T2" y="T3"/>
                  </a:cxn>
                  <a:cxn ang="T12">
                    <a:pos x="T4" y="T5"/>
                  </a:cxn>
                  <a:cxn ang="T13">
                    <a:pos x="T6" y="T7"/>
                  </a:cxn>
                  <a:cxn ang="T14">
                    <a:pos x="T8" y="T9"/>
                  </a:cxn>
                </a:cxnLst>
                <a:rect l="T15" t="T16" r="T17" b="T18"/>
                <a:pathLst>
                  <a:path w="2389" h="3379">
                    <a:moveTo>
                      <a:pt x="0" y="0"/>
                    </a:moveTo>
                    <a:lnTo>
                      <a:pt x="0" y="3379"/>
                    </a:lnTo>
                    <a:cubicBezTo>
                      <a:pt x="896" y="3379"/>
                      <a:pt x="1755" y="3023"/>
                      <a:pt x="2389" y="2389"/>
                    </a:cubicBezTo>
                    <a:lnTo>
                      <a:pt x="0" y="0"/>
                    </a:lnTo>
                    <a:close/>
                  </a:path>
                </a:pathLst>
              </a:custGeom>
              <a:solidFill>
                <a:srgbClr val="808080"/>
              </a:solidFill>
              <a:ln w="0">
                <a:solidFill>
                  <a:srgbClr val="000000"/>
                </a:solidFill>
                <a:prstDash val="solid"/>
                <a:round/>
                <a:headEnd/>
                <a:tailEnd/>
              </a:ln>
            </p:spPr>
            <p:txBody>
              <a:bodyPr/>
              <a:lstStyle/>
              <a:p>
                <a:endParaRPr lang="en-US" sz="1800" dirty="0"/>
              </a:p>
            </p:txBody>
          </p:sp>
          <p:sp>
            <p:nvSpPr>
              <p:cNvPr id="49" name="Rectangle 37"/>
              <p:cNvSpPr>
                <a:spLocks noChangeArrowheads="1"/>
              </p:cNvSpPr>
              <p:nvPr/>
            </p:nvSpPr>
            <p:spPr bwMode="auto">
              <a:xfrm>
                <a:off x="3386" y="2442"/>
                <a:ext cx="557" cy="128"/>
              </a:xfrm>
              <a:prstGeom prst="rect">
                <a:avLst/>
              </a:prstGeom>
              <a:noFill/>
              <a:ln w="9525">
                <a:noFill/>
                <a:miter lim="800000"/>
                <a:headEnd/>
                <a:tailEnd/>
              </a:ln>
            </p:spPr>
            <p:txBody>
              <a:bodyPr wrap="none" lIns="0" tIns="0" rIns="0" bIns="0">
                <a:spAutoFit/>
              </a:bodyPr>
              <a:lstStyle/>
              <a:p>
                <a:pPr marL="119063" indent="-119063"/>
                <a:r>
                  <a:rPr lang="en-US" sz="1100" b="0" dirty="0">
                    <a:solidFill>
                      <a:srgbClr val="000000"/>
                    </a:solidFill>
                    <a:ea typeface="Arial Unicode MS" pitchFamily="34" charset="-128"/>
                    <a:cs typeface="Arial Unicode MS" pitchFamily="34" charset="-128"/>
                  </a:rPr>
                  <a:t>Governance</a:t>
                </a:r>
                <a:endParaRPr lang="en-US" sz="1800" dirty="0">
                  <a:ea typeface="Arial Unicode MS" pitchFamily="34" charset="-128"/>
                  <a:cs typeface="Arial Unicode MS" pitchFamily="34" charset="-128"/>
                </a:endParaRPr>
              </a:p>
            </p:txBody>
          </p:sp>
          <p:sp>
            <p:nvSpPr>
              <p:cNvPr id="50" name="Rectangle 38"/>
              <p:cNvSpPr>
                <a:spLocks noChangeArrowheads="1"/>
              </p:cNvSpPr>
              <p:nvPr/>
            </p:nvSpPr>
            <p:spPr bwMode="auto">
              <a:xfrm>
                <a:off x="2951" y="1302"/>
                <a:ext cx="444" cy="128"/>
              </a:xfrm>
              <a:prstGeom prst="rect">
                <a:avLst/>
              </a:prstGeom>
              <a:noFill/>
              <a:ln w="9525">
                <a:noFill/>
                <a:miter lim="800000"/>
                <a:headEnd/>
                <a:tailEnd/>
              </a:ln>
            </p:spPr>
            <p:txBody>
              <a:bodyPr wrap="none" lIns="0" tIns="0" rIns="0" bIns="0">
                <a:spAutoFit/>
              </a:bodyPr>
              <a:lstStyle/>
              <a:p>
                <a:pPr marL="119063" indent="-119063"/>
                <a:r>
                  <a:rPr lang="en-US" sz="1100" b="0" dirty="0">
                    <a:solidFill>
                      <a:srgbClr val="000000"/>
                    </a:solidFill>
                    <a:ea typeface="Arial Unicode MS" pitchFamily="34" charset="-128"/>
                    <a:cs typeface="Arial Unicode MS" pitchFamily="34" charset="-128"/>
                  </a:rPr>
                  <a:t>Business </a:t>
                </a:r>
                <a:endParaRPr lang="en-US" sz="1800" dirty="0">
                  <a:ea typeface="Arial Unicode MS" pitchFamily="34" charset="-128"/>
                  <a:cs typeface="Arial Unicode MS" pitchFamily="34" charset="-128"/>
                </a:endParaRPr>
              </a:p>
            </p:txBody>
          </p:sp>
          <p:sp>
            <p:nvSpPr>
              <p:cNvPr id="51" name="Rectangle 39"/>
              <p:cNvSpPr>
                <a:spLocks noChangeArrowheads="1"/>
              </p:cNvSpPr>
              <p:nvPr/>
            </p:nvSpPr>
            <p:spPr bwMode="auto">
              <a:xfrm>
                <a:off x="3384" y="1302"/>
                <a:ext cx="97" cy="128"/>
              </a:xfrm>
              <a:prstGeom prst="rect">
                <a:avLst/>
              </a:prstGeom>
              <a:noFill/>
              <a:ln w="9525">
                <a:noFill/>
                <a:miter lim="800000"/>
                <a:headEnd/>
                <a:tailEnd/>
              </a:ln>
            </p:spPr>
            <p:txBody>
              <a:bodyPr wrap="none" lIns="0" tIns="0" rIns="0" bIns="0">
                <a:spAutoFit/>
              </a:bodyPr>
              <a:lstStyle/>
              <a:p>
                <a:pPr marL="119063" indent="-119063"/>
                <a:r>
                  <a:rPr lang="en-US" sz="1100" b="0" dirty="0">
                    <a:solidFill>
                      <a:srgbClr val="000000"/>
                    </a:solidFill>
                    <a:ea typeface="Arial Unicode MS" pitchFamily="34" charset="-128"/>
                    <a:cs typeface="Arial Unicode MS" pitchFamily="34" charset="-128"/>
                  </a:rPr>
                  <a:t>&amp; </a:t>
                </a:r>
                <a:endParaRPr lang="en-US" sz="1800" dirty="0">
                  <a:ea typeface="Arial Unicode MS" pitchFamily="34" charset="-128"/>
                  <a:cs typeface="Arial Unicode MS" pitchFamily="34" charset="-128"/>
                </a:endParaRPr>
              </a:p>
            </p:txBody>
          </p:sp>
          <p:sp>
            <p:nvSpPr>
              <p:cNvPr id="52" name="Rectangle 40"/>
              <p:cNvSpPr>
                <a:spLocks noChangeArrowheads="1"/>
              </p:cNvSpPr>
              <p:nvPr/>
            </p:nvSpPr>
            <p:spPr bwMode="auto">
              <a:xfrm>
                <a:off x="3013" y="1416"/>
                <a:ext cx="380" cy="128"/>
              </a:xfrm>
              <a:prstGeom prst="rect">
                <a:avLst/>
              </a:prstGeom>
              <a:noFill/>
              <a:ln w="9525">
                <a:noFill/>
                <a:miter lim="800000"/>
                <a:headEnd/>
                <a:tailEnd/>
              </a:ln>
            </p:spPr>
            <p:txBody>
              <a:bodyPr wrap="none" lIns="0" tIns="0" rIns="0" bIns="0">
                <a:spAutoFit/>
              </a:bodyPr>
              <a:lstStyle/>
              <a:p>
                <a:pPr marL="119063" indent="-119063"/>
                <a:r>
                  <a:rPr lang="en-US" sz="1100" b="0" dirty="0">
                    <a:solidFill>
                      <a:srgbClr val="000000"/>
                    </a:solidFill>
                    <a:ea typeface="Arial Unicode MS" pitchFamily="34" charset="-128"/>
                    <a:cs typeface="Arial Unicode MS" pitchFamily="34" charset="-128"/>
                  </a:rPr>
                  <a:t>Strategy</a:t>
                </a:r>
                <a:endParaRPr lang="en-US" sz="1800" dirty="0">
                  <a:ea typeface="Arial Unicode MS" pitchFamily="34" charset="-128"/>
                  <a:cs typeface="Arial Unicode MS" pitchFamily="34" charset="-128"/>
                </a:endParaRPr>
              </a:p>
            </p:txBody>
          </p:sp>
          <p:sp>
            <p:nvSpPr>
              <p:cNvPr id="53" name="Rectangle 41"/>
              <p:cNvSpPr>
                <a:spLocks noChangeArrowheads="1"/>
              </p:cNvSpPr>
              <p:nvPr/>
            </p:nvSpPr>
            <p:spPr bwMode="auto">
              <a:xfrm>
                <a:off x="3402" y="1938"/>
                <a:ext cx="580" cy="128"/>
              </a:xfrm>
              <a:prstGeom prst="rect">
                <a:avLst/>
              </a:prstGeom>
              <a:noFill/>
              <a:ln w="9525">
                <a:noFill/>
                <a:miter lim="800000"/>
                <a:headEnd/>
                <a:tailEnd/>
              </a:ln>
            </p:spPr>
            <p:txBody>
              <a:bodyPr wrap="none" lIns="0" tIns="0" rIns="0" bIns="0">
                <a:spAutoFit/>
              </a:bodyPr>
              <a:lstStyle/>
              <a:p>
                <a:pPr marL="119063" indent="-119063"/>
                <a:r>
                  <a:rPr lang="en-US" sz="1100" b="0" dirty="0">
                    <a:solidFill>
                      <a:srgbClr val="000000"/>
                    </a:solidFill>
                    <a:ea typeface="Arial Unicode MS" pitchFamily="34" charset="-128"/>
                    <a:cs typeface="Arial Unicode MS" pitchFamily="34" charset="-128"/>
                  </a:rPr>
                  <a:t>Organization</a:t>
                </a:r>
                <a:endParaRPr lang="en-US" sz="1800" dirty="0">
                  <a:ea typeface="Arial Unicode MS" pitchFamily="34" charset="-128"/>
                  <a:cs typeface="Arial Unicode MS" pitchFamily="34" charset="-128"/>
                </a:endParaRPr>
              </a:p>
            </p:txBody>
          </p:sp>
          <p:sp>
            <p:nvSpPr>
              <p:cNvPr id="54" name="Rectangle 42"/>
              <p:cNvSpPr>
                <a:spLocks noChangeArrowheads="1"/>
              </p:cNvSpPr>
              <p:nvPr/>
            </p:nvSpPr>
            <p:spPr bwMode="auto">
              <a:xfrm>
                <a:off x="3010" y="2844"/>
                <a:ext cx="370" cy="128"/>
              </a:xfrm>
              <a:prstGeom prst="rect">
                <a:avLst/>
              </a:prstGeom>
              <a:noFill/>
              <a:ln w="9525">
                <a:noFill/>
                <a:miter lim="800000"/>
                <a:headEnd/>
                <a:tailEnd/>
              </a:ln>
            </p:spPr>
            <p:txBody>
              <a:bodyPr wrap="none" lIns="0" tIns="0" rIns="0" bIns="0">
                <a:spAutoFit/>
              </a:bodyPr>
              <a:lstStyle/>
              <a:p>
                <a:pPr marL="119063" indent="-119063"/>
                <a:r>
                  <a:rPr lang="en-US" sz="1100" b="0" dirty="0">
                    <a:solidFill>
                      <a:srgbClr val="000000"/>
                    </a:solidFill>
                    <a:ea typeface="Arial Unicode MS" pitchFamily="34" charset="-128"/>
                    <a:cs typeface="Arial Unicode MS" pitchFamily="34" charset="-128"/>
                  </a:rPr>
                  <a:t>Projects</a:t>
                </a:r>
                <a:endParaRPr lang="en-US" sz="1800" dirty="0">
                  <a:ea typeface="Arial Unicode MS" pitchFamily="34" charset="-128"/>
                  <a:cs typeface="Arial Unicode MS" pitchFamily="34" charset="-128"/>
                </a:endParaRPr>
              </a:p>
            </p:txBody>
          </p:sp>
          <p:sp>
            <p:nvSpPr>
              <p:cNvPr id="55" name="Rectangle 43"/>
              <p:cNvSpPr>
                <a:spLocks noChangeArrowheads="1"/>
              </p:cNvSpPr>
              <p:nvPr/>
            </p:nvSpPr>
            <p:spPr bwMode="auto">
              <a:xfrm>
                <a:off x="3369" y="2844"/>
                <a:ext cx="56" cy="128"/>
              </a:xfrm>
              <a:prstGeom prst="rect">
                <a:avLst/>
              </a:prstGeom>
              <a:noFill/>
              <a:ln w="9525">
                <a:noFill/>
                <a:miter lim="800000"/>
                <a:headEnd/>
                <a:tailEnd/>
              </a:ln>
            </p:spPr>
            <p:txBody>
              <a:bodyPr wrap="none" lIns="0" tIns="0" rIns="0" bIns="0">
                <a:spAutoFit/>
              </a:bodyPr>
              <a:lstStyle/>
              <a:p>
                <a:pPr marL="119063" indent="-119063"/>
                <a:r>
                  <a:rPr lang="en-US" sz="1100" b="0" dirty="0">
                    <a:solidFill>
                      <a:srgbClr val="000000"/>
                    </a:solidFill>
                    <a:ea typeface="Arial Unicode MS" pitchFamily="34" charset="-128"/>
                    <a:cs typeface="Arial Unicode MS" pitchFamily="34" charset="-128"/>
                  </a:rPr>
                  <a:t>, </a:t>
                </a:r>
                <a:endParaRPr lang="en-US" sz="1800" dirty="0">
                  <a:ea typeface="Arial Unicode MS" pitchFamily="34" charset="-128"/>
                  <a:cs typeface="Arial Unicode MS" pitchFamily="34" charset="-128"/>
                </a:endParaRPr>
              </a:p>
            </p:txBody>
          </p:sp>
          <p:sp>
            <p:nvSpPr>
              <p:cNvPr id="56" name="Rectangle 44"/>
              <p:cNvSpPr>
                <a:spLocks noChangeArrowheads="1"/>
              </p:cNvSpPr>
              <p:nvPr/>
            </p:nvSpPr>
            <p:spPr bwMode="auto">
              <a:xfrm>
                <a:off x="2947" y="2958"/>
                <a:ext cx="455" cy="128"/>
              </a:xfrm>
              <a:prstGeom prst="rect">
                <a:avLst/>
              </a:prstGeom>
              <a:noFill/>
              <a:ln w="9525">
                <a:noFill/>
                <a:miter lim="800000"/>
                <a:headEnd/>
                <a:tailEnd/>
              </a:ln>
            </p:spPr>
            <p:txBody>
              <a:bodyPr wrap="none" lIns="0" tIns="0" rIns="0" bIns="0">
                <a:spAutoFit/>
              </a:bodyPr>
              <a:lstStyle/>
              <a:p>
                <a:pPr marL="119063" indent="-119063"/>
                <a:r>
                  <a:rPr lang="en-US" sz="1100" b="0" dirty="0">
                    <a:solidFill>
                      <a:srgbClr val="000000"/>
                    </a:solidFill>
                    <a:ea typeface="Arial Unicode MS" pitchFamily="34" charset="-128"/>
                    <a:cs typeface="Arial Unicode MS" pitchFamily="34" charset="-128"/>
                  </a:rPr>
                  <a:t>Portfolios </a:t>
                </a:r>
                <a:endParaRPr lang="en-US" sz="1800" dirty="0">
                  <a:ea typeface="Arial Unicode MS" pitchFamily="34" charset="-128"/>
                  <a:cs typeface="Arial Unicode MS" pitchFamily="34" charset="-128"/>
                </a:endParaRPr>
              </a:p>
            </p:txBody>
          </p:sp>
          <p:sp>
            <p:nvSpPr>
              <p:cNvPr id="57" name="Rectangle 45"/>
              <p:cNvSpPr>
                <a:spLocks noChangeArrowheads="1"/>
              </p:cNvSpPr>
              <p:nvPr/>
            </p:nvSpPr>
            <p:spPr bwMode="auto">
              <a:xfrm>
                <a:off x="3384" y="2958"/>
                <a:ext cx="97" cy="128"/>
              </a:xfrm>
              <a:prstGeom prst="rect">
                <a:avLst/>
              </a:prstGeom>
              <a:noFill/>
              <a:ln w="9525">
                <a:noFill/>
                <a:miter lim="800000"/>
                <a:headEnd/>
                <a:tailEnd/>
              </a:ln>
            </p:spPr>
            <p:txBody>
              <a:bodyPr wrap="none" lIns="0" tIns="0" rIns="0" bIns="0">
                <a:spAutoFit/>
              </a:bodyPr>
              <a:lstStyle/>
              <a:p>
                <a:pPr marL="119063" indent="-119063"/>
                <a:r>
                  <a:rPr lang="en-US" sz="1100" b="0" dirty="0">
                    <a:solidFill>
                      <a:srgbClr val="000000"/>
                    </a:solidFill>
                    <a:ea typeface="Arial Unicode MS" pitchFamily="34" charset="-128"/>
                    <a:cs typeface="Arial Unicode MS" pitchFamily="34" charset="-128"/>
                  </a:rPr>
                  <a:t>&amp; </a:t>
                </a:r>
                <a:endParaRPr lang="en-US" sz="1800" dirty="0">
                  <a:ea typeface="Arial Unicode MS" pitchFamily="34" charset="-128"/>
                  <a:cs typeface="Arial Unicode MS" pitchFamily="34" charset="-128"/>
                </a:endParaRPr>
              </a:p>
            </p:txBody>
          </p:sp>
          <p:sp>
            <p:nvSpPr>
              <p:cNvPr id="58" name="Rectangle 46"/>
              <p:cNvSpPr>
                <a:spLocks noChangeArrowheads="1"/>
              </p:cNvSpPr>
              <p:nvPr/>
            </p:nvSpPr>
            <p:spPr bwMode="auto">
              <a:xfrm>
                <a:off x="3013" y="3072"/>
                <a:ext cx="393" cy="128"/>
              </a:xfrm>
              <a:prstGeom prst="rect">
                <a:avLst/>
              </a:prstGeom>
              <a:noFill/>
              <a:ln w="9525">
                <a:noFill/>
                <a:miter lim="800000"/>
                <a:headEnd/>
                <a:tailEnd/>
              </a:ln>
            </p:spPr>
            <p:txBody>
              <a:bodyPr wrap="none" lIns="0" tIns="0" rIns="0" bIns="0">
                <a:spAutoFit/>
              </a:bodyPr>
              <a:lstStyle/>
              <a:p>
                <a:pPr marL="119063" indent="-119063"/>
                <a:r>
                  <a:rPr lang="en-US" sz="1100" b="0" dirty="0">
                    <a:solidFill>
                      <a:srgbClr val="000000"/>
                    </a:solidFill>
                    <a:ea typeface="Arial Unicode MS" pitchFamily="34" charset="-128"/>
                    <a:cs typeface="Arial Unicode MS" pitchFamily="34" charset="-128"/>
                  </a:rPr>
                  <a:t>Services</a:t>
                </a:r>
                <a:endParaRPr lang="en-US" sz="1800" dirty="0">
                  <a:ea typeface="Arial Unicode MS" pitchFamily="34" charset="-128"/>
                  <a:cs typeface="Arial Unicode MS" pitchFamily="34" charset="-128"/>
                </a:endParaRPr>
              </a:p>
            </p:txBody>
          </p:sp>
          <p:sp>
            <p:nvSpPr>
              <p:cNvPr id="59" name="Line 58"/>
              <p:cNvSpPr>
                <a:spLocks noChangeShapeType="1"/>
              </p:cNvSpPr>
              <p:nvPr/>
            </p:nvSpPr>
            <p:spPr bwMode="auto">
              <a:xfrm>
                <a:off x="4238" y="979"/>
                <a:ext cx="0" cy="2508"/>
              </a:xfrm>
              <a:prstGeom prst="line">
                <a:avLst/>
              </a:prstGeom>
              <a:noFill/>
              <a:ln w="9525">
                <a:solidFill>
                  <a:schemeClr val="tx1"/>
                </a:solidFill>
                <a:round/>
                <a:headEnd type="triangle" w="med" len="med"/>
                <a:tailEnd type="triangle" w="med" len="med"/>
              </a:ln>
            </p:spPr>
            <p:txBody>
              <a:bodyPr lIns="92075" tIns="46038" rIns="92075" bIns="46038">
                <a:spAutoFit/>
              </a:bodyPr>
              <a:lstStyle/>
              <a:p>
                <a:endParaRPr lang="en-US" sz="1800" dirty="0"/>
              </a:p>
            </p:txBody>
          </p:sp>
          <p:sp>
            <p:nvSpPr>
              <p:cNvPr id="60" name="Text Box 59"/>
              <p:cNvSpPr txBox="1">
                <a:spLocks noChangeArrowheads="1"/>
              </p:cNvSpPr>
              <p:nvPr/>
            </p:nvSpPr>
            <p:spPr bwMode="auto">
              <a:xfrm>
                <a:off x="3926" y="1247"/>
                <a:ext cx="623" cy="287"/>
              </a:xfrm>
              <a:prstGeom prst="rect">
                <a:avLst/>
              </a:prstGeom>
              <a:solidFill>
                <a:schemeClr val="bg1"/>
              </a:solidFill>
              <a:ln w="9525" algn="ctr">
                <a:noFill/>
                <a:miter lim="800000"/>
                <a:headEnd/>
                <a:tailEnd/>
              </a:ln>
            </p:spPr>
            <p:txBody>
              <a:bodyPr lIns="0" tIns="46038" rIns="0" bIns="46038">
                <a:spAutoFit/>
              </a:bodyPr>
              <a:lstStyle/>
              <a:p>
                <a:pPr marL="119063" indent="-119063">
                  <a:spcBef>
                    <a:spcPct val="0"/>
                  </a:spcBef>
                </a:pPr>
                <a:r>
                  <a:rPr lang="en-US" sz="900" dirty="0"/>
                  <a:t>Organizational</a:t>
                </a:r>
              </a:p>
              <a:p>
                <a:pPr marL="119063" indent="-119063">
                  <a:spcBef>
                    <a:spcPct val="0"/>
                  </a:spcBef>
                </a:pPr>
                <a:r>
                  <a:rPr lang="en-US" sz="900" dirty="0"/>
                  <a:t>Disciplines</a:t>
                </a:r>
              </a:p>
            </p:txBody>
          </p:sp>
        </p:grpSp>
      </p:grpSp>
      <p:sp>
        <p:nvSpPr>
          <p:cNvPr id="61" name="Line 55"/>
          <p:cNvSpPr>
            <a:spLocks noChangeShapeType="1"/>
          </p:cNvSpPr>
          <p:nvPr/>
        </p:nvSpPr>
        <p:spPr bwMode="auto">
          <a:xfrm flipV="1">
            <a:off x="5875339" y="2043953"/>
            <a:ext cx="4568600" cy="0"/>
          </a:xfrm>
          <a:prstGeom prst="line">
            <a:avLst/>
          </a:prstGeom>
          <a:noFill/>
          <a:ln w="28575">
            <a:solidFill>
              <a:schemeClr val="tx1"/>
            </a:solidFill>
            <a:round/>
            <a:headEnd/>
            <a:tailEnd/>
          </a:ln>
        </p:spPr>
        <p:txBody>
          <a:bodyPr wrap="square" lIns="92075" tIns="46038" rIns="92075" bIns="46038">
            <a:spAutoFit/>
          </a:bodyPr>
          <a:lstStyle/>
          <a:p>
            <a:endParaRPr lang="en-US" dirty="0"/>
          </a:p>
        </p:txBody>
      </p:sp>
      <p:grpSp>
        <p:nvGrpSpPr>
          <p:cNvPr id="62" name="Group 66"/>
          <p:cNvGrpSpPr>
            <a:grpSpLocks/>
          </p:cNvGrpSpPr>
          <p:nvPr/>
        </p:nvGrpSpPr>
        <p:grpSpPr bwMode="auto">
          <a:xfrm>
            <a:off x="6065576" y="2068116"/>
            <a:ext cx="2175634" cy="3017044"/>
            <a:chOff x="1230" y="969"/>
            <a:chExt cx="1698" cy="2534"/>
          </a:xfrm>
        </p:grpSpPr>
        <p:sp>
          <p:nvSpPr>
            <p:cNvPr id="63" name="Freeform 33"/>
            <p:cNvSpPr>
              <a:spLocks/>
            </p:cNvSpPr>
            <p:nvPr/>
          </p:nvSpPr>
          <p:spPr bwMode="auto">
            <a:xfrm>
              <a:off x="1964" y="969"/>
              <a:ext cx="896" cy="1267"/>
            </a:xfrm>
            <a:custGeom>
              <a:avLst/>
              <a:gdLst>
                <a:gd name="T0" fmla="*/ 896 w 2390"/>
                <a:gd name="T1" fmla="*/ 1267 h 3380"/>
                <a:gd name="T2" fmla="*/ 896 w 2390"/>
                <a:gd name="T3" fmla="*/ 0 h 3380"/>
                <a:gd name="T4" fmla="*/ 0 w 2390"/>
                <a:gd name="T5" fmla="*/ 371 h 3380"/>
                <a:gd name="T6" fmla="*/ 0 w 2390"/>
                <a:gd name="T7" fmla="*/ 371 h 3380"/>
                <a:gd name="T8" fmla="*/ 896 w 2390"/>
                <a:gd name="T9" fmla="*/ 1267 h 3380"/>
                <a:gd name="T10" fmla="*/ 0 60000 65536"/>
                <a:gd name="T11" fmla="*/ 0 60000 65536"/>
                <a:gd name="T12" fmla="*/ 0 60000 65536"/>
                <a:gd name="T13" fmla="*/ 0 60000 65536"/>
                <a:gd name="T14" fmla="*/ 0 60000 65536"/>
                <a:gd name="T15" fmla="*/ 0 w 2390"/>
                <a:gd name="T16" fmla="*/ 0 h 3380"/>
                <a:gd name="T17" fmla="*/ 2390 w 2390"/>
                <a:gd name="T18" fmla="*/ 3380 h 3380"/>
              </a:gdLst>
              <a:ahLst/>
              <a:cxnLst>
                <a:cxn ang="T10">
                  <a:pos x="T0" y="T1"/>
                </a:cxn>
                <a:cxn ang="T11">
                  <a:pos x="T2" y="T3"/>
                </a:cxn>
                <a:cxn ang="T12">
                  <a:pos x="T4" y="T5"/>
                </a:cxn>
                <a:cxn ang="T13">
                  <a:pos x="T6" y="T7"/>
                </a:cxn>
                <a:cxn ang="T14">
                  <a:pos x="T8" y="T9"/>
                </a:cxn>
              </a:cxnLst>
              <a:rect l="T15" t="T16" r="T17" b="T18"/>
              <a:pathLst>
                <a:path w="2390" h="3380">
                  <a:moveTo>
                    <a:pt x="2390" y="3380"/>
                  </a:moveTo>
                  <a:lnTo>
                    <a:pt x="2390" y="0"/>
                  </a:lnTo>
                  <a:cubicBezTo>
                    <a:pt x="1493" y="0"/>
                    <a:pt x="634" y="356"/>
                    <a:pt x="0" y="990"/>
                  </a:cubicBezTo>
                  <a:lnTo>
                    <a:pt x="2390" y="3380"/>
                  </a:lnTo>
                  <a:close/>
                </a:path>
              </a:pathLst>
            </a:custGeom>
            <a:solidFill>
              <a:srgbClr val="FFBBBB"/>
            </a:solidFill>
            <a:ln w="0">
              <a:solidFill>
                <a:srgbClr val="000000"/>
              </a:solidFill>
              <a:prstDash val="solid"/>
              <a:round/>
              <a:headEnd/>
              <a:tailEnd/>
            </a:ln>
          </p:spPr>
          <p:txBody>
            <a:bodyPr/>
            <a:lstStyle/>
            <a:p>
              <a:endParaRPr lang="en-US" sz="1800" dirty="0"/>
            </a:p>
          </p:txBody>
        </p:sp>
        <p:sp>
          <p:nvSpPr>
            <p:cNvPr id="64" name="Freeform 34"/>
            <p:cNvSpPr>
              <a:spLocks/>
            </p:cNvSpPr>
            <p:nvPr/>
          </p:nvSpPr>
          <p:spPr bwMode="auto">
            <a:xfrm>
              <a:off x="1593" y="1340"/>
              <a:ext cx="1267" cy="896"/>
            </a:xfrm>
            <a:custGeom>
              <a:avLst/>
              <a:gdLst>
                <a:gd name="T0" fmla="*/ 1267 w 3380"/>
                <a:gd name="T1" fmla="*/ 896 h 2390"/>
                <a:gd name="T2" fmla="*/ 371 w 3380"/>
                <a:gd name="T3" fmla="*/ 0 h 2390"/>
                <a:gd name="T4" fmla="*/ 0 w 3380"/>
                <a:gd name="T5" fmla="*/ 896 h 2390"/>
                <a:gd name="T6" fmla="*/ 0 w 3380"/>
                <a:gd name="T7" fmla="*/ 896 h 2390"/>
                <a:gd name="T8" fmla="*/ 1267 w 3380"/>
                <a:gd name="T9" fmla="*/ 896 h 2390"/>
                <a:gd name="T10" fmla="*/ 0 60000 65536"/>
                <a:gd name="T11" fmla="*/ 0 60000 65536"/>
                <a:gd name="T12" fmla="*/ 0 60000 65536"/>
                <a:gd name="T13" fmla="*/ 0 60000 65536"/>
                <a:gd name="T14" fmla="*/ 0 60000 65536"/>
                <a:gd name="T15" fmla="*/ 0 w 3380"/>
                <a:gd name="T16" fmla="*/ 0 h 2390"/>
                <a:gd name="T17" fmla="*/ 3380 w 3380"/>
                <a:gd name="T18" fmla="*/ 2390 h 2390"/>
              </a:gdLst>
              <a:ahLst/>
              <a:cxnLst>
                <a:cxn ang="T10">
                  <a:pos x="T0" y="T1"/>
                </a:cxn>
                <a:cxn ang="T11">
                  <a:pos x="T2" y="T3"/>
                </a:cxn>
                <a:cxn ang="T12">
                  <a:pos x="T4" y="T5"/>
                </a:cxn>
                <a:cxn ang="T13">
                  <a:pos x="T6" y="T7"/>
                </a:cxn>
                <a:cxn ang="T14">
                  <a:pos x="T8" y="T9"/>
                </a:cxn>
              </a:cxnLst>
              <a:rect l="T15" t="T16" r="T17" b="T18"/>
              <a:pathLst>
                <a:path w="3380" h="2390">
                  <a:moveTo>
                    <a:pt x="3380" y="2390"/>
                  </a:moveTo>
                  <a:lnTo>
                    <a:pt x="990" y="0"/>
                  </a:lnTo>
                  <a:cubicBezTo>
                    <a:pt x="356" y="634"/>
                    <a:pt x="0" y="1493"/>
                    <a:pt x="0" y="2390"/>
                  </a:cubicBezTo>
                  <a:lnTo>
                    <a:pt x="3380" y="2390"/>
                  </a:lnTo>
                  <a:close/>
                </a:path>
              </a:pathLst>
            </a:custGeom>
            <a:solidFill>
              <a:srgbClr val="FF9393"/>
            </a:solidFill>
            <a:ln w="0">
              <a:solidFill>
                <a:srgbClr val="000000"/>
              </a:solidFill>
              <a:prstDash val="solid"/>
              <a:round/>
              <a:headEnd/>
              <a:tailEnd/>
            </a:ln>
          </p:spPr>
          <p:txBody>
            <a:bodyPr/>
            <a:lstStyle/>
            <a:p>
              <a:endParaRPr lang="en-US" sz="1800" dirty="0"/>
            </a:p>
          </p:txBody>
        </p:sp>
        <p:sp>
          <p:nvSpPr>
            <p:cNvPr id="65" name="Freeform 35"/>
            <p:cNvSpPr>
              <a:spLocks/>
            </p:cNvSpPr>
            <p:nvPr/>
          </p:nvSpPr>
          <p:spPr bwMode="auto">
            <a:xfrm>
              <a:off x="1593" y="2236"/>
              <a:ext cx="1267" cy="896"/>
            </a:xfrm>
            <a:custGeom>
              <a:avLst/>
              <a:gdLst>
                <a:gd name="T0" fmla="*/ 1267 w 3380"/>
                <a:gd name="T1" fmla="*/ 0 h 2389"/>
                <a:gd name="T2" fmla="*/ 0 w 3380"/>
                <a:gd name="T3" fmla="*/ 0 h 2389"/>
                <a:gd name="T4" fmla="*/ 371 w 3380"/>
                <a:gd name="T5" fmla="*/ 896 h 2389"/>
                <a:gd name="T6" fmla="*/ 371 w 3380"/>
                <a:gd name="T7" fmla="*/ 896 h 2389"/>
                <a:gd name="T8" fmla="*/ 1267 w 3380"/>
                <a:gd name="T9" fmla="*/ 0 h 2389"/>
                <a:gd name="T10" fmla="*/ 0 60000 65536"/>
                <a:gd name="T11" fmla="*/ 0 60000 65536"/>
                <a:gd name="T12" fmla="*/ 0 60000 65536"/>
                <a:gd name="T13" fmla="*/ 0 60000 65536"/>
                <a:gd name="T14" fmla="*/ 0 60000 65536"/>
                <a:gd name="T15" fmla="*/ 0 w 3380"/>
                <a:gd name="T16" fmla="*/ 0 h 2389"/>
                <a:gd name="T17" fmla="*/ 3380 w 3380"/>
                <a:gd name="T18" fmla="*/ 2389 h 2389"/>
              </a:gdLst>
              <a:ahLst/>
              <a:cxnLst>
                <a:cxn ang="T10">
                  <a:pos x="T0" y="T1"/>
                </a:cxn>
                <a:cxn ang="T11">
                  <a:pos x="T2" y="T3"/>
                </a:cxn>
                <a:cxn ang="T12">
                  <a:pos x="T4" y="T5"/>
                </a:cxn>
                <a:cxn ang="T13">
                  <a:pos x="T6" y="T7"/>
                </a:cxn>
                <a:cxn ang="T14">
                  <a:pos x="T8" y="T9"/>
                </a:cxn>
              </a:cxnLst>
              <a:rect l="T15" t="T16" r="T17" b="T18"/>
              <a:pathLst>
                <a:path w="3380" h="2389">
                  <a:moveTo>
                    <a:pt x="3380" y="0"/>
                  </a:moveTo>
                  <a:lnTo>
                    <a:pt x="0" y="0"/>
                  </a:lnTo>
                  <a:cubicBezTo>
                    <a:pt x="0" y="896"/>
                    <a:pt x="356" y="1755"/>
                    <a:pt x="990" y="2389"/>
                  </a:cubicBezTo>
                  <a:lnTo>
                    <a:pt x="3380" y="0"/>
                  </a:lnTo>
                  <a:close/>
                </a:path>
              </a:pathLst>
            </a:custGeom>
            <a:solidFill>
              <a:srgbClr val="FF7171"/>
            </a:solidFill>
            <a:ln w="0">
              <a:solidFill>
                <a:srgbClr val="000000"/>
              </a:solidFill>
              <a:prstDash val="solid"/>
              <a:round/>
              <a:headEnd/>
              <a:tailEnd/>
            </a:ln>
          </p:spPr>
          <p:txBody>
            <a:bodyPr/>
            <a:lstStyle/>
            <a:p>
              <a:endParaRPr lang="en-US" sz="1800" dirty="0"/>
            </a:p>
          </p:txBody>
        </p:sp>
        <p:sp>
          <p:nvSpPr>
            <p:cNvPr id="66" name="Freeform 36"/>
            <p:cNvSpPr>
              <a:spLocks/>
            </p:cNvSpPr>
            <p:nvPr/>
          </p:nvSpPr>
          <p:spPr bwMode="auto">
            <a:xfrm>
              <a:off x="1964" y="2236"/>
              <a:ext cx="896" cy="1267"/>
            </a:xfrm>
            <a:custGeom>
              <a:avLst/>
              <a:gdLst>
                <a:gd name="T0" fmla="*/ 896 w 2390"/>
                <a:gd name="T1" fmla="*/ 0 h 3379"/>
                <a:gd name="T2" fmla="*/ 0 w 2390"/>
                <a:gd name="T3" fmla="*/ 896 h 3379"/>
                <a:gd name="T4" fmla="*/ 896 w 2390"/>
                <a:gd name="T5" fmla="*/ 1267 h 3379"/>
                <a:gd name="T6" fmla="*/ 896 w 2390"/>
                <a:gd name="T7" fmla="*/ 1267 h 3379"/>
                <a:gd name="T8" fmla="*/ 896 w 2390"/>
                <a:gd name="T9" fmla="*/ 0 h 3379"/>
                <a:gd name="T10" fmla="*/ 0 60000 65536"/>
                <a:gd name="T11" fmla="*/ 0 60000 65536"/>
                <a:gd name="T12" fmla="*/ 0 60000 65536"/>
                <a:gd name="T13" fmla="*/ 0 60000 65536"/>
                <a:gd name="T14" fmla="*/ 0 60000 65536"/>
                <a:gd name="T15" fmla="*/ 0 w 2390"/>
                <a:gd name="T16" fmla="*/ 0 h 3379"/>
                <a:gd name="T17" fmla="*/ 2390 w 2390"/>
                <a:gd name="T18" fmla="*/ 3379 h 3379"/>
              </a:gdLst>
              <a:ahLst/>
              <a:cxnLst>
                <a:cxn ang="T10">
                  <a:pos x="T0" y="T1"/>
                </a:cxn>
                <a:cxn ang="T11">
                  <a:pos x="T2" y="T3"/>
                </a:cxn>
                <a:cxn ang="T12">
                  <a:pos x="T4" y="T5"/>
                </a:cxn>
                <a:cxn ang="T13">
                  <a:pos x="T6" y="T7"/>
                </a:cxn>
                <a:cxn ang="T14">
                  <a:pos x="T8" y="T9"/>
                </a:cxn>
              </a:cxnLst>
              <a:rect l="T15" t="T16" r="T17" b="T18"/>
              <a:pathLst>
                <a:path w="2390" h="3379">
                  <a:moveTo>
                    <a:pt x="2390" y="0"/>
                  </a:moveTo>
                  <a:lnTo>
                    <a:pt x="0" y="2389"/>
                  </a:lnTo>
                  <a:cubicBezTo>
                    <a:pt x="634" y="3023"/>
                    <a:pt x="1493" y="3379"/>
                    <a:pt x="2390" y="3379"/>
                  </a:cubicBezTo>
                  <a:lnTo>
                    <a:pt x="2390" y="0"/>
                  </a:lnTo>
                  <a:close/>
                </a:path>
              </a:pathLst>
            </a:custGeom>
            <a:solidFill>
              <a:srgbClr val="FF4A4A"/>
            </a:solidFill>
            <a:ln w="0">
              <a:solidFill>
                <a:srgbClr val="000000"/>
              </a:solidFill>
              <a:prstDash val="solid"/>
              <a:round/>
              <a:headEnd/>
              <a:tailEnd/>
            </a:ln>
          </p:spPr>
          <p:txBody>
            <a:bodyPr/>
            <a:lstStyle/>
            <a:p>
              <a:endParaRPr lang="en-US" sz="1800" dirty="0"/>
            </a:p>
          </p:txBody>
        </p:sp>
        <p:sp>
          <p:nvSpPr>
            <p:cNvPr id="67" name="Rectangle 47"/>
            <p:cNvSpPr>
              <a:spLocks noChangeArrowheads="1"/>
            </p:cNvSpPr>
            <p:nvPr/>
          </p:nvSpPr>
          <p:spPr bwMode="auto">
            <a:xfrm>
              <a:off x="2273" y="2832"/>
              <a:ext cx="538" cy="128"/>
            </a:xfrm>
            <a:prstGeom prst="rect">
              <a:avLst/>
            </a:prstGeom>
            <a:noFill/>
            <a:ln w="9525">
              <a:noFill/>
              <a:miter lim="800000"/>
              <a:headEnd/>
              <a:tailEnd/>
            </a:ln>
          </p:spPr>
          <p:txBody>
            <a:bodyPr wrap="none" lIns="0" tIns="0" rIns="0" bIns="0">
              <a:spAutoFit/>
            </a:bodyPr>
            <a:lstStyle/>
            <a:p>
              <a:pPr marL="119063" indent="-119063"/>
              <a:r>
                <a:rPr lang="en-US" sz="1100" b="0" dirty="0">
                  <a:solidFill>
                    <a:srgbClr val="000000"/>
                  </a:solidFill>
                  <a:ea typeface="Arial Unicode MS" pitchFamily="34" charset="-128"/>
                  <a:cs typeface="Arial Unicode MS" pitchFamily="34" charset="-128"/>
                </a:rPr>
                <a:t>Operations</a:t>
              </a:r>
              <a:endParaRPr lang="en-US" sz="1800" dirty="0">
                <a:ea typeface="Arial Unicode MS" pitchFamily="34" charset="-128"/>
                <a:cs typeface="Arial Unicode MS" pitchFamily="34" charset="-128"/>
              </a:endParaRPr>
            </a:p>
          </p:txBody>
        </p:sp>
        <p:sp>
          <p:nvSpPr>
            <p:cNvPr id="68" name="Rectangle 48"/>
            <p:cNvSpPr>
              <a:spLocks noChangeArrowheads="1"/>
            </p:cNvSpPr>
            <p:nvPr/>
          </p:nvSpPr>
          <p:spPr bwMode="auto">
            <a:xfrm>
              <a:off x="2772" y="2832"/>
              <a:ext cx="60" cy="128"/>
            </a:xfrm>
            <a:prstGeom prst="rect">
              <a:avLst/>
            </a:prstGeom>
            <a:noFill/>
            <a:ln w="9525">
              <a:noFill/>
              <a:miter lim="800000"/>
              <a:headEnd/>
              <a:tailEnd/>
            </a:ln>
          </p:spPr>
          <p:txBody>
            <a:bodyPr wrap="none" lIns="0" tIns="0" rIns="0" bIns="0">
              <a:spAutoFit/>
            </a:bodyPr>
            <a:lstStyle/>
            <a:p>
              <a:pPr marL="119063" indent="-119063"/>
              <a:r>
                <a:rPr lang="en-US" sz="1100" b="0" dirty="0">
                  <a:solidFill>
                    <a:srgbClr val="000000"/>
                  </a:solidFill>
                  <a:ea typeface="Arial Unicode MS" pitchFamily="34" charset="-128"/>
                  <a:cs typeface="Arial Unicode MS" pitchFamily="34" charset="-128"/>
                </a:rPr>
                <a:t>, </a:t>
              </a:r>
              <a:endParaRPr lang="en-US" sz="1800" dirty="0">
                <a:ea typeface="Arial Unicode MS" pitchFamily="34" charset="-128"/>
                <a:cs typeface="Arial Unicode MS" pitchFamily="34" charset="-128"/>
              </a:endParaRPr>
            </a:p>
          </p:txBody>
        </p:sp>
        <p:sp>
          <p:nvSpPr>
            <p:cNvPr id="69" name="Rectangle 49"/>
            <p:cNvSpPr>
              <a:spLocks noChangeArrowheads="1"/>
            </p:cNvSpPr>
            <p:nvPr/>
          </p:nvSpPr>
          <p:spPr bwMode="auto">
            <a:xfrm>
              <a:off x="2200" y="2946"/>
              <a:ext cx="728" cy="128"/>
            </a:xfrm>
            <a:prstGeom prst="rect">
              <a:avLst/>
            </a:prstGeom>
            <a:noFill/>
            <a:ln w="9525">
              <a:noFill/>
              <a:miter lim="800000"/>
              <a:headEnd/>
              <a:tailEnd/>
            </a:ln>
          </p:spPr>
          <p:txBody>
            <a:bodyPr wrap="none" lIns="0" tIns="0" rIns="0" bIns="0">
              <a:spAutoFit/>
            </a:bodyPr>
            <a:lstStyle/>
            <a:p>
              <a:pPr marL="119063" indent="-119063"/>
              <a:r>
                <a:rPr lang="en-US" sz="1100" b="0" dirty="0">
                  <a:solidFill>
                    <a:srgbClr val="000000"/>
                  </a:solidFill>
                  <a:ea typeface="Arial Unicode MS" pitchFamily="34" charset="-128"/>
                  <a:cs typeface="Arial Unicode MS" pitchFamily="34" charset="-128"/>
                </a:rPr>
                <a:t>Administration </a:t>
              </a:r>
              <a:endParaRPr lang="en-US" sz="1800" dirty="0">
                <a:ea typeface="Arial Unicode MS" pitchFamily="34" charset="-128"/>
                <a:cs typeface="Arial Unicode MS" pitchFamily="34" charset="-128"/>
              </a:endParaRPr>
            </a:p>
          </p:txBody>
        </p:sp>
        <p:sp>
          <p:nvSpPr>
            <p:cNvPr id="70" name="Rectangle 50"/>
            <p:cNvSpPr>
              <a:spLocks noChangeArrowheads="1"/>
            </p:cNvSpPr>
            <p:nvPr/>
          </p:nvSpPr>
          <p:spPr bwMode="auto">
            <a:xfrm>
              <a:off x="2516" y="3060"/>
              <a:ext cx="104" cy="128"/>
            </a:xfrm>
            <a:prstGeom prst="rect">
              <a:avLst/>
            </a:prstGeom>
            <a:noFill/>
            <a:ln w="9525">
              <a:noFill/>
              <a:miter lim="800000"/>
              <a:headEnd/>
              <a:tailEnd/>
            </a:ln>
          </p:spPr>
          <p:txBody>
            <a:bodyPr wrap="none" lIns="0" tIns="0" rIns="0" bIns="0">
              <a:spAutoFit/>
            </a:bodyPr>
            <a:lstStyle/>
            <a:p>
              <a:pPr marL="119063" indent="-119063"/>
              <a:r>
                <a:rPr lang="en-US" sz="1100" b="0" dirty="0">
                  <a:solidFill>
                    <a:srgbClr val="000000"/>
                  </a:solidFill>
                  <a:ea typeface="Arial Unicode MS" pitchFamily="34" charset="-128"/>
                  <a:cs typeface="Arial Unicode MS" pitchFamily="34" charset="-128"/>
                </a:rPr>
                <a:t>&amp; </a:t>
              </a:r>
              <a:endParaRPr lang="en-US" sz="1800" dirty="0">
                <a:ea typeface="Arial Unicode MS" pitchFamily="34" charset="-128"/>
                <a:cs typeface="Arial Unicode MS" pitchFamily="34" charset="-128"/>
              </a:endParaRPr>
            </a:p>
          </p:txBody>
        </p:sp>
        <p:sp>
          <p:nvSpPr>
            <p:cNvPr id="71" name="Rectangle 51"/>
            <p:cNvSpPr>
              <a:spLocks noChangeArrowheads="1"/>
            </p:cNvSpPr>
            <p:nvPr/>
          </p:nvSpPr>
          <p:spPr bwMode="auto">
            <a:xfrm>
              <a:off x="2229" y="3174"/>
              <a:ext cx="642" cy="128"/>
            </a:xfrm>
            <a:prstGeom prst="rect">
              <a:avLst/>
            </a:prstGeom>
            <a:noFill/>
            <a:ln w="9525">
              <a:noFill/>
              <a:miter lim="800000"/>
              <a:headEnd/>
              <a:tailEnd/>
            </a:ln>
          </p:spPr>
          <p:txBody>
            <a:bodyPr wrap="none" lIns="0" tIns="0" rIns="0" bIns="0">
              <a:spAutoFit/>
            </a:bodyPr>
            <a:lstStyle/>
            <a:p>
              <a:pPr marL="119063" indent="-119063"/>
              <a:r>
                <a:rPr lang="en-US" sz="1100" b="0" dirty="0">
                  <a:solidFill>
                    <a:srgbClr val="000000"/>
                  </a:solidFill>
                  <a:ea typeface="Arial Unicode MS" pitchFamily="34" charset="-128"/>
                  <a:cs typeface="Arial Unicode MS" pitchFamily="34" charset="-128"/>
                </a:rPr>
                <a:t>Management</a:t>
              </a:r>
              <a:endParaRPr lang="en-US" sz="1800" dirty="0">
                <a:ea typeface="Arial Unicode MS" pitchFamily="34" charset="-128"/>
                <a:cs typeface="Arial Unicode MS" pitchFamily="34" charset="-128"/>
              </a:endParaRPr>
            </a:p>
          </p:txBody>
        </p:sp>
        <p:sp>
          <p:nvSpPr>
            <p:cNvPr id="72" name="Rectangle 52"/>
            <p:cNvSpPr>
              <a:spLocks noChangeArrowheads="1"/>
            </p:cNvSpPr>
            <p:nvPr/>
          </p:nvSpPr>
          <p:spPr bwMode="auto">
            <a:xfrm>
              <a:off x="1826" y="2454"/>
              <a:ext cx="549" cy="128"/>
            </a:xfrm>
            <a:prstGeom prst="rect">
              <a:avLst/>
            </a:prstGeom>
            <a:noFill/>
            <a:ln w="9525">
              <a:noFill/>
              <a:miter lim="800000"/>
              <a:headEnd/>
              <a:tailEnd/>
            </a:ln>
          </p:spPr>
          <p:txBody>
            <a:bodyPr wrap="none" lIns="0" tIns="0" rIns="0" bIns="0">
              <a:spAutoFit/>
            </a:bodyPr>
            <a:lstStyle/>
            <a:p>
              <a:pPr marL="119063" indent="-119063"/>
              <a:r>
                <a:rPr lang="en-US" sz="1100" b="0" dirty="0">
                  <a:solidFill>
                    <a:srgbClr val="000000"/>
                  </a:solidFill>
                  <a:ea typeface="Arial Unicode MS" pitchFamily="34" charset="-128"/>
                  <a:cs typeface="Arial Unicode MS" pitchFamily="34" charset="-128"/>
                </a:rPr>
                <a:t>Information</a:t>
              </a:r>
              <a:endParaRPr lang="en-US" sz="1800" dirty="0">
                <a:ea typeface="Arial Unicode MS" pitchFamily="34" charset="-128"/>
                <a:cs typeface="Arial Unicode MS" pitchFamily="34" charset="-128"/>
              </a:endParaRPr>
            </a:p>
          </p:txBody>
        </p:sp>
        <p:sp>
          <p:nvSpPr>
            <p:cNvPr id="73" name="Rectangle 54"/>
            <p:cNvSpPr>
              <a:spLocks noChangeArrowheads="1"/>
            </p:cNvSpPr>
            <p:nvPr/>
          </p:nvSpPr>
          <p:spPr bwMode="auto">
            <a:xfrm>
              <a:off x="2251" y="1362"/>
              <a:ext cx="587" cy="128"/>
            </a:xfrm>
            <a:prstGeom prst="rect">
              <a:avLst/>
            </a:prstGeom>
            <a:noFill/>
            <a:ln w="9525">
              <a:noFill/>
              <a:miter lim="800000"/>
              <a:headEnd/>
              <a:tailEnd/>
            </a:ln>
          </p:spPr>
          <p:txBody>
            <a:bodyPr wrap="none" lIns="0" tIns="0" rIns="0" bIns="0">
              <a:spAutoFit/>
            </a:bodyPr>
            <a:lstStyle/>
            <a:p>
              <a:pPr marL="119063" indent="-119063"/>
              <a:r>
                <a:rPr lang="en-US" sz="1100" b="0" dirty="0">
                  <a:solidFill>
                    <a:srgbClr val="000000"/>
                  </a:solidFill>
                  <a:ea typeface="Arial Unicode MS" pitchFamily="34" charset="-128"/>
                  <a:cs typeface="Arial Unicode MS" pitchFamily="34" charset="-128"/>
                </a:rPr>
                <a:t>Architecture</a:t>
              </a:r>
              <a:endParaRPr lang="en-US" sz="1800" dirty="0">
                <a:ea typeface="Arial Unicode MS" pitchFamily="34" charset="-128"/>
                <a:cs typeface="Arial Unicode MS" pitchFamily="34" charset="-128"/>
              </a:endParaRPr>
            </a:p>
          </p:txBody>
        </p:sp>
        <p:sp>
          <p:nvSpPr>
            <p:cNvPr id="74" name="Line 57"/>
            <p:cNvSpPr>
              <a:spLocks noChangeShapeType="1"/>
            </p:cNvSpPr>
            <p:nvPr/>
          </p:nvSpPr>
          <p:spPr bwMode="auto">
            <a:xfrm>
              <a:off x="1482" y="981"/>
              <a:ext cx="0" cy="2508"/>
            </a:xfrm>
            <a:prstGeom prst="line">
              <a:avLst/>
            </a:prstGeom>
            <a:noFill/>
            <a:ln w="9525">
              <a:solidFill>
                <a:schemeClr val="tx1"/>
              </a:solidFill>
              <a:round/>
              <a:headEnd type="triangle" w="med" len="med"/>
              <a:tailEnd type="triangle" w="med" len="med"/>
            </a:ln>
          </p:spPr>
          <p:txBody>
            <a:bodyPr lIns="92075" tIns="46038" rIns="92075" bIns="46038">
              <a:spAutoFit/>
            </a:bodyPr>
            <a:lstStyle/>
            <a:p>
              <a:endParaRPr lang="en-US" sz="1800" dirty="0"/>
            </a:p>
          </p:txBody>
        </p:sp>
        <p:sp>
          <p:nvSpPr>
            <p:cNvPr id="75" name="Text Box 60"/>
            <p:cNvSpPr txBox="1">
              <a:spLocks noChangeArrowheads="1"/>
            </p:cNvSpPr>
            <p:nvPr/>
          </p:nvSpPr>
          <p:spPr bwMode="auto">
            <a:xfrm>
              <a:off x="1230" y="2870"/>
              <a:ext cx="499" cy="392"/>
            </a:xfrm>
            <a:prstGeom prst="rect">
              <a:avLst/>
            </a:prstGeom>
            <a:solidFill>
              <a:schemeClr val="bg1"/>
            </a:solidFill>
            <a:ln w="9525" algn="ctr">
              <a:noFill/>
              <a:miter lim="800000"/>
              <a:headEnd/>
              <a:tailEnd/>
            </a:ln>
          </p:spPr>
          <p:txBody>
            <a:bodyPr lIns="0" tIns="46038" rIns="0" bIns="46038">
              <a:spAutoFit/>
            </a:bodyPr>
            <a:lstStyle/>
            <a:p>
              <a:pPr marL="119063" indent="-119063">
                <a:spcBef>
                  <a:spcPct val="0"/>
                </a:spcBef>
              </a:pPr>
              <a:r>
                <a:rPr lang="en-US" sz="900" dirty="0"/>
                <a:t>Technology</a:t>
              </a:r>
            </a:p>
            <a:p>
              <a:pPr marL="119063" indent="-119063">
                <a:spcBef>
                  <a:spcPct val="0"/>
                </a:spcBef>
              </a:pPr>
              <a:r>
                <a:rPr lang="en-US" sz="900" dirty="0"/>
                <a:t>Dominated</a:t>
              </a:r>
            </a:p>
          </p:txBody>
        </p:sp>
        <p:sp>
          <p:nvSpPr>
            <p:cNvPr id="76" name="Rectangle 65"/>
            <p:cNvSpPr>
              <a:spLocks noChangeArrowheads="1"/>
            </p:cNvSpPr>
            <p:nvPr/>
          </p:nvSpPr>
          <p:spPr bwMode="auto">
            <a:xfrm>
              <a:off x="1826" y="1950"/>
              <a:ext cx="646" cy="128"/>
            </a:xfrm>
            <a:prstGeom prst="rect">
              <a:avLst/>
            </a:prstGeom>
            <a:noFill/>
            <a:ln w="9525">
              <a:noFill/>
              <a:miter lim="800000"/>
              <a:headEnd/>
              <a:tailEnd/>
            </a:ln>
          </p:spPr>
          <p:txBody>
            <a:bodyPr wrap="none" lIns="0" tIns="0" rIns="0" bIns="0">
              <a:spAutoFit/>
            </a:bodyPr>
            <a:lstStyle/>
            <a:p>
              <a:pPr marL="119063" indent="-119063"/>
              <a:r>
                <a:rPr lang="en-US" sz="1100" b="0" dirty="0">
                  <a:solidFill>
                    <a:srgbClr val="000000"/>
                  </a:solidFill>
                  <a:ea typeface="Arial Unicode MS" pitchFamily="34" charset="-128"/>
                  <a:cs typeface="Arial Unicode MS" pitchFamily="34" charset="-128"/>
                </a:rPr>
                <a:t>Infrastructure</a:t>
              </a:r>
              <a:endParaRPr lang="en-US" sz="1800" dirty="0">
                <a:ea typeface="Arial Unicode MS" pitchFamily="34" charset="-128"/>
                <a:cs typeface="Arial Unicode MS" pitchFamily="34" charset="-128"/>
              </a:endParaRPr>
            </a:p>
          </p:txBody>
        </p:sp>
      </p:grpSp>
      <p:sp>
        <p:nvSpPr>
          <p:cNvPr id="77" name="Pie 76"/>
          <p:cNvSpPr/>
          <p:nvPr/>
        </p:nvSpPr>
        <p:spPr bwMode="auto">
          <a:xfrm>
            <a:off x="7270431" y="2667896"/>
            <a:ext cx="1796528" cy="1728000"/>
          </a:xfrm>
          <a:prstGeom prst="pie">
            <a:avLst>
              <a:gd name="adj1" fmla="val 12618585"/>
              <a:gd name="adj2" fmla="val 10689040"/>
            </a:avLst>
          </a:prstGeom>
          <a:solidFill>
            <a:srgbClr val="0070C0">
              <a:alpha val="34000"/>
            </a:srgbClr>
          </a:solidFill>
          <a:ln w="57150" cap="flat" cmpd="sng" algn="ctr">
            <a:solidFill>
              <a:srgbClr val="0070C0"/>
            </a:solidFill>
            <a:prstDash val="sysDash"/>
            <a:round/>
            <a:headEnd type="none" w="med" len="med"/>
            <a:tailEnd type="none" w="med" len="med"/>
          </a:ln>
          <a:effectLst/>
        </p:spPr>
        <p:txBody>
          <a:bodyPr vert="horz" wrap="square" lIns="92075" tIns="46038" rIns="92075" bIns="46038" numCol="1" rtlCol="0" anchor="t" anchorCtr="0" compatLnSpc="1">
            <a:prstTxWarp prst="textNoShape">
              <a:avLst/>
            </a:prstTxWarp>
            <a:noAutofit/>
          </a:bodyPr>
          <a:lstStyle/>
          <a:p>
            <a:pPr marL="119063" indent="-119063"/>
            <a:endParaRPr lang="en-US" dirty="0"/>
          </a:p>
        </p:txBody>
      </p:sp>
      <p:cxnSp>
        <p:nvCxnSpPr>
          <p:cNvPr id="78" name="Straight Arrow Connector 77"/>
          <p:cNvCxnSpPr>
            <a:endCxn id="77" idx="3"/>
          </p:cNvCxnSpPr>
          <p:nvPr/>
        </p:nvCxnSpPr>
        <p:spPr bwMode="auto">
          <a:xfrm>
            <a:off x="7835059" y="1705871"/>
            <a:ext cx="333636" cy="962025"/>
          </a:xfrm>
          <a:prstGeom prst="straightConnector1">
            <a:avLst/>
          </a:prstGeom>
          <a:noFill/>
          <a:ln w="57150" cap="flat" cmpd="sng" algn="ctr">
            <a:solidFill>
              <a:srgbClr val="0070C0"/>
            </a:solidFill>
            <a:prstDash val="solid"/>
            <a:round/>
            <a:headEnd type="none" w="med" len="med"/>
            <a:tailEnd type="arrow"/>
          </a:ln>
          <a:effectLst/>
        </p:spPr>
      </p:cxnSp>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62"/>
                                        </p:tgtEl>
                                        <p:attrNameLst>
                                          <p:attrName>style.visibility</p:attrName>
                                        </p:attrNameLst>
                                      </p:cBhvr>
                                      <p:to>
                                        <p:strVal val="visible"/>
                                      </p:to>
                                    </p:set>
                                    <p:animEffect transition="in" filter="wipe(up)">
                                      <p:cBhvr>
                                        <p:cTn id="7" dur="500"/>
                                        <p:tgtEl>
                                          <p:spTgt spid="6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41"/>
                                        </p:tgtEl>
                                        <p:attrNameLst>
                                          <p:attrName>style.visibility</p:attrName>
                                        </p:attrNameLst>
                                      </p:cBhvr>
                                      <p:to>
                                        <p:strVal val="visible"/>
                                      </p:to>
                                    </p:set>
                                    <p:animEffect transition="in" filter="wipe(down)">
                                      <p:cBhvr>
                                        <p:cTn id="12" dur="5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Maturity Levels</a:t>
            </a:r>
            <a:endParaRPr lang="en-US" dirty="0"/>
          </a:p>
        </p:txBody>
      </p:sp>
      <p:sp>
        <p:nvSpPr>
          <p:cNvPr id="42" name="Content Placeholder 41"/>
          <p:cNvSpPr>
            <a:spLocks noGrp="1"/>
          </p:cNvSpPr>
          <p:nvPr>
            <p:ph idx="1"/>
          </p:nvPr>
        </p:nvSpPr>
        <p:spPr>
          <a:xfrm>
            <a:off x="5713412" y="1524000"/>
            <a:ext cx="5944261" cy="4419600"/>
          </a:xfrm>
        </p:spPr>
        <p:txBody>
          <a:bodyPr/>
          <a:lstStyle/>
          <a:p>
            <a:r>
              <a:rPr lang="en-US" dirty="0" smtClean="0"/>
              <a:t>Level 5 - &lt;Description&gt;</a:t>
            </a:r>
          </a:p>
          <a:p>
            <a:r>
              <a:rPr lang="en-US" dirty="0" smtClean="0"/>
              <a:t>Level 4 - </a:t>
            </a:r>
            <a:r>
              <a:rPr lang="en-US" dirty="0" smtClean="0"/>
              <a:t>&lt;Description</a:t>
            </a:r>
            <a:r>
              <a:rPr lang="en-US" dirty="0" smtClean="0"/>
              <a:t>&gt;</a:t>
            </a:r>
          </a:p>
          <a:p>
            <a:r>
              <a:rPr lang="en-US" dirty="0" smtClean="0"/>
              <a:t>Level 3 - </a:t>
            </a:r>
            <a:r>
              <a:rPr lang="en-US" dirty="0" smtClean="0"/>
              <a:t>&lt;Description</a:t>
            </a:r>
            <a:r>
              <a:rPr lang="en-US" dirty="0" smtClean="0"/>
              <a:t>&gt;</a:t>
            </a:r>
          </a:p>
          <a:p>
            <a:r>
              <a:rPr lang="en-US" dirty="0" smtClean="0"/>
              <a:t>Level 2 - </a:t>
            </a:r>
            <a:r>
              <a:rPr lang="en-US" dirty="0" smtClean="0"/>
              <a:t>&lt;Description</a:t>
            </a:r>
            <a:r>
              <a:rPr lang="en-US" dirty="0" smtClean="0"/>
              <a:t>&gt;</a:t>
            </a:r>
          </a:p>
          <a:p>
            <a:r>
              <a:rPr lang="en-US" dirty="0" smtClean="0"/>
              <a:t>Level 1 - </a:t>
            </a:r>
            <a:r>
              <a:rPr lang="en-US" dirty="0" smtClean="0"/>
              <a:t>&lt;Description</a:t>
            </a:r>
            <a:r>
              <a:rPr lang="en-US" dirty="0" smtClean="0"/>
              <a:t>&gt;</a:t>
            </a:r>
          </a:p>
          <a:p>
            <a:r>
              <a:rPr lang="en-US" dirty="0" smtClean="0"/>
              <a:t>Level 0 - </a:t>
            </a:r>
            <a:r>
              <a:rPr lang="en-US" dirty="0" smtClean="0"/>
              <a:t>&lt;Description&gt;</a:t>
            </a:r>
            <a:endParaRPr lang="en-US" dirty="0"/>
          </a:p>
        </p:txBody>
      </p:sp>
      <p:sp>
        <p:nvSpPr>
          <p:cNvPr id="44" name="AutoShape 3128"/>
          <p:cNvSpPr>
            <a:spLocks noChangeArrowheads="1"/>
          </p:cNvSpPr>
          <p:nvPr/>
        </p:nvSpPr>
        <p:spPr bwMode="auto">
          <a:xfrm>
            <a:off x="1293812" y="4649120"/>
            <a:ext cx="3036887" cy="974671"/>
          </a:xfrm>
          <a:prstGeom prst="can">
            <a:avLst>
              <a:gd name="adj" fmla="val 41555"/>
            </a:avLst>
          </a:prstGeom>
          <a:gradFill rotWithShape="0">
            <a:gsLst>
              <a:gs pos="0">
                <a:srgbClr val="761B1B"/>
              </a:gs>
              <a:gs pos="50000">
                <a:srgbClr val="FF3B3B"/>
              </a:gs>
              <a:gs pos="100000">
                <a:srgbClr val="761B1B"/>
              </a:gs>
            </a:gsLst>
            <a:lin ang="0" scaled="1"/>
          </a:gradFill>
          <a:ln w="9525">
            <a:solidFill>
              <a:srgbClr val="CC3300"/>
            </a:solidFill>
            <a:round/>
            <a:headEnd/>
            <a:tailEnd/>
          </a:ln>
        </p:spPr>
        <p:txBody>
          <a:bodyPr wrap="square" lIns="92075" tIns="46038" rIns="92075" bIns="46038" anchor="ctr">
            <a:spAutoFit/>
          </a:bodyPr>
          <a:lstStyle/>
          <a:p>
            <a:endParaRPr lang="en-US" dirty="0"/>
          </a:p>
        </p:txBody>
      </p:sp>
      <p:sp>
        <p:nvSpPr>
          <p:cNvPr id="62" name="AutoShape 3128"/>
          <p:cNvSpPr>
            <a:spLocks noChangeArrowheads="1"/>
          </p:cNvSpPr>
          <p:nvPr/>
        </p:nvSpPr>
        <p:spPr bwMode="auto">
          <a:xfrm>
            <a:off x="1293812" y="4054208"/>
            <a:ext cx="3036887" cy="974671"/>
          </a:xfrm>
          <a:prstGeom prst="can">
            <a:avLst>
              <a:gd name="adj" fmla="val 41555"/>
            </a:avLst>
          </a:prstGeom>
          <a:gradFill rotWithShape="0">
            <a:gsLst>
              <a:gs pos="0">
                <a:srgbClr val="761B1B"/>
              </a:gs>
              <a:gs pos="50000">
                <a:srgbClr val="FF3B3B"/>
              </a:gs>
              <a:gs pos="100000">
                <a:srgbClr val="761B1B"/>
              </a:gs>
            </a:gsLst>
            <a:lin ang="0" scaled="1"/>
          </a:gradFill>
          <a:ln w="9525">
            <a:solidFill>
              <a:srgbClr val="CC3300"/>
            </a:solidFill>
            <a:round/>
            <a:headEnd/>
            <a:tailEnd/>
          </a:ln>
        </p:spPr>
        <p:txBody>
          <a:bodyPr wrap="square" lIns="92075" tIns="46038" rIns="92075" bIns="46038" anchor="ctr">
            <a:spAutoFit/>
          </a:bodyPr>
          <a:lstStyle/>
          <a:p>
            <a:endParaRPr lang="en-US" dirty="0"/>
          </a:p>
        </p:txBody>
      </p:sp>
      <p:sp>
        <p:nvSpPr>
          <p:cNvPr id="79" name="AutoShape 3128"/>
          <p:cNvSpPr>
            <a:spLocks noChangeArrowheads="1"/>
          </p:cNvSpPr>
          <p:nvPr/>
        </p:nvSpPr>
        <p:spPr bwMode="auto">
          <a:xfrm>
            <a:off x="1293812" y="3448281"/>
            <a:ext cx="3036887" cy="974671"/>
          </a:xfrm>
          <a:prstGeom prst="can">
            <a:avLst>
              <a:gd name="adj" fmla="val 41555"/>
            </a:avLst>
          </a:prstGeom>
          <a:gradFill rotWithShape="0">
            <a:gsLst>
              <a:gs pos="0">
                <a:srgbClr val="761B1B"/>
              </a:gs>
              <a:gs pos="50000">
                <a:srgbClr val="FF3B3B"/>
              </a:gs>
              <a:gs pos="100000">
                <a:srgbClr val="761B1B"/>
              </a:gs>
            </a:gsLst>
            <a:lin ang="0" scaled="1"/>
          </a:gradFill>
          <a:ln w="9525">
            <a:solidFill>
              <a:srgbClr val="CC3300"/>
            </a:solidFill>
            <a:round/>
            <a:headEnd/>
            <a:tailEnd/>
          </a:ln>
        </p:spPr>
        <p:txBody>
          <a:bodyPr wrap="square" lIns="92075" tIns="46038" rIns="92075" bIns="46038" anchor="ctr">
            <a:spAutoFit/>
          </a:bodyPr>
          <a:lstStyle/>
          <a:p>
            <a:endParaRPr lang="en-US" dirty="0"/>
          </a:p>
        </p:txBody>
      </p:sp>
      <p:sp>
        <p:nvSpPr>
          <p:cNvPr id="80" name="AutoShape 3128"/>
          <p:cNvSpPr>
            <a:spLocks noChangeArrowheads="1"/>
          </p:cNvSpPr>
          <p:nvPr/>
        </p:nvSpPr>
        <p:spPr bwMode="auto">
          <a:xfrm>
            <a:off x="1293812" y="2853369"/>
            <a:ext cx="3036887" cy="974671"/>
          </a:xfrm>
          <a:prstGeom prst="can">
            <a:avLst>
              <a:gd name="adj" fmla="val 41555"/>
            </a:avLst>
          </a:prstGeom>
          <a:gradFill rotWithShape="0">
            <a:gsLst>
              <a:gs pos="0">
                <a:srgbClr val="761B1B"/>
              </a:gs>
              <a:gs pos="50000">
                <a:srgbClr val="FF3B3B"/>
              </a:gs>
              <a:gs pos="100000">
                <a:srgbClr val="761B1B"/>
              </a:gs>
            </a:gsLst>
            <a:lin ang="0" scaled="1"/>
          </a:gradFill>
          <a:ln w="9525">
            <a:solidFill>
              <a:srgbClr val="CC3300"/>
            </a:solidFill>
            <a:round/>
            <a:headEnd/>
            <a:tailEnd/>
          </a:ln>
        </p:spPr>
        <p:txBody>
          <a:bodyPr wrap="square" lIns="92075" tIns="46038" rIns="92075" bIns="46038" anchor="ctr">
            <a:spAutoFit/>
          </a:bodyPr>
          <a:lstStyle/>
          <a:p>
            <a:endParaRPr lang="en-US" dirty="0"/>
          </a:p>
        </p:txBody>
      </p:sp>
      <p:sp>
        <p:nvSpPr>
          <p:cNvPr id="81" name="AutoShape 3128"/>
          <p:cNvSpPr>
            <a:spLocks noChangeArrowheads="1"/>
          </p:cNvSpPr>
          <p:nvPr/>
        </p:nvSpPr>
        <p:spPr bwMode="auto">
          <a:xfrm>
            <a:off x="1293812" y="2271312"/>
            <a:ext cx="3036887" cy="974671"/>
          </a:xfrm>
          <a:prstGeom prst="can">
            <a:avLst>
              <a:gd name="adj" fmla="val 41555"/>
            </a:avLst>
          </a:prstGeom>
          <a:gradFill rotWithShape="0">
            <a:gsLst>
              <a:gs pos="0">
                <a:srgbClr val="761B1B"/>
              </a:gs>
              <a:gs pos="50000">
                <a:srgbClr val="FF3B3B"/>
              </a:gs>
              <a:gs pos="100000">
                <a:srgbClr val="761B1B"/>
              </a:gs>
            </a:gsLst>
            <a:lin ang="0" scaled="1"/>
          </a:gradFill>
          <a:ln w="9525">
            <a:solidFill>
              <a:srgbClr val="CC3300"/>
            </a:solidFill>
            <a:round/>
            <a:headEnd/>
            <a:tailEnd/>
          </a:ln>
        </p:spPr>
        <p:txBody>
          <a:bodyPr wrap="square" lIns="92075" tIns="46038" rIns="92075" bIns="46038" anchor="ctr">
            <a:spAutoFit/>
          </a:bodyPr>
          <a:lstStyle/>
          <a:p>
            <a:endParaRPr lang="en-US" dirty="0"/>
          </a:p>
        </p:txBody>
      </p:sp>
      <p:sp>
        <p:nvSpPr>
          <p:cNvPr id="82" name="Text Box 3133"/>
          <p:cNvSpPr txBox="1">
            <a:spLocks noChangeArrowheads="1"/>
          </p:cNvSpPr>
          <p:nvPr/>
        </p:nvSpPr>
        <p:spPr bwMode="auto">
          <a:xfrm>
            <a:off x="2353606" y="5075186"/>
            <a:ext cx="1013099" cy="286874"/>
          </a:xfrm>
          <a:prstGeom prst="rect">
            <a:avLst/>
          </a:prstGeom>
          <a:noFill/>
          <a:ln w="9525">
            <a:noFill/>
            <a:miter lim="800000"/>
            <a:headEnd/>
            <a:tailEnd/>
          </a:ln>
        </p:spPr>
        <p:txBody>
          <a:bodyPr wrap="none" lIns="92075" tIns="46038" rIns="92075" bIns="46038">
            <a:spAutoFit/>
          </a:bodyPr>
          <a:lstStyle/>
          <a:p>
            <a:r>
              <a:rPr lang="en-US" sz="1400" dirty="0" smtClean="0">
                <a:solidFill>
                  <a:schemeClr val="bg1"/>
                </a:solidFill>
              </a:rPr>
              <a:t>NOTHING</a:t>
            </a:r>
            <a:endParaRPr lang="en-US" sz="1400" dirty="0">
              <a:solidFill>
                <a:schemeClr val="bg1"/>
              </a:solidFill>
            </a:endParaRPr>
          </a:p>
        </p:txBody>
      </p:sp>
      <p:sp>
        <p:nvSpPr>
          <p:cNvPr id="83" name="Text Box 3135"/>
          <p:cNvSpPr txBox="1">
            <a:spLocks noChangeArrowheads="1"/>
          </p:cNvSpPr>
          <p:nvPr/>
        </p:nvSpPr>
        <p:spPr bwMode="auto">
          <a:xfrm>
            <a:off x="2420931" y="5250208"/>
            <a:ext cx="878446" cy="369974"/>
          </a:xfrm>
          <a:prstGeom prst="rect">
            <a:avLst/>
          </a:prstGeom>
          <a:noFill/>
          <a:ln w="9525">
            <a:noFill/>
            <a:miter lim="800000"/>
            <a:headEnd/>
            <a:tailEnd/>
          </a:ln>
        </p:spPr>
        <p:txBody>
          <a:bodyPr wrap="none" lIns="92075" tIns="46038" rIns="92075" bIns="46038">
            <a:spAutoFit/>
          </a:bodyPr>
          <a:lstStyle/>
          <a:p>
            <a:r>
              <a:rPr lang="en-US" sz="2000" dirty="0">
                <a:solidFill>
                  <a:srgbClr val="FCCD22"/>
                </a:solidFill>
                <a:latin typeface="Comic Sans MS" pitchFamily="66" charset="0"/>
              </a:rPr>
              <a:t>- 0 -</a:t>
            </a:r>
          </a:p>
        </p:txBody>
      </p:sp>
      <p:sp>
        <p:nvSpPr>
          <p:cNvPr id="84" name="Text Box 3136"/>
          <p:cNvSpPr txBox="1">
            <a:spLocks noChangeArrowheads="1"/>
          </p:cNvSpPr>
          <p:nvPr/>
        </p:nvSpPr>
        <p:spPr bwMode="auto">
          <a:xfrm>
            <a:off x="2409741" y="4506037"/>
            <a:ext cx="894476" cy="286874"/>
          </a:xfrm>
          <a:prstGeom prst="rect">
            <a:avLst/>
          </a:prstGeom>
          <a:noFill/>
          <a:ln w="9525">
            <a:noFill/>
            <a:miter lim="800000"/>
            <a:headEnd/>
            <a:tailEnd/>
          </a:ln>
        </p:spPr>
        <p:txBody>
          <a:bodyPr wrap="none" lIns="92075" tIns="46038" rIns="92075" bIns="46038">
            <a:spAutoFit/>
          </a:bodyPr>
          <a:lstStyle/>
          <a:p>
            <a:r>
              <a:rPr lang="en-US" sz="1400" dirty="0">
                <a:solidFill>
                  <a:schemeClr val="bg1"/>
                </a:solidFill>
              </a:rPr>
              <a:t>AD HOC</a:t>
            </a:r>
          </a:p>
        </p:txBody>
      </p:sp>
      <p:sp>
        <p:nvSpPr>
          <p:cNvPr id="85" name="Text Box 3137"/>
          <p:cNvSpPr txBox="1">
            <a:spLocks noChangeArrowheads="1"/>
          </p:cNvSpPr>
          <p:nvPr/>
        </p:nvSpPr>
        <p:spPr bwMode="auto">
          <a:xfrm>
            <a:off x="2430456" y="4669153"/>
            <a:ext cx="878446" cy="369974"/>
          </a:xfrm>
          <a:prstGeom prst="rect">
            <a:avLst/>
          </a:prstGeom>
          <a:noFill/>
          <a:ln w="9525">
            <a:noFill/>
            <a:miter lim="800000"/>
            <a:headEnd/>
            <a:tailEnd/>
          </a:ln>
        </p:spPr>
        <p:txBody>
          <a:bodyPr wrap="none" lIns="92075" tIns="46038" rIns="92075" bIns="46038">
            <a:spAutoFit/>
          </a:bodyPr>
          <a:lstStyle/>
          <a:p>
            <a:r>
              <a:rPr lang="en-US" sz="2000" dirty="0">
                <a:solidFill>
                  <a:srgbClr val="FCCD22"/>
                </a:solidFill>
                <a:latin typeface="Comic Sans MS" pitchFamily="66" charset="0"/>
              </a:rPr>
              <a:t>- 1 -</a:t>
            </a:r>
          </a:p>
        </p:txBody>
      </p:sp>
      <p:sp>
        <p:nvSpPr>
          <p:cNvPr id="86" name="Text Box 3138"/>
          <p:cNvSpPr txBox="1">
            <a:spLocks noChangeArrowheads="1"/>
          </p:cNvSpPr>
          <p:nvPr/>
        </p:nvSpPr>
        <p:spPr bwMode="auto">
          <a:xfrm>
            <a:off x="2029790" y="3843418"/>
            <a:ext cx="1662315" cy="286874"/>
          </a:xfrm>
          <a:prstGeom prst="rect">
            <a:avLst/>
          </a:prstGeom>
          <a:noFill/>
          <a:ln w="9525">
            <a:noFill/>
            <a:miter lim="800000"/>
            <a:headEnd/>
            <a:tailEnd/>
          </a:ln>
        </p:spPr>
        <p:txBody>
          <a:bodyPr wrap="none" lIns="92075" tIns="46038" rIns="92075" bIns="46038">
            <a:spAutoFit/>
          </a:bodyPr>
          <a:lstStyle/>
          <a:p>
            <a:r>
              <a:rPr lang="en-US" sz="1400" dirty="0">
                <a:solidFill>
                  <a:schemeClr val="bg1"/>
                </a:solidFill>
              </a:rPr>
              <a:t>OPPORTUNISTIC</a:t>
            </a:r>
          </a:p>
        </p:txBody>
      </p:sp>
      <p:sp>
        <p:nvSpPr>
          <p:cNvPr id="87" name="Text Box 3139"/>
          <p:cNvSpPr txBox="1">
            <a:spLocks noChangeArrowheads="1"/>
          </p:cNvSpPr>
          <p:nvPr/>
        </p:nvSpPr>
        <p:spPr bwMode="auto">
          <a:xfrm>
            <a:off x="2424105" y="4006533"/>
            <a:ext cx="878446" cy="369974"/>
          </a:xfrm>
          <a:prstGeom prst="rect">
            <a:avLst/>
          </a:prstGeom>
          <a:noFill/>
          <a:ln w="9525">
            <a:noFill/>
            <a:miter lim="800000"/>
            <a:headEnd/>
            <a:tailEnd/>
          </a:ln>
        </p:spPr>
        <p:txBody>
          <a:bodyPr wrap="none" lIns="92075" tIns="46038" rIns="92075" bIns="46038">
            <a:spAutoFit/>
          </a:bodyPr>
          <a:lstStyle/>
          <a:p>
            <a:r>
              <a:rPr lang="en-US" sz="2000" dirty="0">
                <a:solidFill>
                  <a:srgbClr val="FCCD22"/>
                </a:solidFill>
                <a:latin typeface="Comic Sans MS" pitchFamily="66" charset="0"/>
              </a:rPr>
              <a:t>- 2 -</a:t>
            </a:r>
          </a:p>
        </p:txBody>
      </p:sp>
      <p:sp>
        <p:nvSpPr>
          <p:cNvPr id="88" name="Text Box 3140"/>
          <p:cNvSpPr txBox="1">
            <a:spLocks noChangeArrowheads="1"/>
          </p:cNvSpPr>
          <p:nvPr/>
        </p:nvSpPr>
        <p:spPr bwMode="auto">
          <a:xfrm>
            <a:off x="2215446" y="3238514"/>
            <a:ext cx="1329979" cy="286874"/>
          </a:xfrm>
          <a:prstGeom prst="rect">
            <a:avLst/>
          </a:prstGeom>
          <a:noFill/>
          <a:ln w="9525">
            <a:noFill/>
            <a:miter lim="800000"/>
            <a:headEnd/>
            <a:tailEnd/>
          </a:ln>
        </p:spPr>
        <p:txBody>
          <a:bodyPr wrap="none" lIns="92075" tIns="46038" rIns="92075" bIns="46038">
            <a:spAutoFit/>
          </a:bodyPr>
          <a:lstStyle/>
          <a:p>
            <a:r>
              <a:rPr lang="en-US" sz="1400" dirty="0">
                <a:solidFill>
                  <a:schemeClr val="bg1"/>
                </a:solidFill>
              </a:rPr>
              <a:t>SYSTEMATIC</a:t>
            </a:r>
          </a:p>
        </p:txBody>
      </p:sp>
      <p:sp>
        <p:nvSpPr>
          <p:cNvPr id="89" name="Text Box 3141"/>
          <p:cNvSpPr txBox="1">
            <a:spLocks noChangeArrowheads="1"/>
          </p:cNvSpPr>
          <p:nvPr/>
        </p:nvSpPr>
        <p:spPr bwMode="auto">
          <a:xfrm>
            <a:off x="2433630" y="3433903"/>
            <a:ext cx="878446" cy="369974"/>
          </a:xfrm>
          <a:prstGeom prst="rect">
            <a:avLst/>
          </a:prstGeom>
          <a:noFill/>
          <a:ln w="9525">
            <a:noFill/>
            <a:miter lim="800000"/>
            <a:headEnd/>
            <a:tailEnd/>
          </a:ln>
        </p:spPr>
        <p:txBody>
          <a:bodyPr wrap="none" lIns="92075" tIns="46038" rIns="92075" bIns="46038">
            <a:spAutoFit/>
          </a:bodyPr>
          <a:lstStyle/>
          <a:p>
            <a:r>
              <a:rPr lang="en-US" sz="2000" dirty="0">
                <a:solidFill>
                  <a:srgbClr val="FCCD22"/>
                </a:solidFill>
                <a:latin typeface="Comic Sans MS" pitchFamily="66" charset="0"/>
              </a:rPr>
              <a:t>- 3 -</a:t>
            </a:r>
          </a:p>
        </p:txBody>
      </p:sp>
      <p:sp>
        <p:nvSpPr>
          <p:cNvPr id="90" name="Text Box 3142"/>
          <p:cNvSpPr txBox="1">
            <a:spLocks noChangeArrowheads="1"/>
          </p:cNvSpPr>
          <p:nvPr/>
        </p:nvSpPr>
        <p:spPr bwMode="auto">
          <a:xfrm>
            <a:off x="2310879" y="2726331"/>
            <a:ext cx="1114425" cy="250218"/>
          </a:xfrm>
          <a:prstGeom prst="rect">
            <a:avLst/>
          </a:prstGeom>
          <a:noFill/>
          <a:ln w="9525">
            <a:noFill/>
            <a:miter lim="800000"/>
            <a:headEnd/>
            <a:tailEnd/>
          </a:ln>
        </p:spPr>
        <p:txBody>
          <a:bodyPr wrap="none" lIns="92075" tIns="46038" rIns="92075" bIns="46038">
            <a:spAutoFit/>
          </a:bodyPr>
          <a:lstStyle/>
          <a:p>
            <a:r>
              <a:rPr lang="en-US" sz="1400" dirty="0">
                <a:solidFill>
                  <a:schemeClr val="bg1"/>
                </a:solidFill>
              </a:rPr>
              <a:t>MANAGED</a:t>
            </a:r>
          </a:p>
        </p:txBody>
      </p:sp>
      <p:sp>
        <p:nvSpPr>
          <p:cNvPr id="91" name="Text Box 3143"/>
          <p:cNvSpPr txBox="1">
            <a:spLocks noChangeArrowheads="1"/>
          </p:cNvSpPr>
          <p:nvPr/>
        </p:nvSpPr>
        <p:spPr bwMode="auto">
          <a:xfrm>
            <a:off x="2426766" y="2868571"/>
            <a:ext cx="877888" cy="322895"/>
          </a:xfrm>
          <a:prstGeom prst="rect">
            <a:avLst/>
          </a:prstGeom>
          <a:noFill/>
          <a:ln w="9525">
            <a:noFill/>
            <a:miter lim="800000"/>
            <a:headEnd/>
            <a:tailEnd/>
          </a:ln>
        </p:spPr>
        <p:txBody>
          <a:bodyPr wrap="none" lIns="92075" tIns="46038" rIns="92075" bIns="46038">
            <a:spAutoFit/>
          </a:bodyPr>
          <a:lstStyle/>
          <a:p>
            <a:r>
              <a:rPr lang="en-US" sz="2000" dirty="0">
                <a:solidFill>
                  <a:srgbClr val="FCCD22"/>
                </a:solidFill>
                <a:latin typeface="Comic Sans MS" pitchFamily="66" charset="0"/>
              </a:rPr>
              <a:t>- 4 -</a:t>
            </a:r>
          </a:p>
        </p:txBody>
      </p:sp>
      <p:sp>
        <p:nvSpPr>
          <p:cNvPr id="92" name="AutoShape 3128"/>
          <p:cNvSpPr>
            <a:spLocks noChangeArrowheads="1"/>
          </p:cNvSpPr>
          <p:nvPr/>
        </p:nvSpPr>
        <p:spPr bwMode="auto">
          <a:xfrm>
            <a:off x="1293812" y="1676400"/>
            <a:ext cx="3036887" cy="974671"/>
          </a:xfrm>
          <a:prstGeom prst="can">
            <a:avLst>
              <a:gd name="adj" fmla="val 41555"/>
            </a:avLst>
          </a:prstGeom>
          <a:gradFill rotWithShape="0">
            <a:gsLst>
              <a:gs pos="0">
                <a:srgbClr val="761B1B"/>
              </a:gs>
              <a:gs pos="50000">
                <a:srgbClr val="FF3B3B"/>
              </a:gs>
              <a:gs pos="100000">
                <a:srgbClr val="761B1B"/>
              </a:gs>
            </a:gsLst>
            <a:lin ang="0" scaled="1"/>
          </a:gradFill>
          <a:ln w="9525">
            <a:solidFill>
              <a:srgbClr val="CC3300"/>
            </a:solidFill>
            <a:round/>
            <a:headEnd/>
            <a:tailEnd/>
          </a:ln>
        </p:spPr>
        <p:txBody>
          <a:bodyPr wrap="square" lIns="92075" tIns="46038" rIns="92075" bIns="46038" anchor="ctr">
            <a:spAutoFit/>
          </a:bodyPr>
          <a:lstStyle/>
          <a:p>
            <a:endParaRPr lang="en-US" dirty="0"/>
          </a:p>
        </p:txBody>
      </p:sp>
      <p:sp>
        <p:nvSpPr>
          <p:cNvPr id="93" name="Text Box 3144"/>
          <p:cNvSpPr txBox="1">
            <a:spLocks noChangeArrowheads="1"/>
          </p:cNvSpPr>
          <p:nvPr/>
        </p:nvSpPr>
        <p:spPr bwMode="auto">
          <a:xfrm>
            <a:off x="2287064" y="2147289"/>
            <a:ext cx="1162050" cy="286941"/>
          </a:xfrm>
          <a:prstGeom prst="rect">
            <a:avLst/>
          </a:prstGeom>
          <a:noFill/>
          <a:ln w="9525">
            <a:noFill/>
            <a:miter lim="800000"/>
            <a:headEnd/>
            <a:tailEnd/>
          </a:ln>
        </p:spPr>
        <p:txBody>
          <a:bodyPr wrap="none" lIns="92075" tIns="46038" rIns="92075" bIns="46038">
            <a:spAutoFit/>
          </a:bodyPr>
          <a:lstStyle/>
          <a:p>
            <a:r>
              <a:rPr lang="en-US" sz="1400" dirty="0">
                <a:solidFill>
                  <a:schemeClr val="bg1"/>
                </a:solidFill>
              </a:rPr>
              <a:t>OPTIMIZED</a:t>
            </a:r>
          </a:p>
        </p:txBody>
      </p:sp>
      <p:sp>
        <p:nvSpPr>
          <p:cNvPr id="94" name="Text Box 3145"/>
          <p:cNvSpPr txBox="1">
            <a:spLocks noChangeArrowheads="1"/>
          </p:cNvSpPr>
          <p:nvPr/>
        </p:nvSpPr>
        <p:spPr bwMode="auto">
          <a:xfrm>
            <a:off x="2423589" y="2310405"/>
            <a:ext cx="877887" cy="370284"/>
          </a:xfrm>
          <a:prstGeom prst="rect">
            <a:avLst/>
          </a:prstGeom>
          <a:noFill/>
          <a:ln w="9525">
            <a:noFill/>
            <a:miter lim="800000"/>
            <a:headEnd/>
            <a:tailEnd/>
          </a:ln>
        </p:spPr>
        <p:txBody>
          <a:bodyPr wrap="none" lIns="92075" tIns="46038" rIns="92075" bIns="46038">
            <a:spAutoFit/>
          </a:bodyPr>
          <a:lstStyle/>
          <a:p>
            <a:r>
              <a:rPr lang="en-US" sz="2000" dirty="0">
                <a:solidFill>
                  <a:srgbClr val="FCCD22"/>
                </a:solidFill>
                <a:latin typeface="Comic Sans MS" pitchFamily="66" charset="0"/>
              </a:rPr>
              <a:t>- 5 -</a:t>
            </a:r>
          </a:p>
        </p:txBody>
      </p:sp>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smtClean="0"/>
              <a:t>The Results</a:t>
            </a:r>
            <a:endParaRPr lang="en-US" dirty="0"/>
          </a:p>
        </p:txBody>
      </p:sp>
      <p:sp>
        <p:nvSpPr>
          <p:cNvPr id="7" name="Text Placeholder 6"/>
          <p:cNvSpPr>
            <a:spLocks noGrp="1"/>
          </p:cNvSpPr>
          <p:nvPr>
            <p:ph type="body" idx="1"/>
          </p:nvPr>
        </p:nvSpPr>
        <p:spPr/>
        <p:txBody>
          <a:bodyPr/>
          <a:lstStyle/>
          <a:p>
            <a:endParaRPr lang="en-US" dirty="0"/>
          </a:p>
        </p:txBody>
      </p:sp>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Spider Graph of Current Maturity and Adoption</a:t>
            </a:r>
            <a:endParaRPr lang="en-US" dirty="0"/>
          </a:p>
        </p:txBody>
      </p:sp>
      <p:graphicFrame>
        <p:nvGraphicFramePr>
          <p:cNvPr id="5" name="Table 4"/>
          <p:cNvGraphicFramePr>
            <a:graphicFrameLocks noGrp="1"/>
          </p:cNvGraphicFramePr>
          <p:nvPr/>
        </p:nvGraphicFramePr>
        <p:xfrm>
          <a:off x="8075612" y="4800600"/>
          <a:ext cx="3632200" cy="1282066"/>
        </p:xfrm>
        <a:graphic>
          <a:graphicData uri="http://schemas.openxmlformats.org/drawingml/2006/table">
            <a:tbl>
              <a:tblPr/>
              <a:tblGrid>
                <a:gridCol w="2413000"/>
                <a:gridCol w="609600"/>
                <a:gridCol w="609600"/>
              </a:tblGrid>
              <a:tr h="171450">
                <a:tc>
                  <a:txBody>
                    <a:bodyPr/>
                    <a:lstStyle/>
                    <a:p>
                      <a:pPr algn="l" fontAlgn="ctr"/>
                      <a:endParaRPr lang="en-US" sz="800" b="0" i="0" u="none" strike="noStrike" dirty="0">
                        <a:latin typeface="Arial"/>
                      </a:endParaRPr>
                    </a:p>
                  </a:txBody>
                  <a:tcPr marL="0" marR="0" marT="0" marB="0" anchor="ctr">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c gridSpan="2">
                  <a:txBody>
                    <a:bodyPr/>
                    <a:lstStyle/>
                    <a:p>
                      <a:pPr algn="ctr" fontAlgn="ctr"/>
                      <a:r>
                        <a:rPr lang="en-US" sz="800" b="1" i="0" u="none" strike="noStrike" dirty="0">
                          <a:latin typeface="Arial"/>
                        </a:rPr>
                        <a:t>Current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r>
              <a:tr h="128588">
                <a:tc>
                  <a:txBody>
                    <a:bodyPr/>
                    <a:lstStyle/>
                    <a:p>
                      <a:pPr algn="ctr" fontAlgn="b"/>
                      <a:r>
                        <a:rPr lang="en-US" sz="800" b="1" i="0" u="none" strike="noStrike" dirty="0">
                          <a:latin typeface="Arial"/>
                        </a:rPr>
                        <a:t>Domains</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25400" cap="flat" cmpd="dbl" algn="ctr">
                      <a:solidFill>
                        <a:srgbClr val="000000"/>
                      </a:solidFill>
                      <a:prstDash val="solid"/>
                      <a:round/>
                      <a:headEnd type="none" w="med" len="med"/>
                      <a:tailEnd type="none" w="med" len="med"/>
                    </a:lnB>
                  </a:tcPr>
                </a:tc>
                <a:tc>
                  <a:txBody>
                    <a:bodyPr/>
                    <a:lstStyle/>
                    <a:p>
                      <a:pPr algn="ctr" fontAlgn="b"/>
                      <a:r>
                        <a:rPr lang="en-US" sz="800" b="1" i="0" u="none" strike="noStrike" dirty="0">
                          <a:latin typeface="Arial"/>
                        </a:rPr>
                        <a:t>Maturity</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25400" cap="flat" cmpd="dbl" algn="ctr">
                      <a:solidFill>
                        <a:srgbClr val="000000"/>
                      </a:solidFill>
                      <a:prstDash val="solid"/>
                      <a:round/>
                      <a:headEnd type="none" w="med" len="med"/>
                      <a:tailEnd type="none" w="med" len="med"/>
                    </a:lnB>
                  </a:tcPr>
                </a:tc>
                <a:tc>
                  <a:txBody>
                    <a:bodyPr/>
                    <a:lstStyle/>
                    <a:p>
                      <a:pPr algn="ctr" fontAlgn="b"/>
                      <a:r>
                        <a:rPr lang="en-US" sz="800" b="1" i="0" u="none" strike="noStrike" dirty="0">
                          <a:latin typeface="Arial"/>
                        </a:rPr>
                        <a:t>Adoption</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25400" cap="flat" cmpd="dbl" algn="ctr">
                      <a:solidFill>
                        <a:srgbClr val="000000"/>
                      </a:solidFill>
                      <a:prstDash val="solid"/>
                      <a:round/>
                      <a:headEnd type="none" w="med" len="med"/>
                      <a:tailEnd type="none" w="med" len="med"/>
                    </a:lnB>
                  </a:tcPr>
                </a:tc>
              </a:tr>
              <a:tr h="128588">
                <a:tc>
                  <a:txBody>
                    <a:bodyPr/>
                    <a:lstStyle/>
                    <a:p>
                      <a:pPr algn="l" fontAlgn="b"/>
                      <a:r>
                        <a:rPr lang="en-US" sz="800" b="0" i="0" u="none" strike="noStrike" dirty="0">
                          <a:latin typeface="Arial"/>
                        </a:rPr>
                        <a:t>Business &amp; Strategy</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25400" cap="flat" cmpd="dbl"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800" b="0" i="0" u="none" strike="noStrike" dirty="0">
                          <a:latin typeface="Arial"/>
                        </a:rPr>
                        <a:t>0,83</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25400" cap="flat" cmpd="dbl"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800" b="0" i="0" u="none" strike="noStrike" dirty="0">
                          <a:latin typeface="Arial"/>
                        </a:rPr>
                        <a:t>1,00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25400" cap="flat" cmpd="dbl"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21444">
                <a:tc>
                  <a:txBody>
                    <a:bodyPr/>
                    <a:lstStyle/>
                    <a:p>
                      <a:pPr algn="l" fontAlgn="b"/>
                      <a:r>
                        <a:rPr lang="en-US" sz="800" b="0" i="0" u="none" strike="noStrike" dirty="0">
                          <a:latin typeface="Arial"/>
                        </a:rPr>
                        <a:t>Architecture</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800" b="0" i="0" u="none" strike="noStrike" dirty="0">
                          <a:latin typeface="Arial"/>
                        </a:rPr>
                        <a:t>2,35</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800" b="0" i="0" u="none" strike="noStrike" dirty="0">
                          <a:latin typeface="Arial"/>
                        </a:rPr>
                        <a:t>2,45</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21444">
                <a:tc>
                  <a:txBody>
                    <a:bodyPr/>
                    <a:lstStyle/>
                    <a:p>
                      <a:pPr algn="l" fontAlgn="b"/>
                      <a:r>
                        <a:rPr lang="en-US" sz="800" b="0" i="0" u="none" strike="noStrike" dirty="0">
                          <a:latin typeface="Arial"/>
                        </a:rPr>
                        <a:t>Infrastructure</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800" b="0" i="0" u="none" strike="noStrike" dirty="0">
                          <a:latin typeface="Arial"/>
                        </a:rPr>
                        <a:t>1,72</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800" b="0" i="0" u="none" strike="noStrike" dirty="0">
                          <a:latin typeface="Arial"/>
                        </a:rPr>
                        <a:t>2,22</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21444">
                <a:tc>
                  <a:txBody>
                    <a:bodyPr/>
                    <a:lstStyle/>
                    <a:p>
                      <a:pPr algn="l" fontAlgn="b"/>
                      <a:r>
                        <a:rPr lang="en-US" sz="800" b="0" i="0" u="none" strike="noStrike" dirty="0">
                          <a:latin typeface="Arial"/>
                        </a:rPr>
                        <a:t>Information</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800" b="0" i="0" u="none" strike="noStrike" dirty="0">
                          <a:latin typeface="Arial"/>
                        </a:rPr>
                        <a:t>1,00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800" b="0" i="0" u="none" strike="noStrike" dirty="0">
                          <a:latin typeface="Arial"/>
                        </a:rPr>
                        <a:t>1,22</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21444">
                <a:tc>
                  <a:txBody>
                    <a:bodyPr/>
                    <a:lstStyle/>
                    <a:p>
                      <a:pPr algn="l" fontAlgn="b"/>
                      <a:r>
                        <a:rPr lang="en-US" sz="800" b="0" i="0" u="none" strike="noStrike" dirty="0">
                          <a:latin typeface="Arial"/>
                        </a:rPr>
                        <a:t>Operations, Administration &amp; Management</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800" b="0" i="0" u="none" strike="noStrike" dirty="0">
                          <a:latin typeface="Arial"/>
                        </a:rPr>
                        <a:t>0,00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800" b="0" i="0" u="none" strike="noStrike" dirty="0">
                          <a:latin typeface="Arial"/>
                        </a:rPr>
                        <a:t>0,00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21444">
                <a:tc>
                  <a:txBody>
                    <a:bodyPr/>
                    <a:lstStyle/>
                    <a:p>
                      <a:pPr algn="l" fontAlgn="b"/>
                      <a:r>
                        <a:rPr lang="en-US" sz="800" b="0" i="0" u="none" strike="noStrike" dirty="0">
                          <a:latin typeface="Arial"/>
                        </a:rPr>
                        <a:t>Projects, Portfolios &amp; Services</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800" b="0" i="0" u="none" strike="noStrike" dirty="0">
                          <a:latin typeface="Arial"/>
                        </a:rPr>
                        <a:t>1,29</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800" b="0" i="0" u="none" strike="noStrike" dirty="0">
                          <a:latin typeface="Arial"/>
                        </a:rPr>
                        <a:t>1,57</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21444">
                <a:tc>
                  <a:txBody>
                    <a:bodyPr/>
                    <a:lstStyle/>
                    <a:p>
                      <a:pPr algn="l" fontAlgn="b"/>
                      <a:r>
                        <a:rPr lang="en-US" sz="800" b="0" i="0" u="none" strike="noStrike" dirty="0">
                          <a:latin typeface="Arial"/>
                        </a:rPr>
                        <a:t>Organization</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800" b="0" i="0" u="none" strike="noStrike" dirty="0">
                          <a:latin typeface="Arial"/>
                        </a:rPr>
                        <a:t>1,17</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800" b="0" i="0" u="none" strike="noStrike" dirty="0">
                          <a:latin typeface="Arial"/>
                        </a:rPr>
                        <a:t>2,00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21444">
                <a:tc>
                  <a:txBody>
                    <a:bodyPr/>
                    <a:lstStyle/>
                    <a:p>
                      <a:pPr algn="l" fontAlgn="b"/>
                      <a:r>
                        <a:rPr lang="en-US" sz="800" b="0" i="0" u="none" strike="noStrike" dirty="0">
                          <a:latin typeface="Arial"/>
                        </a:rPr>
                        <a:t>Governance</a:t>
                      </a:r>
                    </a:p>
                  </a:txBody>
                  <a:tcPr marL="0" marR="0" marT="0"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800" b="0" i="0" u="none" strike="noStrike" dirty="0">
                          <a:latin typeface="Arial"/>
                        </a:rPr>
                        <a:t>2,20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800" b="0" i="0" u="none" strike="noStrike" dirty="0">
                          <a:latin typeface="Arial"/>
                        </a:rPr>
                        <a:t>2,70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graphicFrame>
        <p:nvGraphicFramePr>
          <p:cNvPr id="6" name="Chart 5"/>
          <p:cNvGraphicFramePr>
            <a:graphicFrameLocks/>
          </p:cNvGraphicFramePr>
          <p:nvPr/>
        </p:nvGraphicFramePr>
        <p:xfrm>
          <a:off x="608012" y="1524000"/>
          <a:ext cx="8737600" cy="4486275"/>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Assessment Heat Map – Assessment per Capability</a:t>
            </a:r>
            <a:endParaRPr lang="en-US" dirty="0"/>
          </a:p>
        </p:txBody>
      </p:sp>
      <p:pic>
        <p:nvPicPr>
          <p:cNvPr id="7" name="Picture 1"/>
          <p:cNvPicPr>
            <a:picLocks noChangeAspect="1" noChangeArrowheads="1"/>
          </p:cNvPicPr>
          <p:nvPr/>
        </p:nvPicPr>
        <p:blipFill>
          <a:blip r:embed="rId3" cstate="print"/>
          <a:srcRect/>
          <a:stretch>
            <a:fillRect/>
          </a:stretch>
        </p:blipFill>
        <p:spPr bwMode="auto">
          <a:xfrm>
            <a:off x="1903412" y="2209800"/>
            <a:ext cx="7861046" cy="3286125"/>
          </a:xfrm>
          <a:prstGeom prst="rect">
            <a:avLst/>
          </a:prstGeom>
          <a:noFill/>
          <a:ln w="9525">
            <a:noFill/>
            <a:miter lim="800000"/>
            <a:headEnd/>
            <a:tailEnd/>
          </a:ln>
        </p:spPr>
      </p:pic>
      <p:graphicFrame>
        <p:nvGraphicFramePr>
          <p:cNvPr id="8" name="Table 7"/>
          <p:cNvGraphicFramePr>
            <a:graphicFrameLocks noGrp="1"/>
          </p:cNvGraphicFramePr>
          <p:nvPr/>
        </p:nvGraphicFramePr>
        <p:xfrm>
          <a:off x="10590212" y="5105400"/>
          <a:ext cx="838200" cy="945358"/>
        </p:xfrm>
        <a:graphic>
          <a:graphicData uri="http://schemas.openxmlformats.org/drawingml/2006/table">
            <a:tbl>
              <a:tblPr/>
              <a:tblGrid>
                <a:gridCol w="838200"/>
              </a:tblGrid>
              <a:tr h="150019">
                <a:tc>
                  <a:txBody>
                    <a:bodyPr/>
                    <a:lstStyle/>
                    <a:p>
                      <a:pPr algn="ctr" fontAlgn="b"/>
                      <a:r>
                        <a:rPr lang="en-US" sz="900" b="1" i="0" u="none" strike="noStrike" dirty="0">
                          <a:latin typeface="Arial"/>
                        </a:rPr>
                        <a:t>Legend</a:t>
                      </a:r>
                    </a:p>
                  </a:txBody>
                  <a:tcPr marL="9525" marR="9525" marT="714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D8D8D8"/>
                    </a:solidFill>
                  </a:tcPr>
                </a:tc>
              </a:tr>
              <a:tr h="121444">
                <a:tc>
                  <a:txBody>
                    <a:bodyPr/>
                    <a:lstStyle/>
                    <a:p>
                      <a:pPr algn="ctr" fontAlgn="ctr"/>
                      <a:r>
                        <a:rPr lang="en-US" sz="800" b="0" i="0" u="none" strike="noStrike" dirty="0">
                          <a:latin typeface="Arial"/>
                        </a:rPr>
                        <a:t>Optimized</a:t>
                      </a:r>
                    </a:p>
                  </a:txBody>
                  <a:tcPr marL="9525" marR="9525" marT="714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66FF33"/>
                    </a:solidFill>
                  </a:tcPr>
                </a:tc>
              </a:tr>
              <a:tr h="150019">
                <a:tc>
                  <a:txBody>
                    <a:bodyPr/>
                    <a:lstStyle/>
                    <a:p>
                      <a:pPr algn="ctr" fontAlgn="ctr"/>
                      <a:r>
                        <a:rPr lang="en-US" sz="800" b="0" i="0" u="none" strike="noStrike" dirty="0">
                          <a:latin typeface="Arial"/>
                        </a:rPr>
                        <a:t>Managed</a:t>
                      </a:r>
                    </a:p>
                  </a:txBody>
                  <a:tcPr marL="9525" marR="9525" marT="714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009900"/>
                    </a:solidFill>
                  </a:tcPr>
                </a:tc>
              </a:tr>
              <a:tr h="121444">
                <a:tc>
                  <a:txBody>
                    <a:bodyPr/>
                    <a:lstStyle/>
                    <a:p>
                      <a:pPr algn="ctr" fontAlgn="ctr"/>
                      <a:r>
                        <a:rPr lang="en-US" sz="800" b="0" i="0" u="none" strike="noStrike" dirty="0">
                          <a:latin typeface="Arial"/>
                        </a:rPr>
                        <a:t>Systematic</a:t>
                      </a:r>
                    </a:p>
                  </a:txBody>
                  <a:tcPr marL="9525" marR="9525" marT="714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66FFFF"/>
                    </a:solidFill>
                  </a:tcPr>
                </a:tc>
              </a:tr>
              <a:tr h="121444">
                <a:tc>
                  <a:txBody>
                    <a:bodyPr/>
                    <a:lstStyle/>
                    <a:p>
                      <a:pPr algn="ctr" fontAlgn="ctr"/>
                      <a:r>
                        <a:rPr lang="en-US" sz="800" b="0" i="0" u="none" strike="noStrike" dirty="0">
                          <a:latin typeface="Arial"/>
                        </a:rPr>
                        <a:t>Opportunistic</a:t>
                      </a:r>
                    </a:p>
                  </a:txBody>
                  <a:tcPr marL="9525" marR="9525" marT="714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FFF00"/>
                    </a:solidFill>
                  </a:tcPr>
                </a:tc>
              </a:tr>
              <a:tr h="121444">
                <a:tc>
                  <a:txBody>
                    <a:bodyPr/>
                    <a:lstStyle/>
                    <a:p>
                      <a:pPr algn="ctr" fontAlgn="ctr"/>
                      <a:r>
                        <a:rPr lang="en-US" sz="800" b="0" i="0" u="none" strike="noStrike" dirty="0">
                          <a:latin typeface="Arial"/>
                        </a:rPr>
                        <a:t>AdHoc</a:t>
                      </a:r>
                    </a:p>
                  </a:txBody>
                  <a:tcPr marL="9525" marR="9525" marT="714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FC000"/>
                    </a:solidFill>
                  </a:tcPr>
                </a:tc>
              </a:tr>
              <a:tr h="121444">
                <a:tc>
                  <a:txBody>
                    <a:bodyPr/>
                    <a:lstStyle/>
                    <a:p>
                      <a:pPr algn="ctr" fontAlgn="ctr"/>
                      <a:r>
                        <a:rPr lang="en-US" sz="800" b="0" i="0" u="none" strike="noStrike" dirty="0">
                          <a:latin typeface="Arial"/>
                        </a:rPr>
                        <a:t>No SOA</a:t>
                      </a:r>
                    </a:p>
                  </a:txBody>
                  <a:tcPr marL="9525" marR="9525" marT="714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F0000"/>
                    </a:solidFill>
                  </a:tcPr>
                </a:tc>
              </a:tr>
            </a:tbl>
          </a:graphicData>
        </a:graphic>
      </p:graphicFrame>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Conclusion</a:t>
            </a:r>
            <a:endParaRPr lang="en-US" dirty="0"/>
          </a:p>
        </p:txBody>
      </p:sp>
      <p:sp>
        <p:nvSpPr>
          <p:cNvPr id="4" name="Content Placeholder 3"/>
          <p:cNvSpPr>
            <a:spLocks noGrp="1"/>
          </p:cNvSpPr>
          <p:nvPr>
            <p:ph idx="1"/>
          </p:nvPr>
        </p:nvSpPr>
        <p:spPr/>
        <p:txBody>
          <a:bodyPr/>
          <a:lstStyle/>
          <a:p>
            <a:r>
              <a:rPr lang="en-US" dirty="0" smtClean="0"/>
              <a:t>Highest Maturity is in the &lt;List </a:t>
            </a:r>
            <a:r>
              <a:rPr lang="en-US" dirty="0" smtClean="0"/>
              <a:t>D</a:t>
            </a:r>
            <a:r>
              <a:rPr lang="en-US" dirty="0" smtClean="0"/>
              <a:t>omains&gt; Domains</a:t>
            </a:r>
          </a:p>
          <a:p>
            <a:pPr lvl="1"/>
            <a:r>
              <a:rPr lang="en-US" dirty="0" smtClean="0"/>
              <a:t>&lt;Additional Findings/Details&gt;</a:t>
            </a:r>
          </a:p>
          <a:p>
            <a:r>
              <a:rPr lang="en-US" dirty="0" smtClean="0"/>
              <a:t>&lt;Domain&gt; is the Lowest</a:t>
            </a:r>
          </a:p>
          <a:p>
            <a:pPr lvl="1"/>
            <a:r>
              <a:rPr lang="en-US" dirty="0" smtClean="0"/>
              <a:t>&lt;Additional Findings/Details&gt;</a:t>
            </a:r>
          </a:p>
          <a:p>
            <a:pPr lvl="1"/>
            <a:endParaRPr lang="en-US" dirty="0"/>
          </a:p>
        </p:txBody>
      </p:sp>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Conclusion per Domain</a:t>
            </a:r>
            <a:endParaRPr lang="en-US" dirty="0"/>
          </a:p>
        </p:txBody>
      </p:sp>
      <p:sp>
        <p:nvSpPr>
          <p:cNvPr id="5" name="Text Placeholder 4"/>
          <p:cNvSpPr>
            <a:spLocks noGrp="1"/>
          </p:cNvSpPr>
          <p:nvPr>
            <p:ph type="body" sz="quarter" idx="13"/>
          </p:nvPr>
        </p:nvSpPr>
        <p:spPr/>
        <p:txBody>
          <a:bodyPr/>
          <a:lstStyle/>
          <a:p>
            <a:r>
              <a:rPr lang="en-US" dirty="0" smtClean="0"/>
              <a:t>&lt;Domain Name&gt;</a:t>
            </a:r>
            <a:endParaRPr lang="en-US" dirty="0"/>
          </a:p>
        </p:txBody>
      </p:sp>
      <p:sp>
        <p:nvSpPr>
          <p:cNvPr id="4" name="Content Placeholder 3"/>
          <p:cNvSpPr>
            <a:spLocks noGrp="1"/>
          </p:cNvSpPr>
          <p:nvPr>
            <p:ph idx="1"/>
          </p:nvPr>
        </p:nvSpPr>
        <p:spPr/>
        <p:txBody>
          <a:bodyPr/>
          <a:lstStyle/>
          <a:p>
            <a:r>
              <a:rPr lang="en-US" dirty="0" smtClean="0"/>
              <a:t>Strong:</a:t>
            </a:r>
          </a:p>
          <a:p>
            <a:pPr lvl="1"/>
            <a:r>
              <a:rPr lang="en-US" dirty="0" smtClean="0"/>
              <a:t>&lt;List Strong Parts&gt;</a:t>
            </a:r>
          </a:p>
          <a:p>
            <a:r>
              <a:rPr lang="en-US" dirty="0" smtClean="0"/>
              <a:t>Challenges:</a:t>
            </a:r>
          </a:p>
          <a:p>
            <a:pPr lvl="1"/>
            <a:r>
              <a:rPr lang="en-US" dirty="0" smtClean="0"/>
              <a:t>&lt;List Challenges&gt;</a:t>
            </a:r>
            <a:endParaRPr lang="en-US" dirty="0" smtClean="0"/>
          </a:p>
          <a:p>
            <a:pPr lvl="1"/>
            <a:endParaRPr lang="en-US" dirty="0"/>
          </a:p>
        </p:txBody>
      </p:sp>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xmlns="" val="215373386"/>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Lst>
</file>

<file path=ppt/theme/theme1.xml><?xml version="1.0" encoding="utf-8"?>
<a:theme xmlns:a="http://schemas.openxmlformats.org/drawingml/2006/main" name="blank">
  <a:themeElements>
    <a:clrScheme name="Oracle">
      <a:dk1>
        <a:srgbClr val="5F5F5F"/>
      </a:dk1>
      <a:lt1>
        <a:srgbClr val="FFFFFF"/>
      </a:lt1>
      <a:dk2>
        <a:srgbClr val="7F7F7F"/>
      </a:dk2>
      <a:lt2>
        <a:srgbClr val="DCE3E4"/>
      </a:lt2>
      <a:accent1>
        <a:srgbClr val="FF0000"/>
      </a:accent1>
      <a:accent2>
        <a:srgbClr val="8A133B"/>
      </a:accent2>
      <a:accent3>
        <a:srgbClr val="FF7700"/>
      </a:accent3>
      <a:accent4>
        <a:srgbClr val="46575E"/>
      </a:accent4>
      <a:accent5>
        <a:srgbClr val="8DA6B1"/>
      </a:accent5>
      <a:accent6>
        <a:srgbClr val="B0C3C8"/>
      </a:accent6>
      <a:hlink>
        <a:srgbClr val="8DA6B1"/>
      </a:hlink>
      <a:folHlink>
        <a:srgbClr val="BFBFBF"/>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5"/>
        </a:solidFill>
        <a:ln w="19050">
          <a:noFill/>
          <a:miter lim="800000"/>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lnSpc>
            <a:spcPct val="90000"/>
          </a:lnSpc>
          <a:defRPr/>
        </a:defPPr>
      </a:lstStyle>
      <a:style>
        <a:lnRef idx="2">
          <a:schemeClr val="accent1">
            <a:shade val="50000"/>
          </a:schemeClr>
        </a:lnRef>
        <a:fillRef idx="1">
          <a:schemeClr val="accent1"/>
        </a:fillRef>
        <a:effectRef idx="0">
          <a:schemeClr val="accent1"/>
        </a:effectRef>
        <a:fontRef idx="minor">
          <a:schemeClr val="lt1"/>
        </a:fontRef>
      </a:style>
    </a:spDef>
    <a:lnDef>
      <a:spPr>
        <a:ln w="19050">
          <a:solidFill>
            <a:schemeClr val="accent5"/>
          </a:solidFill>
          <a:miter lim="800000"/>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nSpc>
            <a:spcPct val="90000"/>
          </a:lnSpc>
          <a:defRPr/>
        </a:defPPr>
      </a:lstStyle>
    </a:txDef>
  </a:objectDefaults>
  <a:extraClrSchemeLst/>
  <a:extLst>
    <a:ext uri="{05A4C25C-085E-4340-85A3-A5531E510DB2}">
      <thm15:themeFamily xmlns:thm15="http://schemas.microsoft.com/office/thememl/2012/main" xmlns="" name="Oracle_16x9_2014_521" id="{11138A86-4CFD-4AAE-84ED-85FDB159739F}" vid="{ADD436DE-0EC9-4932-BD4C-5E9FA04FA01B}"/>
    </a:ext>
  </a:extLst>
</a:theme>
</file>

<file path=ppt/theme/theme2.xml><?xml version="1.0" encoding="utf-8"?>
<a:theme xmlns:a="http://schemas.openxmlformats.org/drawingml/2006/main" name="Office Theme">
  <a:themeElements>
    <a:clrScheme name="Oracle">
      <a:dk1>
        <a:srgbClr val="5F5F5F"/>
      </a:dk1>
      <a:lt1>
        <a:srgbClr val="FFFFFF"/>
      </a:lt1>
      <a:dk2>
        <a:srgbClr val="7F7F7F"/>
      </a:dk2>
      <a:lt2>
        <a:srgbClr val="DCE3E4"/>
      </a:lt2>
      <a:accent1>
        <a:srgbClr val="FF0000"/>
      </a:accent1>
      <a:accent2>
        <a:srgbClr val="8A133B"/>
      </a:accent2>
      <a:accent3>
        <a:srgbClr val="FF7700"/>
      </a:accent3>
      <a:accent4>
        <a:srgbClr val="46575E"/>
      </a:accent4>
      <a:accent5>
        <a:srgbClr val="8DA6B1"/>
      </a:accent5>
      <a:accent6>
        <a:srgbClr val="B0C3C8"/>
      </a:accent6>
      <a:hlink>
        <a:srgbClr val="8DA6B1"/>
      </a:hlink>
      <a:folHlink>
        <a:srgbClr val="BFBFBF"/>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racle">
      <a:dk1>
        <a:srgbClr val="5F5F5F"/>
      </a:dk1>
      <a:lt1>
        <a:srgbClr val="FFFFFF"/>
      </a:lt1>
      <a:dk2>
        <a:srgbClr val="7F7F7F"/>
      </a:dk2>
      <a:lt2>
        <a:srgbClr val="DCE3E4"/>
      </a:lt2>
      <a:accent1>
        <a:srgbClr val="FF0000"/>
      </a:accent1>
      <a:accent2>
        <a:srgbClr val="8A133B"/>
      </a:accent2>
      <a:accent3>
        <a:srgbClr val="FF7700"/>
      </a:accent3>
      <a:accent4>
        <a:srgbClr val="46575E"/>
      </a:accent4>
      <a:accent5>
        <a:srgbClr val="8DA6B1"/>
      </a:accent5>
      <a:accent6>
        <a:srgbClr val="B0C3C8"/>
      </a:accent6>
      <a:hlink>
        <a:srgbClr val="8DA6B1"/>
      </a:hlink>
      <a:folHlink>
        <a:srgbClr val="BFBFBF"/>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blank</Template>
  <TotalTime>179</TotalTime>
  <Words>899</Words>
  <Application>Microsoft Office PowerPoint</Application>
  <PresentationFormat>Custom</PresentationFormat>
  <Paragraphs>165</Paragraphs>
  <Slides>14</Slides>
  <Notes>11</Notes>
  <HiddenSlides>0</HiddenSlides>
  <MMClips>0</MMClip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blank</vt:lpstr>
      <vt:lpstr>Slide 1</vt:lpstr>
      <vt:lpstr>&lt;Assessment Type&gt;  Maturity Analysis</vt:lpstr>
      <vt:lpstr>Executive Summary</vt:lpstr>
      <vt:lpstr>Maturity Assessment Scope and Purpose</vt:lpstr>
      <vt:lpstr>Assessment Approach</vt:lpstr>
      <vt:lpstr>&lt;Assessment Type&gt; Maturity Model Domains Domain – A Collection of Related Capabilities</vt:lpstr>
      <vt:lpstr>&lt;Assessment Type&gt; Maturity Model Domains</vt:lpstr>
      <vt:lpstr>Maturity Levels</vt:lpstr>
      <vt:lpstr>The Results</vt:lpstr>
      <vt:lpstr>Spider Graph of Current Maturity and Adoption</vt:lpstr>
      <vt:lpstr>Assessment Heat Map – Assessment per Capability</vt:lpstr>
      <vt:lpstr>Conclusion</vt:lpstr>
      <vt:lpstr>Conclusion per Domain</vt:lpstr>
      <vt:lpstr>Slide 14</vt:lpstr>
    </vt:vector>
  </TitlesOfParts>
  <Company>Oracle Corporation</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ER.015 Maturity Analysis Presentation</dc:title>
  <dc:creator>Oracle Global Methods</dc:creator>
  <cp:keywords>OUM</cp:keywords>
  <dc:description>Copyright © 2014 Oracle and/or its affiliates.  All rights reserved.</dc:description>
  <cp:lastModifiedBy>masander</cp:lastModifiedBy>
  <cp:revision>15</cp:revision>
  <dcterms:created xsi:type="dcterms:W3CDTF">2014-06-16T21:16:48Z</dcterms:created>
  <dcterms:modified xsi:type="dcterms:W3CDTF">2014-10-16T22:40:14Z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XPowerLiteLastOptimized">
    <vt:lpwstr>2343037</vt:lpwstr>
  </property>
  <property fmtid="{D5CDD505-2E9C-101B-9397-08002B2CF9AE}" pid="3" name="NXPowerLiteSettings">
    <vt:lpwstr>F98007B004F000</vt:lpwstr>
  </property>
  <property fmtid="{D5CDD505-2E9C-101B-9397-08002B2CF9AE}" pid="4" name="NXPowerLiteVersion">
    <vt:lpwstr>D5.0.2</vt:lpwstr>
  </property>
</Properties>
</file>