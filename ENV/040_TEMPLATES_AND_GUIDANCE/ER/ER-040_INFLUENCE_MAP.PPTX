
<file path=[Content_Types].xml><?xml version="1.0" encoding="utf-8"?>
<Types xmlns="http://schemas.openxmlformats.org/package/2006/content-types">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handoutMasterIdLst>
    <p:handoutMasterId r:id="rId8"/>
  </p:handoutMasterIdLst>
  <p:sldIdLst>
    <p:sldId id="354" r:id="rId2"/>
    <p:sldId id="258" r:id="rId3"/>
    <p:sldId id="390" r:id="rId4"/>
    <p:sldId id="392" r:id="rId5"/>
    <p:sldId id="289" r:id="rId6"/>
  </p:sldIdLst>
  <p:sldSz cx="12188825"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7" pos="335">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7F7F7F"/>
    <a:srgbClr val="0000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FD0F851-EC5A-4D38-B0AD-8093EC10F33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4213" autoAdjust="0"/>
  </p:normalViewPr>
  <p:slideViewPr>
    <p:cSldViewPr>
      <p:cViewPr varScale="1">
        <p:scale>
          <a:sx n="64" d="100"/>
          <a:sy n="64" d="100"/>
        </p:scale>
        <p:origin x="-1578" y="-108"/>
      </p:cViewPr>
      <p:guideLst>
        <p:guide orient="horz" pos="2160"/>
        <p:guide pos="335"/>
      </p:guideLst>
    </p:cSldViewPr>
  </p:slideViewPr>
  <p:outlineViewPr>
    <p:cViewPr>
      <p:scale>
        <a:sx n="33" d="100"/>
        <a:sy n="33" d="100"/>
      </p:scale>
      <p:origin x="0" y="-10368"/>
    </p:cViewPr>
  </p:outlineViewPr>
  <p:notesTextViewPr>
    <p:cViewPr>
      <p:scale>
        <a:sx n="1" d="1"/>
        <a:sy n="1" d="1"/>
      </p:scale>
      <p:origin x="0" y="0"/>
    </p:cViewPr>
  </p:notesTextViewPr>
  <p:sorterViewPr>
    <p:cViewPr>
      <p:scale>
        <a:sx n="31" d="100"/>
        <a:sy n="31" d="100"/>
      </p:scale>
      <p:origin x="0" y="0"/>
    </p:cViewPr>
  </p:sorterViewPr>
  <p:notesViewPr>
    <p:cSldViewPr>
      <p:cViewPr varScale="1">
        <p:scale>
          <a:sx n="83" d="100"/>
          <a:sy n="83" d="100"/>
        </p:scale>
        <p:origin x="-3156" y="-78"/>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E821AA6-70BE-4FDE-A8DC-DB381A688FD8}" type="datetimeFigureOut">
              <a:rPr lang="en-US"/>
              <a:pPr/>
              <a:t>8/15/2014</a:t>
            </a:fld>
            <a:endParaRPr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97E47EA-D299-42CE-88BF-4E1035596DA5}" type="slidenum">
              <a:rPr/>
              <a:pPr/>
              <a:t>‹#›</a:t>
            </a:fld>
            <a:endParaRPr dirty="0"/>
          </a:p>
        </p:txBody>
      </p:sp>
    </p:spTree>
    <p:extLst>
      <p:ext uri="{BB962C8B-B14F-4D97-AF65-F5344CB8AC3E}">
        <p14:creationId xmlns:p14="http://schemas.microsoft.com/office/powerpoint/2010/main" xmlns="" val="19668118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2588" y="381000"/>
            <a:ext cx="4572000" cy="257309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381000" y="3124200"/>
            <a:ext cx="6096000" cy="5334000"/>
          </a:xfrm>
          <a:prstGeom prst="rect">
            <a:avLst/>
          </a:prstGeom>
        </p:spPr>
        <p:txBody>
          <a:bodyPr vert="horz" lIns="0" tIns="0" rIns="0" bIns="91440" rtlCol="0">
            <a:normAutofit/>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381000" y="8610600"/>
            <a:ext cx="4648200" cy="2270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715000" y="8610600"/>
            <a:ext cx="762000" cy="227013"/>
          </a:xfrm>
          <a:prstGeom prst="rect">
            <a:avLst/>
          </a:prstGeom>
        </p:spPr>
        <p:txBody>
          <a:bodyPr vert="horz" lIns="91440" tIns="45720" rIns="91440" bIns="45720" rtlCol="0" anchor="b"/>
          <a:lstStyle>
            <a:lvl1pPr algn="r">
              <a:defRPr sz="1200"/>
            </a:lvl1pPr>
          </a:lstStyle>
          <a:p>
            <a:fld id="{8C72D9AE-7182-4680-8F79-479C4181FF08}" type="slidenum">
              <a:rPr/>
              <a:pPr/>
              <a:t>‹#›</a:t>
            </a:fld>
            <a:endParaRPr dirty="0"/>
          </a:p>
        </p:txBody>
      </p:sp>
    </p:spTree>
    <p:extLst>
      <p:ext uri="{BB962C8B-B14F-4D97-AF65-F5344CB8AC3E}">
        <p14:creationId xmlns:p14="http://schemas.microsoft.com/office/powerpoint/2010/main" xmlns="" val="973114905"/>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600"/>
      </a:spcBef>
      <a:defRPr sz="1100" kern="1200">
        <a:solidFill>
          <a:schemeClr val="tx1"/>
        </a:solidFill>
        <a:latin typeface="+mn-lt"/>
        <a:ea typeface="+mn-ea"/>
        <a:cs typeface="+mn-cs"/>
      </a:defRPr>
    </a:lvl1pPr>
    <a:lvl2pPr marL="228600" indent="-114300" algn="l" defTabSz="914400" rtl="0" eaLnBrk="1" latinLnBrk="0" hangingPunct="1">
      <a:spcBef>
        <a:spcPts val="600"/>
      </a:spcBef>
      <a:buFont typeface="Arial" panose="020B0604020202020204" pitchFamily="34" charset="0"/>
      <a:buChar char="•"/>
      <a:defRPr sz="1050" kern="1200">
        <a:solidFill>
          <a:schemeClr val="tx1"/>
        </a:solidFill>
        <a:latin typeface="+mn-lt"/>
        <a:ea typeface="+mn-ea"/>
        <a:cs typeface="+mn-cs"/>
      </a:defRPr>
    </a:lvl2pPr>
    <a:lvl3pPr marL="40005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3pPr>
    <a:lvl4pPr marL="57150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4pPr>
    <a:lvl5pPr marL="742950" indent="-114300" algn="l" defTabSz="914400" rtl="0" eaLnBrk="1" latinLnBrk="0" hangingPunct="1">
      <a:spcBef>
        <a:spcPts val="600"/>
      </a:spcBef>
      <a:buFont typeface="Arial" panose="020B0604020202020204" pitchFamily="34" charset="0"/>
      <a:buChar char="–"/>
      <a:defRPr sz="8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a:t>
            </a:fld>
            <a:endParaRPr lang="en-US" dirty="0"/>
          </a:p>
        </p:txBody>
      </p:sp>
    </p:spTree>
    <p:extLst>
      <p:ext uri="{BB962C8B-B14F-4D97-AF65-F5344CB8AC3E}">
        <p14:creationId xmlns:p14="http://schemas.microsoft.com/office/powerpoint/2010/main" xmlns="" val="12427561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r>
              <a:rPr lang="en-US" dirty="0" smtClean="0"/>
              <a:t>This is a </a:t>
            </a:r>
            <a:r>
              <a:rPr lang="en-US" b="1" dirty="0" smtClean="0"/>
              <a:t>Title Slide with Picture </a:t>
            </a:r>
            <a:r>
              <a:rPr lang="en-US" b="0" dirty="0" smtClean="0"/>
              <a:t>slide</a:t>
            </a:r>
            <a:r>
              <a:rPr lang="en-US" b="1" dirty="0" smtClean="0"/>
              <a:t> </a:t>
            </a:r>
            <a:r>
              <a:rPr lang="en-US" baseline="0" dirty="0" smtClean="0"/>
              <a:t>ideal for including a picture with a brief title, subtitle and presenter information.</a:t>
            </a:r>
          </a:p>
          <a:p>
            <a:endParaRPr lang="en-US" baseline="0" dirty="0" smtClean="0"/>
          </a:p>
          <a:p>
            <a:r>
              <a:rPr lang="en-US" baseline="0" dirty="0" smtClean="0"/>
              <a:t>To customize this slide with your own picture:</a:t>
            </a:r>
          </a:p>
          <a:p>
            <a:endParaRPr lang="en-US" baseline="0" dirty="0" smtClean="0"/>
          </a:p>
          <a:p>
            <a:pPr marL="0" indent="0">
              <a:buNone/>
            </a:pPr>
            <a:r>
              <a:rPr lang="en-US" b="1" baseline="0" dirty="0" smtClean="0"/>
              <a:t>Right-click</a:t>
            </a:r>
            <a:r>
              <a:rPr lang="en-US" baseline="0" dirty="0" smtClean="0"/>
              <a:t> the slide area and choose </a:t>
            </a:r>
            <a:r>
              <a:rPr lang="en-US" b="1" baseline="0" dirty="0" smtClean="0"/>
              <a:t>Format Background </a:t>
            </a:r>
            <a:r>
              <a:rPr lang="en-US" baseline="0" dirty="0" smtClean="0"/>
              <a:t>from the pop-up menu. From the </a:t>
            </a:r>
            <a:r>
              <a:rPr lang="en-US" b="1" baseline="0" dirty="0" smtClean="0"/>
              <a:t>Fill</a:t>
            </a:r>
            <a:r>
              <a:rPr lang="en-US" baseline="0" dirty="0" smtClean="0"/>
              <a:t> menu, click </a:t>
            </a:r>
            <a:r>
              <a:rPr lang="en-US" b="1" baseline="0" dirty="0" smtClean="0"/>
              <a:t>Picture</a:t>
            </a:r>
            <a:r>
              <a:rPr lang="en-US" baseline="0" dirty="0" smtClean="0"/>
              <a:t> </a:t>
            </a:r>
            <a:r>
              <a:rPr lang="en-US" b="1" baseline="0" dirty="0" smtClean="0"/>
              <a:t>and texture fill</a:t>
            </a:r>
            <a:r>
              <a:rPr lang="en-US" baseline="0" dirty="0" smtClean="0"/>
              <a:t>. Under </a:t>
            </a:r>
            <a:r>
              <a:rPr lang="en-US" b="1" baseline="0" dirty="0" smtClean="0"/>
              <a:t>Insert from: </a:t>
            </a:r>
            <a:r>
              <a:rPr lang="en-US" baseline="0" dirty="0" smtClean="0"/>
              <a:t>click </a:t>
            </a:r>
            <a:r>
              <a:rPr lang="en-US" b="1" baseline="0" dirty="0" smtClean="0"/>
              <a:t>File</a:t>
            </a:r>
            <a:r>
              <a:rPr lang="en-US" baseline="0" dirty="0" smtClean="0"/>
              <a:t>. Locate your new picture and click </a:t>
            </a:r>
            <a:r>
              <a:rPr lang="en-US" b="1" baseline="0" dirty="0" smtClean="0"/>
              <a:t>Insert</a:t>
            </a:r>
            <a:r>
              <a:rPr lang="en-US" baseline="0" dirty="0" smtClean="0"/>
              <a:t>.</a:t>
            </a:r>
          </a:p>
        </p:txBody>
      </p:sp>
      <p:sp>
        <p:nvSpPr>
          <p:cNvPr id="4" name="Slide Number Placeholder 3"/>
          <p:cNvSpPr>
            <a:spLocks noGrp="1"/>
          </p:cNvSpPr>
          <p:nvPr>
            <p:ph type="sldNum" sz="quarter" idx="10"/>
          </p:nvPr>
        </p:nvSpPr>
        <p:spPr/>
        <p:txBody>
          <a:bodyPr/>
          <a:lstStyle/>
          <a:p>
            <a:fld id="{8C72D9AE-7182-4680-8F79-479C4181FF08}" type="slidenum">
              <a:rPr lang="en-US" smtClean="0"/>
              <a:pPr/>
              <a:t>2</a:t>
            </a:fld>
            <a:endParaRPr lang="en-US" dirty="0"/>
          </a:p>
        </p:txBody>
      </p:sp>
    </p:spTree>
    <p:extLst>
      <p:ext uri="{BB962C8B-B14F-4D97-AF65-F5344CB8AC3E}">
        <p14:creationId xmlns:p14="http://schemas.microsoft.com/office/powerpoint/2010/main" xmlns="" val="22384677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5</a:t>
            </a:fld>
            <a:endParaRPr lang="en-US" dirty="0"/>
          </a:p>
        </p:txBody>
      </p:sp>
    </p:spTree>
    <p:extLst>
      <p:ext uri="{BB962C8B-B14F-4D97-AF65-F5344CB8AC3E}">
        <p14:creationId xmlns:p14="http://schemas.microsoft.com/office/powerpoint/2010/main" xmlns="" val="12427561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without Pictur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3" y="3429451"/>
            <a:ext cx="11125199"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B975B69D-2E22-4B24-976F-3237F058576B}" type="datetime1">
              <a:rPr lang="en-US" smtClean="0"/>
              <a:pPr/>
              <a:t>8/15/2014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14" name="Oracle red badge logo" descr="Oracle logo in white on red staging background"/>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399320028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pos="383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p>
            <a:fld id="{E662AD93-0A8B-413E-9E95-3DE4D7E36B6B}" type="datetime1">
              <a:rPr lang="en-US" smtClean="0"/>
              <a:pPr/>
              <a:t>8/15/2014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9" name="Oracle red badge logo" descr="Oracle logo in white on red staging background"/>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240415743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10" name="Rectangle 9" descr="Full slide 4-color photo can be inserted here"/>
          <p:cNvSpPr/>
          <p:nvPr userDrawn="1"/>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D9E3860B-53B9-449F-9821-F1380CCDA719}" type="datetime1">
              <a:rPr lang="en-US" smtClean="0"/>
              <a:pPr/>
              <a:t>8/15/2014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DC1C5"/>
                </a:solidFill>
              </a:defRPr>
            </a:lvl1pPr>
          </a:lstStyle>
          <a:p>
            <a:fld id="{C51EAA63-D034-42AE-91FA-B13B9518C7BE}" type="slidenum">
              <a:rPr/>
              <a:pPr/>
              <a:t>‹#›</a:t>
            </a:fld>
            <a:endParaRPr dirty="0"/>
          </a:p>
        </p:txBody>
      </p:sp>
      <p:pic>
        <p:nvPicPr>
          <p:cNvPr id="12"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26878214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Logo">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8CC65014-A9F9-497C-B1D8-5010FE874338}" type="datetime1">
              <a:rPr lang="en-US" smtClean="0"/>
              <a:pPr/>
              <a:t>8/15/2014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3063780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2 Logos">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C8827E1F-95D6-4818-BF04-6C3257209A9A}" type="datetime1">
              <a:rPr lang="en-US" smtClean="0"/>
              <a:pPr/>
              <a:t>8/15/2014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15" name="Rectangle 14"/>
          <p:cNvSpPr/>
          <p:nvPr userDrawn="1"/>
        </p:nvSpPr>
        <p:spPr>
          <a:xfrm>
            <a:off x="9823443" y="5409983"/>
            <a:ext cx="1828800" cy="850392"/>
          </a:xfrm>
          <a:prstGeom prst="rect">
            <a:avLst/>
          </a:prstGeom>
          <a:solidFill>
            <a:schemeClr val="tx1"/>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a:p>
        </p:txBody>
      </p:sp>
    </p:spTree>
    <p:extLst>
      <p:ext uri="{BB962C8B-B14F-4D97-AF65-F5344CB8AC3E}">
        <p14:creationId xmlns:p14="http://schemas.microsoft.com/office/powerpoint/2010/main" xmlns="" val="14166782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3" name="Content Placeholder 2"/>
          <p:cNvSpPr>
            <a:spLocks noGrp="1"/>
          </p:cNvSpPr>
          <p:nvPr>
            <p:ph idx="1"/>
          </p:nvPr>
        </p:nvSpPr>
        <p:spPr>
          <a:xfrm>
            <a:off x="531151" y="1524001"/>
            <a:ext cx="11126522" cy="4419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E7518011-2551-4B32-A6AA-AFC24DB64264}" type="datetime1">
              <a:rPr lang="en-US" smtClean="0"/>
              <a:pPr/>
              <a:t>8/15/2014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0752384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7" name="Text Placeholder 12"/>
          <p:cNvSpPr>
            <a:spLocks noGrp="1"/>
          </p:cNvSpPr>
          <p:nvPr>
            <p:ph type="body" sz="quarter" idx="13" hasCustomPrompt="1"/>
          </p:nvPr>
        </p:nvSpPr>
        <p:spPr>
          <a:xfrm>
            <a:off x="531813" y="1373741"/>
            <a:ext cx="11125199"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Content Placeholder 2"/>
          <p:cNvSpPr>
            <a:spLocks noGrp="1"/>
          </p:cNvSpPr>
          <p:nvPr>
            <p:ph idx="1"/>
          </p:nvPr>
        </p:nvSpPr>
        <p:spPr>
          <a:xfrm>
            <a:off x="531151" y="1981200"/>
            <a:ext cx="11126522" cy="3962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B4B8AB6C-9C3E-42E9-B7A8-0D45F45ED471}" type="datetime1">
              <a:rPr lang="en-US" smtClean="0"/>
              <a:pPr/>
              <a:t>8/15/2014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37176835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rogram Agenda">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dirty="0"/>
          </a:p>
        </p:txBody>
      </p:sp>
      <p:sp>
        <p:nvSpPr>
          <p:cNvPr id="8" name="Text Placeholder 7"/>
          <p:cNvSpPr>
            <a:spLocks noGrp="1"/>
          </p:cNvSpPr>
          <p:nvPr>
            <p:ph type="body" sz="quarter" idx="13"/>
          </p:nvPr>
        </p:nvSpPr>
        <p:spPr>
          <a:xfrm>
            <a:off x="2795931" y="1981199"/>
            <a:ext cx="8861082" cy="3962401"/>
          </a:xfrm>
        </p:spPr>
        <p:txBody>
          <a:bodyPr>
            <a:noAutofit/>
          </a:bodyPr>
          <a:lstStyle>
            <a:lvl1pPr marL="1588" indent="0">
              <a:spcBef>
                <a:spcPts val="2400"/>
              </a:spcBef>
              <a:buNone/>
              <a:defRPr sz="2800"/>
            </a:lvl1pPr>
            <a:lvl2pPr marL="1588" indent="0">
              <a:spcBef>
                <a:spcPts val="2400"/>
              </a:spcBef>
              <a:buNone/>
              <a:defRPr sz="2800"/>
            </a:lvl2pPr>
            <a:lvl3pPr marL="1588" indent="0">
              <a:spcBef>
                <a:spcPts val="2400"/>
              </a:spcBef>
              <a:buNone/>
              <a:defRPr sz="2800"/>
            </a:lvl3pPr>
            <a:lvl4pPr marL="1588" indent="0">
              <a:spcBef>
                <a:spcPts val="2400"/>
              </a:spcBef>
              <a:buNone/>
              <a:defRPr sz="2800"/>
            </a:lvl4pPr>
            <a:lvl5pPr marL="1588" indent="0">
              <a:spcBef>
                <a:spcPts val="2400"/>
              </a:spcBef>
              <a:buNone/>
              <a:defRPr sz="2800"/>
            </a:lvl5pPr>
            <a:lvl6pPr marL="1588" indent="0">
              <a:spcBef>
                <a:spcPts val="2400"/>
              </a:spcBef>
              <a:buNone/>
              <a:defRPr sz="2800"/>
            </a:lvl6pPr>
            <a:lvl7pPr marL="1588" indent="0">
              <a:spcBef>
                <a:spcPts val="2400"/>
              </a:spcBef>
              <a:buNone/>
              <a:defRPr sz="2800"/>
            </a:lvl7pPr>
            <a:lvl8pPr marL="1588" indent="0">
              <a:spcBef>
                <a:spcPts val="2400"/>
              </a:spcBef>
              <a:buNone/>
              <a:defRPr sz="2800"/>
            </a:lvl8pPr>
            <a:lvl9pPr marL="1588" indent="0">
              <a:spcBef>
                <a:spcPts val="2400"/>
              </a:spcBef>
              <a:buNone/>
              <a:defRPr sz="2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noAutofit/>
          </a:bodyPr>
          <a:lstStyle/>
          <a:p>
            <a:fld id="{321EBE77-71C8-437E-804E-BC6AAF017E85}" type="datetime1">
              <a:rPr lang="en-US" smtClean="0"/>
              <a:pPr/>
              <a:t>8/15/2014</a:t>
            </a:fld>
            <a:endParaRPr dirty="0"/>
          </a:p>
        </p:txBody>
      </p:sp>
      <p:sp>
        <p:nvSpPr>
          <p:cNvPr id="5" name="Footer Placeholder 4"/>
          <p:cNvSpPr>
            <a:spLocks noGrp="1"/>
          </p:cNvSpPr>
          <p:nvPr>
            <p:ph type="ftr" sz="quarter" idx="11"/>
          </p:nvPr>
        </p:nvSpPr>
        <p:spPr/>
        <p:txBody>
          <a:bodyPr>
            <a:noAutofit/>
          </a:bodyPr>
          <a:lstStyle/>
          <a:p>
            <a:r>
              <a:rPr dirty="0"/>
              <a:t>Oracle Confidential – Internal/Restricted/Highly Restricted</a:t>
            </a:r>
          </a:p>
        </p:txBody>
      </p:sp>
      <p:sp>
        <p:nvSpPr>
          <p:cNvPr id="6" name="Slide Number Placeholder 5"/>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68122964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without Picture">
    <p:spTree>
      <p:nvGrpSpPr>
        <p:cNvPr id="1" name=""/>
        <p:cNvGrpSpPr/>
        <p:nvPr/>
      </p:nvGrpSpPr>
      <p:grpSpPr>
        <a:xfrm>
          <a:off x="0" y="0"/>
          <a:ext cx="0" cy="0"/>
          <a:chOff x="0" y="0"/>
          <a:chExt cx="0" cy="0"/>
        </a:xfrm>
      </p:grpSpPr>
      <p:sp>
        <p:nvSpPr>
          <p:cNvPr id="2" name="Title 1"/>
          <p:cNvSpPr>
            <a:spLocks noGrp="1"/>
          </p:cNvSpPr>
          <p:nvPr>
            <p:ph type="title"/>
          </p:nvPr>
        </p:nvSpPr>
        <p:spPr>
          <a:xfrm>
            <a:off x="531813" y="2600324"/>
            <a:ext cx="11125200" cy="1371600"/>
          </a:xfrm>
        </p:spPr>
        <p:txBody>
          <a:bodyPr anchor="b"/>
          <a:lstStyle>
            <a:lvl1pPr algn="l">
              <a:lnSpc>
                <a:spcPct val="80000"/>
              </a:lnSpc>
              <a:defRPr sz="4800" b="0" cap="none" baseline="0"/>
            </a:lvl1pPr>
          </a:lstStyle>
          <a:p>
            <a:r>
              <a:rPr lang="en-US" smtClean="0"/>
              <a:t>Click to edit Master title style</a:t>
            </a:r>
            <a:endParaRPr/>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DB5F04E-0354-432A-A855-37800FB6DA58}" type="datetime1">
              <a:rPr lang="en-US" smtClean="0"/>
              <a:pPr/>
              <a:t>8/15/2014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151385333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with Picture">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18" name="Rectangle 17" descr="Full bleed 4-color photo can be insert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7" name="Group 6"/>
          <p:cNvGrpSpPr/>
          <p:nvPr/>
        </p:nvGrpSpPr>
        <p:grpSpPr bwMode="gray">
          <a:xfrm>
            <a:off x="-287" y="0"/>
            <a:ext cx="12189399" cy="6858000"/>
            <a:chOff x="-287" y="0"/>
            <a:chExt cx="12189399" cy="6858000"/>
          </a:xfrm>
        </p:grpSpPr>
        <p:sp>
          <p:nvSpPr>
            <p:cNvPr id="9" name="Rectangle 8"/>
            <p:cNvSpPr/>
            <p:nvPr/>
          </p:nvSpPr>
          <p:spPr bwMode="gray">
            <a:xfrm>
              <a:off x="-287" y="0"/>
              <a:ext cx="193962"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11995151" y="5854"/>
              <a:ext cx="193960"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6400800"/>
              <a:ext cx="12189396"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0"/>
              <a:ext cx="12189398" cy="19202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2" name="Title 1"/>
          <p:cNvSpPr>
            <a:spLocks noGrp="1"/>
          </p:cNvSpPr>
          <p:nvPr>
            <p:ph type="title"/>
          </p:nvPr>
        </p:nvSpPr>
        <p:spPr>
          <a:xfrm>
            <a:off x="531813" y="2600324"/>
            <a:ext cx="11125200" cy="1371600"/>
          </a:xfrm>
        </p:spPr>
        <p:txBody>
          <a:bodyPr anchor="b">
            <a:noAutofit/>
          </a:bodyPr>
          <a:lstStyle>
            <a:lvl1pPr algn="l">
              <a:lnSpc>
                <a:spcPct val="80000"/>
              </a:lnSpc>
              <a:defRPr sz="4800" b="0" cap="none" baseline="0"/>
            </a:lvl1pPr>
          </a:lstStyle>
          <a:p>
            <a:r>
              <a:rPr lang="en-US" smtClean="0"/>
              <a:t>Click to edit Master title style</a:t>
            </a:r>
            <a:endParaRPr dirty="0"/>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noAutofit/>
          </a:bodyPr>
          <a:lstStyle>
            <a:lvl1pPr>
              <a:defRPr>
                <a:solidFill>
                  <a:schemeClr val="bg1">
                    <a:lumMod val="60000"/>
                    <a:lumOff val="40000"/>
                  </a:schemeClr>
                </a:solidFill>
              </a:defRPr>
            </a:lvl1pPr>
          </a:lstStyle>
          <a:p>
            <a:fld id="{49CFB8C4-001D-4957-B9B3-628844C9D583}" type="datetime1">
              <a:rPr lang="en-US" smtClean="0"/>
              <a:pPr/>
              <a:t>8/15/2014</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noAutofit/>
          </a:bodyPr>
          <a:lstStyle>
            <a:lvl1pPr>
              <a:defRPr>
                <a:solidFill>
                  <a:schemeClr val="bg1">
                    <a:lumMod val="60000"/>
                    <a:lumOff val="40000"/>
                  </a:schemeClr>
                </a:solidFill>
              </a:defRPr>
            </a:lvl1pPr>
          </a:lstStyle>
          <a:p>
            <a:r>
              <a:rPr dirty="0"/>
              <a:t>Oracle Confidential – Internal/Restricted/Highly Restricted</a:t>
            </a:r>
          </a:p>
        </p:txBody>
      </p:sp>
      <p:sp>
        <p:nvSpPr>
          <p:cNvPr id="6" name="Slide Number Placeholder 5"/>
          <p:cNvSpPr>
            <a:spLocks noGrp="1"/>
          </p:cNvSpPr>
          <p:nvPr>
            <p:ph type="sldNum" sz="quarter" idx="12"/>
          </p:nvPr>
        </p:nvSpPr>
        <p:spPr/>
        <p:txBody>
          <a:bodyPr>
            <a:noAutofit/>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11176673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nnouncement">
    <p:spTree>
      <p:nvGrpSpPr>
        <p:cNvPr id="1" name=""/>
        <p:cNvGrpSpPr/>
        <p:nvPr/>
      </p:nvGrpSpPr>
      <p:grpSpPr>
        <a:xfrm>
          <a:off x="0" y="0"/>
          <a:ext cx="0" cy="0"/>
          <a:chOff x="0" y="0"/>
          <a:chExt cx="0" cy="0"/>
        </a:xfrm>
      </p:grpSpPr>
      <p:sp>
        <p:nvSpPr>
          <p:cNvPr id="2" name="Title 1"/>
          <p:cNvSpPr>
            <a:spLocks noGrp="1"/>
          </p:cNvSpPr>
          <p:nvPr>
            <p:ph type="title"/>
          </p:nvPr>
        </p:nvSpPr>
        <p:spPr>
          <a:xfrm>
            <a:off x="531812" y="1905000"/>
            <a:ext cx="4800600" cy="1645920"/>
          </a:xfrm>
        </p:spPr>
        <p:txBody>
          <a:bodyPr anchor="b"/>
          <a:lstStyle>
            <a:lvl1pPr algn="l">
              <a:lnSpc>
                <a:spcPct val="80000"/>
              </a:lnSpc>
              <a:defRPr sz="4800" b="0"/>
            </a:lvl1pPr>
          </a:lstStyle>
          <a:p>
            <a:r>
              <a:rPr lang="en-US" smtClean="0"/>
              <a:t>Click to edit Master title style</a:t>
            </a:r>
            <a:endParaRPr dirty="0"/>
          </a:p>
        </p:txBody>
      </p:sp>
      <p:sp>
        <p:nvSpPr>
          <p:cNvPr id="4" name="Text Placeholder 3"/>
          <p:cNvSpPr>
            <a:spLocks noGrp="1"/>
          </p:cNvSpPr>
          <p:nvPr>
            <p:ph type="body" sz="half" idx="2"/>
          </p:nvPr>
        </p:nvSpPr>
        <p:spPr>
          <a:xfrm>
            <a:off x="531812" y="3657600"/>
            <a:ext cx="4800599" cy="1645920"/>
          </a:xfrm>
        </p:spPr>
        <p:txBody>
          <a:bodyPr>
            <a:noAutofit/>
          </a:bodyPr>
          <a:lstStyle>
            <a:lvl1pPr marL="0" indent="0">
              <a:spcBef>
                <a:spcPts val="0"/>
              </a:spcBef>
              <a:buNone/>
              <a:defRPr sz="2400" b="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Picture Placeholder 2" descr="A photo of your product can be included here"/>
          <p:cNvSpPr>
            <a:spLocks noGrp="1"/>
          </p:cNvSpPr>
          <p:nvPr>
            <p:ph type="pic" idx="1"/>
          </p:nvPr>
        </p:nvSpPr>
        <p:spPr>
          <a:xfrm>
            <a:off x="5588456" y="533400"/>
            <a:ext cx="6068558" cy="5410200"/>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4225562F-2ACD-4F60-85F6-5301FCEDAEAC}" type="datetime1">
              <a:rPr lang="en-US" smtClean="0"/>
              <a:pPr/>
              <a:t>8/15/2014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67037058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mote Speaker Picture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6587678-0AF4-4782-B078-8A5C40C5F820}" type="datetime1">
              <a:rPr lang="en-US" smtClean="0"/>
              <a:pPr/>
              <a:t>8/15/2014</a:t>
            </a:fld>
            <a:endParaRPr lang="en-US" dirty="0"/>
          </a:p>
        </p:txBody>
      </p:sp>
      <p:sp>
        <p:nvSpPr>
          <p:cNvPr id="4" name="Footer Placeholder 3"/>
          <p:cNvSpPr>
            <a:spLocks noGrp="1"/>
          </p:cNvSpPr>
          <p:nvPr>
            <p:ph type="ftr" sz="quarter" idx="11"/>
          </p:nvPr>
        </p:nvSpPr>
        <p:spPr/>
        <p:txBody>
          <a:bodyPr/>
          <a:lstStyle/>
          <a:p>
            <a:r>
              <a:rPr lang="en-US" smtClean="0"/>
              <a:t>Oracle Confidential –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a:t>
            </a:fld>
            <a:endParaRPr lang="en-US" dirty="0"/>
          </a:p>
        </p:txBody>
      </p:sp>
      <p:sp>
        <p:nvSpPr>
          <p:cNvPr id="6" name="Picture Placeholder 2" descr="If presenting remotely, you can insert your photo here"/>
          <p:cNvSpPr>
            <a:spLocks noGrp="1" noChangeAspect="1"/>
          </p:cNvSpPr>
          <p:nvPr>
            <p:ph type="pic" idx="1"/>
          </p:nvPr>
        </p:nvSpPr>
        <p:spPr>
          <a:xfrm>
            <a:off x="2285999" y="1828800"/>
            <a:ext cx="3474720" cy="3841445"/>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1" name="Text Placeholder 10"/>
          <p:cNvSpPr>
            <a:spLocks noGrp="1"/>
          </p:cNvSpPr>
          <p:nvPr>
            <p:ph type="body" sz="quarter" idx="14"/>
          </p:nvPr>
        </p:nvSpPr>
        <p:spPr>
          <a:xfrm>
            <a:off x="6035040" y="1828799"/>
            <a:ext cx="5102352" cy="3840480"/>
          </a:xfrm>
        </p:spPr>
        <p:txBody>
          <a:bodyPr anchor="ctr" anchorCtr="0"/>
          <a:lstStyle>
            <a:lvl1pPr>
              <a:spcBef>
                <a:spcPts val="0"/>
              </a:spcBef>
              <a:spcAft>
                <a:spcPts val="800"/>
              </a:spcAft>
              <a:buClr>
                <a:schemeClr val="bg1"/>
              </a:buClr>
              <a:defRPr b="1"/>
            </a:lvl1pPr>
            <a:lvl2pPr marL="228600">
              <a:spcBef>
                <a:spcPts val="0"/>
              </a:spcBef>
              <a:buClr>
                <a:schemeClr val="bg1"/>
              </a:buClr>
              <a:defRPr/>
            </a:lvl2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xmlns="" val="159625631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D0091650-2DA7-4F98-952E-E61312C99A3D}" type="datetime1">
              <a:rPr lang="en-US" smtClean="0"/>
              <a:pPr/>
              <a:t>8/15/2014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94509846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with Picture">
    <p:spTree>
      <p:nvGrpSpPr>
        <p:cNvPr id="1" name=""/>
        <p:cNvGrpSpPr/>
        <p:nvPr/>
      </p:nvGrpSpPr>
      <p:grpSpPr>
        <a:xfrm>
          <a:off x="0" y="0"/>
          <a:ext cx="0" cy="0"/>
          <a:chOff x="0" y="0"/>
          <a:chExt cx="0" cy="0"/>
        </a:xfrm>
      </p:grpSpPr>
      <p:sp>
        <p:nvSpPr>
          <p:cNvPr id="8" name="Picture Placeholder 15" descr="Customer photo can be included here"/>
          <p:cNvSpPr>
            <a:spLocks noGrp="1" noChangeAspect="1"/>
          </p:cNvSpPr>
          <p:nvPr>
            <p:ph type="pic" sz="quarter" idx="14" hasCustomPrompt="1"/>
          </p:nvPr>
        </p:nvSpPr>
        <p:spPr>
          <a:xfrm>
            <a:off x="531812" y="1905000"/>
            <a:ext cx="2194560" cy="3072384"/>
          </a:xfrm>
          <a:noFill/>
        </p:spPr>
        <p:txBody>
          <a:bodyPr tIns="91440">
            <a:noAutofit/>
          </a:bodyPr>
          <a:lstStyle>
            <a:lvl1pPr marL="0" indent="0" algn="ctr">
              <a:spcBef>
                <a:spcPts val="0"/>
              </a:spcBef>
              <a:buNone/>
              <a:defRPr sz="1800" baseline="0">
                <a:solidFill>
                  <a:schemeClr val="tx1"/>
                </a:solidFill>
              </a:defRPr>
            </a:lvl1pPr>
          </a:lstStyle>
          <a:p>
            <a:r>
              <a:rPr dirty="0"/>
              <a:t>Click icon to insert picture</a:t>
            </a:r>
          </a:p>
        </p:txBody>
      </p:sp>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C683AEB3-E9FF-4B6F-AA33-40C48C25DAF2}" type="datetime1">
              <a:rPr lang="en-US" smtClean="0"/>
              <a:pPr/>
              <a:t>8/15/2014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102776685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3" y="1524001"/>
            <a:ext cx="5410199"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6246814" y="1524001"/>
            <a:ext cx="5410198"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15B29849-9FA5-4843-8A15-8CBEC83B121F}" type="datetime1">
              <a:rPr lang="en-US" smtClean="0"/>
              <a:pPr/>
              <a:t>8/15/2014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52016615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4"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435705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8" name="Content Placeholder 3"/>
          <p:cNvSpPr>
            <a:spLocks noGrp="1"/>
          </p:cNvSpPr>
          <p:nvPr>
            <p:ph sz="half" idx="13"/>
          </p:nvPr>
        </p:nvSpPr>
        <p:spPr>
          <a:xfrm>
            <a:off x="818229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7E89316E-2B4C-49F6-A212-EC90CFB64CF6}" type="datetime1">
              <a:rPr lang="en-US" smtClean="0"/>
              <a:pPr/>
              <a:t>8/15/2014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5337141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1813" y="1524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Content Placeholder 3"/>
          <p:cNvSpPr>
            <a:spLocks noGrp="1"/>
          </p:cNvSpPr>
          <p:nvPr>
            <p:ph sz="half" idx="2"/>
          </p:nvPr>
        </p:nvSpPr>
        <p:spPr>
          <a:xfrm>
            <a:off x="6246814" y="1524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FBA25FF2-AF19-4410-B8A6-5DF99D94FFA7}" type="datetime1">
              <a:rPr lang="en-US" smtClean="0"/>
              <a:pPr/>
              <a:t>8/15/2014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Content Placeholder 2"/>
          <p:cNvSpPr>
            <a:spLocks noGrp="1"/>
          </p:cNvSpPr>
          <p:nvPr>
            <p:ph sz="half" idx="13"/>
          </p:nvPr>
        </p:nvSpPr>
        <p:spPr>
          <a:xfrm>
            <a:off x="531813" y="3810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9" name="Content Placeholder 3"/>
          <p:cNvSpPr>
            <a:spLocks noGrp="1"/>
          </p:cNvSpPr>
          <p:nvPr>
            <p:ph sz="half" idx="14"/>
          </p:nvPr>
        </p:nvSpPr>
        <p:spPr>
          <a:xfrm>
            <a:off x="6246814" y="3810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122633453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adrant for Infographic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Click to edit Master title style</a:t>
            </a:r>
            <a:endParaRPr dirty="0"/>
          </a:p>
        </p:txBody>
      </p:sp>
      <p:sp>
        <p:nvSpPr>
          <p:cNvPr id="12" name="Text Placeholder 11"/>
          <p:cNvSpPr>
            <a:spLocks noGrp="1"/>
          </p:cNvSpPr>
          <p:nvPr>
            <p:ph type="body" sz="quarter" idx="15"/>
          </p:nvPr>
        </p:nvSpPr>
        <p:spPr>
          <a:xfrm>
            <a:off x="2436811"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6" name="Text Placeholder 11"/>
          <p:cNvSpPr>
            <a:spLocks noGrp="1"/>
          </p:cNvSpPr>
          <p:nvPr>
            <p:ph type="body" sz="quarter" idx="16"/>
          </p:nvPr>
        </p:nvSpPr>
        <p:spPr>
          <a:xfrm>
            <a:off x="8151812"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3" name="Straight Connector 12"/>
          <p:cNvCxnSpPr/>
          <p:nvPr/>
        </p:nvCxnSpPr>
        <p:spPr bwMode="ltGray">
          <a:xfrm flipH="1">
            <a:off x="531813" y="3733800"/>
            <a:ext cx="11125201" cy="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7" name="Text Placeholder 11"/>
          <p:cNvSpPr>
            <a:spLocks noGrp="1"/>
          </p:cNvSpPr>
          <p:nvPr>
            <p:ph type="body" sz="quarter" idx="17"/>
          </p:nvPr>
        </p:nvSpPr>
        <p:spPr>
          <a:xfrm>
            <a:off x="2436811"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18" name="Text Placeholder 11"/>
          <p:cNvSpPr>
            <a:spLocks noGrp="1"/>
          </p:cNvSpPr>
          <p:nvPr>
            <p:ph type="body" sz="quarter" idx="18"/>
          </p:nvPr>
        </p:nvSpPr>
        <p:spPr>
          <a:xfrm>
            <a:off x="8151812"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06904FB-3D37-4E0F-B7B8-AA3F64E3A727}" type="datetime1">
              <a:rPr lang="en-US" smtClean="0"/>
              <a:pPr/>
              <a:t>8/15/2014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42812501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Metric">
    <p:spTree>
      <p:nvGrpSpPr>
        <p:cNvPr id="1" name=""/>
        <p:cNvGrpSpPr/>
        <p:nvPr/>
      </p:nvGrpSpPr>
      <p:grpSpPr>
        <a:xfrm>
          <a:off x="0" y="0"/>
          <a:ext cx="0" cy="0"/>
          <a:chOff x="0" y="0"/>
          <a:chExt cx="0" cy="0"/>
        </a:xfrm>
      </p:grpSpPr>
      <p:sp>
        <p:nvSpPr>
          <p:cNvPr id="2" name="Title 1" descr="A large metric can be called out here in font size 166pt, Calibri"/>
          <p:cNvSpPr>
            <a:spLocks noGrp="1"/>
          </p:cNvSpPr>
          <p:nvPr>
            <p:ph type="title" hasCustomPrompt="1"/>
          </p:nvPr>
        </p:nvSpPr>
        <p:spPr>
          <a:xfrm>
            <a:off x="760412" y="1524000"/>
            <a:ext cx="4076700" cy="2743200"/>
          </a:xfrm>
        </p:spPr>
        <p:txBody>
          <a:bodyPr anchor="ctr"/>
          <a:lstStyle>
            <a:lvl1pPr algn="r">
              <a:defRPr sz="16600" b="1">
                <a:solidFill>
                  <a:schemeClr val="accent5"/>
                </a:solidFill>
              </a:defRPr>
            </a:lvl1pPr>
          </a:lstStyle>
          <a:p>
            <a:r>
              <a:rPr lang="en-US" dirty="0" smtClean="0"/>
              <a:t>XX</a:t>
            </a:r>
            <a:endParaRPr lang="en-US" dirty="0"/>
          </a:p>
        </p:txBody>
      </p:sp>
      <p:sp>
        <p:nvSpPr>
          <p:cNvPr id="12" name="Text Placeholder 11"/>
          <p:cNvSpPr>
            <a:spLocks noGrp="1"/>
          </p:cNvSpPr>
          <p:nvPr>
            <p:ph type="body" sz="quarter" idx="15"/>
          </p:nvPr>
        </p:nvSpPr>
        <p:spPr>
          <a:xfrm>
            <a:off x="5256213" y="1524000"/>
            <a:ext cx="5029200" cy="2743200"/>
          </a:xfrm>
        </p:spPr>
        <p:txBody>
          <a:bodyPr anchor="ctr">
            <a:noAutofit/>
          </a:bodyPr>
          <a:lstStyle>
            <a:lvl1pPr marL="0" indent="0">
              <a:spcBef>
                <a:spcPts val="1200"/>
              </a:spcBef>
              <a:buFont typeface="Arial" panose="020B0604020202020204" pitchFamily="34" charset="0"/>
              <a:buNone/>
              <a:defRPr sz="28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AEB6639-AC6B-4E30-92FA-C924D3694C4B}" type="datetime1">
              <a:rPr lang="en-US" smtClean="0"/>
              <a:pPr/>
              <a:t>8/15/2014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73938650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Text Placeholder 2"/>
          <p:cNvSpPr>
            <a:spLocks noGrp="1"/>
          </p:cNvSpPr>
          <p:nvPr>
            <p:ph type="body" idx="1"/>
          </p:nvPr>
        </p:nvSpPr>
        <p:spPr>
          <a:xfrm>
            <a:off x="531812"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31812"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5" name="Text Placeholder 4"/>
          <p:cNvSpPr>
            <a:spLocks noGrp="1"/>
          </p:cNvSpPr>
          <p:nvPr>
            <p:ph type="body" sz="quarter" idx="3"/>
          </p:nvPr>
        </p:nvSpPr>
        <p:spPr>
          <a:xfrm>
            <a:off x="6243764"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43764"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7" name="Date Placeholder 6"/>
          <p:cNvSpPr>
            <a:spLocks noGrp="1"/>
          </p:cNvSpPr>
          <p:nvPr>
            <p:ph type="dt" sz="half" idx="10"/>
          </p:nvPr>
        </p:nvSpPr>
        <p:spPr/>
        <p:txBody>
          <a:bodyPr>
            <a:noAutofit/>
          </a:bodyPr>
          <a:lstStyle/>
          <a:p>
            <a:fld id="{6ADE43AE-D5BA-4F0E-AFD4-DDA6EE069E12}" type="datetime1">
              <a:rPr lang="en-US" smtClean="0"/>
              <a:pPr/>
              <a:t>8/15/2014</a:t>
            </a:fld>
            <a:endParaRPr dirty="0"/>
          </a:p>
        </p:txBody>
      </p:sp>
      <p:sp>
        <p:nvSpPr>
          <p:cNvPr id="8" name="Footer Placeholder 7"/>
          <p:cNvSpPr>
            <a:spLocks noGrp="1"/>
          </p:cNvSpPr>
          <p:nvPr>
            <p:ph type="ftr" sz="quarter" idx="11"/>
          </p:nvPr>
        </p:nvSpPr>
        <p:spPr/>
        <p:txBody>
          <a:bodyPr>
            <a:noAutofit/>
          </a:bodyPr>
          <a:lstStyle/>
          <a:p>
            <a:r>
              <a:rPr dirty="0"/>
              <a:t>Oracle Confidential – Internal/Restricted/Highly Restricted</a:t>
            </a:r>
          </a:p>
        </p:txBody>
      </p:sp>
      <p:sp>
        <p:nvSpPr>
          <p:cNvPr id="9" name="Slide Number Placeholder 8"/>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378700187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FE8AB15-353C-48EB-85A6-CD6CB44B5029}" type="datetime1">
              <a:rPr lang="en-US" smtClean="0"/>
              <a:pPr/>
              <a:t>8/15/2014</a:t>
            </a:fld>
            <a:endParaRPr dirty="0"/>
          </a:p>
        </p:txBody>
      </p:sp>
      <p:sp>
        <p:nvSpPr>
          <p:cNvPr id="4" name="Footer Placeholder 3"/>
          <p:cNvSpPr>
            <a:spLocks noGrp="1"/>
          </p:cNvSpPr>
          <p:nvPr>
            <p:ph type="ftr" sz="quarter" idx="11"/>
          </p:nvPr>
        </p:nvSpPr>
        <p:spPr/>
        <p:txBody>
          <a:bodyPr/>
          <a:lstStyle/>
          <a:p>
            <a:r>
              <a:rPr dirty="0"/>
              <a:t>Oracle Confidential – Internal/Restricted/Highly Restricted</a:t>
            </a:r>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33769938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mtClean="0"/>
              <a:t>Click to edit Master title style</a:t>
            </a:r>
            <a:endParaRPr dirty="0"/>
          </a:p>
        </p:txBody>
      </p:sp>
      <p:sp>
        <p:nvSpPr>
          <p:cNvPr id="6" name="Text Placeholder 12"/>
          <p:cNvSpPr>
            <a:spLocks noGrp="1"/>
          </p:cNvSpPr>
          <p:nvPr>
            <p:ph type="body" sz="quarter" idx="13" hasCustomPrompt="1"/>
          </p:nvPr>
        </p:nvSpPr>
        <p:spPr>
          <a:xfrm>
            <a:off x="531814" y="1373741"/>
            <a:ext cx="11125198"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Date Placeholder 2"/>
          <p:cNvSpPr>
            <a:spLocks noGrp="1"/>
          </p:cNvSpPr>
          <p:nvPr>
            <p:ph type="dt" sz="half" idx="10"/>
          </p:nvPr>
        </p:nvSpPr>
        <p:spPr/>
        <p:txBody>
          <a:bodyPr/>
          <a:lstStyle/>
          <a:p>
            <a:fld id="{EF03ACBD-99F9-49C0-ACB9-EF931CDC9B1A}" type="datetime1">
              <a:rPr lang="en-US" smtClean="0"/>
              <a:pPr/>
              <a:t>8/15/2014</a:t>
            </a:fld>
            <a:endParaRPr dirty="0"/>
          </a:p>
        </p:txBody>
      </p:sp>
      <p:sp>
        <p:nvSpPr>
          <p:cNvPr id="4" name="Footer Placeholder 3"/>
          <p:cNvSpPr>
            <a:spLocks noGrp="1"/>
          </p:cNvSpPr>
          <p:nvPr>
            <p:ph type="ftr" sz="quarter" idx="11"/>
          </p:nvPr>
        </p:nvSpPr>
        <p:spPr/>
        <p:txBody>
          <a:bodyPr/>
          <a:lstStyle/>
          <a:p>
            <a:r>
              <a:rPr dirty="0"/>
              <a:t>Oracle Confidential – Internal/Restricted/Highly Restricted</a:t>
            </a:r>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416362038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88F458-7733-429C-B109-3C9F9A2DE3CC}" type="datetime1">
              <a:rPr lang="en-US" smtClean="0"/>
              <a:pPr/>
              <a:t>8/15/2014</a:t>
            </a:fld>
            <a:endParaRPr dirty="0"/>
          </a:p>
        </p:txBody>
      </p:sp>
      <p:sp>
        <p:nvSpPr>
          <p:cNvPr id="3" name="Footer Placeholder 2"/>
          <p:cNvSpPr>
            <a:spLocks noGrp="1"/>
          </p:cNvSpPr>
          <p:nvPr>
            <p:ph type="ftr" sz="quarter" idx="11"/>
          </p:nvPr>
        </p:nvSpPr>
        <p:spPr/>
        <p:txBody>
          <a:bodyPr/>
          <a:lstStyle/>
          <a:p>
            <a:r>
              <a:rPr dirty="0"/>
              <a:t>Oracle Confidential – Internal/Restricted/Highly Restricted</a:t>
            </a:r>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60822934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descr="Chart using colors from the approved palette included here"/>
          <p:cNvSpPr>
            <a:spLocks noGrp="1"/>
          </p:cNvSpPr>
          <p:nvPr>
            <p:ph idx="1"/>
          </p:nvPr>
        </p:nvSpPr>
        <p:spPr>
          <a:xfrm>
            <a:off x="531662" y="1524000"/>
            <a:ext cx="7589520"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Text Placeholder 3"/>
          <p:cNvSpPr>
            <a:spLocks noGrp="1"/>
          </p:cNvSpPr>
          <p:nvPr>
            <p:ph type="body" sz="half" idx="2"/>
          </p:nvPr>
        </p:nvSpPr>
        <p:spPr>
          <a:xfrm>
            <a:off x="8777288" y="1524001"/>
            <a:ext cx="2879725"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E11F8E4-39D0-4049-AF38-0FC900C023ED}" type="datetime1">
              <a:rPr lang="en-US" smtClean="0"/>
              <a:pPr/>
              <a:t>8/15/2014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45785070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4-color photo can be included here"/>
          <p:cNvSpPr>
            <a:spLocks noGrp="1"/>
          </p:cNvSpPr>
          <p:nvPr>
            <p:ph type="pic" idx="1"/>
          </p:nvPr>
        </p:nvSpPr>
        <p:spPr bwMode="gray">
          <a:xfrm>
            <a:off x="531813" y="1524000"/>
            <a:ext cx="6095999" cy="4416725"/>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7008812" y="1524000"/>
            <a:ext cx="4648201"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56F1077-4A98-41B8-B551-C393A0D6444B}" type="datetime1">
              <a:rPr lang="en-US" smtClean="0"/>
              <a:pPr/>
              <a:t>8/15/2014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05827476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Picture Placeholder 2" descr="Two 4-color photos can be included here"/>
          <p:cNvSpPr>
            <a:spLocks noGrp="1"/>
          </p:cNvSpPr>
          <p:nvPr>
            <p:ph type="pic" idx="1"/>
          </p:nvPr>
        </p:nvSpPr>
        <p:spPr bwMode="gray">
          <a:xfrm>
            <a:off x="531813"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8" name="Straight Connector 7"/>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6246812"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6246811"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284E017-F44D-46EF-BC24-DC595FD8ADCF}" type="datetime1">
              <a:rPr lang="en-US" smtClean="0"/>
              <a:pPr/>
              <a:t>8/15/2014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90898225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Three 4-color photos can be included here"/>
          <p:cNvSpPr>
            <a:spLocks noGrp="1"/>
          </p:cNvSpPr>
          <p:nvPr>
            <p:ph type="pic" idx="1"/>
          </p:nvPr>
        </p:nvSpPr>
        <p:spPr bwMode="gray">
          <a:xfrm>
            <a:off x="531813"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1" name="Straight Connector 10"/>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435705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435705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2" name="Straight Connector 11"/>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3" name="Picture Placeholder 2"/>
          <p:cNvSpPr>
            <a:spLocks noGrp="1"/>
          </p:cNvSpPr>
          <p:nvPr>
            <p:ph type="pic" idx="15"/>
          </p:nvPr>
        </p:nvSpPr>
        <p:spPr bwMode="gray">
          <a:xfrm>
            <a:off x="818229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4" name="Text Placeholder 3"/>
          <p:cNvSpPr>
            <a:spLocks noGrp="1"/>
          </p:cNvSpPr>
          <p:nvPr>
            <p:ph type="body" sz="half" idx="16"/>
          </p:nvPr>
        </p:nvSpPr>
        <p:spPr>
          <a:xfrm>
            <a:off x="818229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8234B49-3EA9-4F79-9400-39CBD7EE9D61}" type="datetime1">
              <a:rPr lang="en-US" smtClean="0"/>
              <a:pPr/>
              <a:t>8/15/2014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79085471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pic>
        <p:nvPicPr>
          <p:cNvPr id="2" name="Picture 1" descr="Photos, screen captures, graphics can be inserted in a white mobile phone and tablet"/>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3916717" y="1522826"/>
            <a:ext cx="6495366" cy="4567423"/>
          </a:xfrm>
          <a:prstGeom prst="rect">
            <a:avLst/>
          </a:prstGeom>
        </p:spPr>
      </p:pic>
      <p:sp>
        <p:nvSpPr>
          <p:cNvPr id="9" name="Picture Placeholder 2"/>
          <p:cNvSpPr>
            <a:spLocks noGrp="1"/>
          </p:cNvSpPr>
          <p:nvPr>
            <p:ph type="pic" idx="13"/>
          </p:nvPr>
        </p:nvSpPr>
        <p:spPr bwMode="gray">
          <a:xfrm>
            <a:off x="4532312" y="1850231"/>
            <a:ext cx="5246688" cy="3969544"/>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6C510DAC-5D82-4E50-B7C4-230A7C1EB1DA}" type="datetime1">
              <a:rPr lang="en-US" smtClean="0"/>
              <a:pPr/>
              <a:t>8/15/2014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2" name="Picture 11" descr="Photos, screen captures, graphics can be inserted in a white mobile phone and tablet"/>
          <p:cNvPicPr>
            <a:picLocks noChangeAspect="1"/>
          </p:cNvPicPr>
          <p:nvPr userDrawn="1"/>
        </p:nvPicPr>
        <p:blipFill rotWithShape="1">
          <a:blip r:embed="rId3" cstate="print">
            <a:extLst>
              <a:ext uri="{28A0092B-C50C-407E-A947-70E740481C1C}">
                <a14:useLocalDpi xmlns:a14="http://schemas.microsoft.com/office/drawing/2010/main" xmlns="" val="0"/>
              </a:ext>
            </a:extLst>
          </a:blip>
          <a:srcRect/>
          <a:stretch/>
        </p:blipFill>
        <p:spPr>
          <a:xfrm>
            <a:off x="1770062" y="1828800"/>
            <a:ext cx="1840875" cy="3887139"/>
          </a:xfrm>
          <a:prstGeom prst="rect">
            <a:avLst/>
          </a:prstGeom>
        </p:spPr>
      </p:pic>
      <p:sp>
        <p:nvSpPr>
          <p:cNvPr id="13" name="Picture Placeholder 2"/>
          <p:cNvSpPr>
            <a:spLocks noGrp="1"/>
          </p:cNvSpPr>
          <p:nvPr>
            <p:ph type="pic" idx="1"/>
          </p:nvPr>
        </p:nvSpPr>
        <p:spPr bwMode="gray">
          <a:xfrm>
            <a:off x="1888693" y="23726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p14="http://schemas.microsoft.com/office/powerpoint/2010/main" xmlns="" val="74544451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2" y="406400"/>
            <a:ext cx="5852160" cy="889000"/>
          </a:xfrm>
        </p:spPr>
        <p:txBody>
          <a:bodyPr anchor="b">
            <a:noAutofit/>
          </a:bodyPr>
          <a:lstStyle>
            <a:lvl1pPr algn="l">
              <a:defRPr sz="3600" b="0"/>
            </a:lvl1pPr>
          </a:lstStyle>
          <a:p>
            <a:r>
              <a:rPr lang="en-US" smtClean="0"/>
              <a:t>Click to edit Master title style</a:t>
            </a:r>
            <a:endParaRPr dirty="0"/>
          </a:p>
        </p:txBody>
      </p:sp>
      <p:pic>
        <p:nvPicPr>
          <p:cNvPr id="13" name="Picture 12" descr="Photos, screen captures, graphics can be inserted in a white mobile phone and tablet"/>
          <p:cNvPicPr>
            <a:picLocks noChangeAspect="1"/>
          </p:cNvPicPr>
          <p:nvPr/>
        </p:nvPicPr>
        <p:blipFill rotWithShape="1">
          <a:blip r:embed="rId2" cstate="print">
            <a:extLst>
              <a:ext uri="{28A0092B-C50C-407E-A947-70E740481C1C}">
                <a14:useLocalDpi xmlns:a14="http://schemas.microsoft.com/office/drawing/2010/main" xmlns="" val="0"/>
              </a:ext>
            </a:extLst>
          </a:blip>
          <a:srcRect/>
          <a:stretch/>
        </p:blipFill>
        <p:spPr>
          <a:xfrm>
            <a:off x="3960812" y="1905000"/>
            <a:ext cx="1840875" cy="3887139"/>
          </a:xfrm>
          <a:prstGeom prst="rect">
            <a:avLst/>
          </a:prstGeom>
        </p:spPr>
      </p:pic>
      <p:sp>
        <p:nvSpPr>
          <p:cNvPr id="14" name="Picture Placeholder 2"/>
          <p:cNvSpPr>
            <a:spLocks noGrp="1"/>
          </p:cNvSpPr>
          <p:nvPr>
            <p:ph type="pic" idx="1"/>
          </p:nvPr>
        </p:nvSpPr>
        <p:spPr bwMode="gray">
          <a:xfrm>
            <a:off x="4079443" y="24488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0" name="Picture 9" descr="Photos, screen captures, graphics can be inserted in a white mobile phone and tablet"/>
          <p:cNvPicPr>
            <a:picLocks noChangeAspect="1"/>
          </p:cNvPicPr>
          <p:nvPr/>
        </p:nvPicPr>
        <p:blipFill rotWithShape="1">
          <a:blip r:embed="rId3" cstate="print">
            <a:extLst>
              <a:ext uri="{28A0092B-C50C-407E-A947-70E740481C1C}">
                <a14:useLocalDpi xmlns:a14="http://schemas.microsoft.com/office/drawing/2010/main" xmlns="" val="0"/>
              </a:ext>
            </a:extLst>
          </a:blip>
          <a:srcRect r="7518"/>
          <a:stretch/>
        </p:blipFill>
        <p:spPr>
          <a:xfrm rot="5400000">
            <a:off x="5748377" y="1113567"/>
            <a:ext cx="6007047" cy="4567423"/>
          </a:xfrm>
          <a:prstGeom prst="rect">
            <a:avLst/>
          </a:prstGeom>
        </p:spPr>
      </p:pic>
      <p:sp>
        <p:nvSpPr>
          <p:cNvPr id="9" name="Picture Placeholder 2"/>
          <p:cNvSpPr>
            <a:spLocks noGrp="1"/>
          </p:cNvSpPr>
          <p:nvPr>
            <p:ph type="pic" idx="13"/>
          </p:nvPr>
        </p:nvSpPr>
        <p:spPr bwMode="gray">
          <a:xfrm>
            <a:off x="6747673" y="1013144"/>
            <a:ext cx="3962137" cy="5252348"/>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CD55F35D-1371-4430-93CE-9994DA2B52E7}" type="datetime1">
              <a:rPr lang="en-US" smtClean="0"/>
              <a:pPr/>
              <a:t>8/15/2014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72063404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orient="horz" pos="2160" userDrawn="1">
          <p15:clr>
            <a:srgbClr val="FBAE40"/>
          </p15:clr>
        </p15:guide>
        <p15:guide id="2" pos="3839"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ndroid 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D047D40C-911F-4FC7-9B74-6B0DFEFD7AC5}" type="datetime1">
              <a:rPr lang="en-US" smtClean="0"/>
              <a:pPr/>
              <a:t>8/15/2014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4" name="Picture 13"/>
          <p:cNvPicPr>
            <a:picLocks noChangeAspect="1"/>
          </p:cNvPicPr>
          <p:nvPr userDrawn="1"/>
        </p:nvPicPr>
        <p:blipFill>
          <a:blip r:embed="rId2" cstate="screen">
            <a:extLst>
              <a:ext uri="{28A0092B-C50C-407E-A947-70E740481C1C}">
                <a14:useLocalDpi xmlns:a14="http://schemas.microsoft.com/office/drawing/2010/main" xmlns="" val="0"/>
              </a:ext>
            </a:extLst>
          </a:blip>
          <a:stretch>
            <a:fillRect/>
          </a:stretch>
        </p:blipFill>
        <p:spPr>
          <a:xfrm>
            <a:off x="4257675" y="1584167"/>
            <a:ext cx="5829300" cy="4109594"/>
          </a:xfrm>
          <a:prstGeom prst="rect">
            <a:avLst/>
          </a:prstGeom>
        </p:spPr>
      </p:pic>
      <p:sp>
        <p:nvSpPr>
          <p:cNvPr id="16" name="Picture Placeholder 2"/>
          <p:cNvSpPr>
            <a:spLocks noGrp="1"/>
          </p:cNvSpPr>
          <p:nvPr>
            <p:ph type="pic" idx="13"/>
          </p:nvPr>
        </p:nvSpPr>
        <p:spPr bwMode="gray">
          <a:xfrm>
            <a:off x="4532312" y="1971675"/>
            <a:ext cx="5246688" cy="33242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1761299" y="1981200"/>
            <a:ext cx="1877251" cy="3634952"/>
          </a:xfrm>
          <a:prstGeom prst="rect">
            <a:avLst/>
          </a:prstGeom>
        </p:spPr>
      </p:pic>
      <p:sp>
        <p:nvSpPr>
          <p:cNvPr id="18" name="Picture Placeholder 2"/>
          <p:cNvSpPr>
            <a:spLocks noGrp="1"/>
          </p:cNvSpPr>
          <p:nvPr>
            <p:ph type="pic" idx="1"/>
          </p:nvPr>
        </p:nvSpPr>
        <p:spPr bwMode="gray">
          <a:xfrm>
            <a:off x="1885137" y="2363138"/>
            <a:ext cx="1631569"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p14="http://schemas.microsoft.com/office/powerpoint/2010/main" xmlns="" val="86081927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ndroid 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1" y="406400"/>
            <a:ext cx="5852160" cy="889000"/>
          </a:xfrm>
        </p:spPr>
        <p:txBody>
          <a:bodyPr anchor="b">
            <a:noAutofit/>
          </a:bodyPr>
          <a:lstStyle>
            <a:lvl1pPr algn="l">
              <a:defRPr sz="3600" b="0"/>
            </a:lvl1p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FC4128B5-3AEB-4DA3-B66D-E26AABB569DA}" type="datetime1">
              <a:rPr lang="en-US" smtClean="0"/>
              <a:pPr/>
              <a:t>8/15/2014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3" name="Picture 12"/>
          <p:cNvPicPr>
            <a:picLocks noChangeAspect="1"/>
          </p:cNvPicPr>
          <p:nvPr userDrawn="1"/>
        </p:nvPicPr>
        <p:blipFill rotWithShape="1">
          <a:blip r:embed="rId2" cstate="screen">
            <a:extLst>
              <a:ext uri="{28A0092B-C50C-407E-A947-70E740481C1C}">
                <a14:useLocalDpi xmlns:a14="http://schemas.microsoft.com/office/drawing/2010/main" xmlns="" val="0"/>
              </a:ext>
            </a:extLst>
          </a:blip>
          <a:srcRect r="3674"/>
          <a:stretch/>
        </p:blipFill>
        <p:spPr>
          <a:xfrm rot="5400000">
            <a:off x="5794266" y="1258781"/>
            <a:ext cx="5935471" cy="4345394"/>
          </a:xfrm>
          <a:prstGeom prst="rect">
            <a:avLst/>
          </a:prstGeom>
        </p:spPr>
      </p:pic>
      <p:sp>
        <p:nvSpPr>
          <p:cNvPr id="11" name="Picture Placeholder 2"/>
          <p:cNvSpPr>
            <a:spLocks noGrp="1"/>
          </p:cNvSpPr>
          <p:nvPr>
            <p:ph type="pic" idx="13"/>
          </p:nvPr>
        </p:nvSpPr>
        <p:spPr bwMode="gray">
          <a:xfrm>
            <a:off x="7019925" y="771524"/>
            <a:ext cx="3486149" cy="55340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7" name="Picture 16"/>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3961574" y="2019300"/>
            <a:ext cx="1877251" cy="3634952"/>
          </a:xfrm>
          <a:prstGeom prst="rect">
            <a:avLst/>
          </a:prstGeom>
        </p:spPr>
      </p:pic>
      <p:sp>
        <p:nvSpPr>
          <p:cNvPr id="18" name="Picture Placeholder 2"/>
          <p:cNvSpPr>
            <a:spLocks noGrp="1"/>
          </p:cNvSpPr>
          <p:nvPr>
            <p:ph type="pic" idx="14"/>
          </p:nvPr>
        </p:nvSpPr>
        <p:spPr bwMode="gray">
          <a:xfrm>
            <a:off x="4088968" y="2401238"/>
            <a:ext cx="1618488"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p14="http://schemas.microsoft.com/office/powerpoint/2010/main" xmlns="" val="18766017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orient="horz" pos="2160">
          <p15:clr>
            <a:srgbClr val="FBAE40"/>
          </p15:clr>
        </p15:guide>
        <p15:guide id="2" pos="3839">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Metric with Picture">
    <p:bg>
      <p:bgPr>
        <a:blipFill dpi="0" rotWithShape="1">
          <a:blip r:embed="rId2" cstate="print">
            <a:lum/>
            <a:extLst>
              <a:ext uri="{28A0092B-C50C-407E-A947-70E740481C1C}">
                <a14:useLocalDpi xmlns:a14="http://schemas.microsoft.com/office/drawing/2010/main" xmlns="" val="0"/>
              </a:ext>
            </a:extLst>
          </a:blip>
          <a:srcRect/>
          <a:stretch>
            <a:fillRect/>
          </a:stretch>
        </a:blipFill>
        <a:effectLst/>
      </p:bgPr>
    </p:bg>
    <p:spTree>
      <p:nvGrpSpPr>
        <p:cNvPr id="1" name=""/>
        <p:cNvGrpSpPr/>
        <p:nvPr/>
      </p:nvGrpSpPr>
      <p:grpSpPr>
        <a:xfrm>
          <a:off x="0" y="0"/>
          <a:ext cx="0" cy="0"/>
          <a:chOff x="0" y="0"/>
          <a:chExt cx="0" cy="0"/>
        </a:xfrm>
      </p:grpSpPr>
      <p:sp>
        <p:nvSpPr>
          <p:cNvPr id="8" name="Rectangle 7" descr="A large metric, brief statement, and 4-color photo can be includ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2" name="Group 1"/>
          <p:cNvGrpSpPr/>
          <p:nvPr/>
        </p:nvGrpSpPr>
        <p:grpSpPr>
          <a:xfrm>
            <a:off x="-287" y="0"/>
            <a:ext cx="12189399" cy="6858000"/>
            <a:chOff x="-287" y="0"/>
            <a:chExt cx="12189399" cy="6858000"/>
          </a:xfrm>
        </p:grpSpPr>
        <p:sp>
          <p:nvSpPr>
            <p:cNvPr id="10" name="Rectangle 9"/>
            <p:cNvSpPr/>
            <p:nvPr/>
          </p:nvSpPr>
          <p:spPr bwMode="gray">
            <a:xfrm>
              <a:off x="-287" y="0"/>
              <a:ext cx="193962"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11995151" y="5854"/>
              <a:ext cx="193960"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6400800"/>
              <a:ext cx="12189396" cy="457200"/>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ectangle 12"/>
            <p:cNvSpPr/>
            <p:nvPr/>
          </p:nvSpPr>
          <p:spPr bwMode="gray">
            <a:xfrm>
              <a:off x="-286" y="0"/>
              <a:ext cx="12189398" cy="192024"/>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3" name="Title 2"/>
          <p:cNvSpPr>
            <a:spLocks noGrp="1"/>
          </p:cNvSpPr>
          <p:nvPr>
            <p:ph type="title" hasCustomPrompt="1"/>
          </p:nvPr>
        </p:nvSpPr>
        <p:spPr>
          <a:xfrm>
            <a:off x="760412" y="609600"/>
            <a:ext cx="4572000" cy="2044700"/>
          </a:xfrm>
        </p:spPr>
        <p:txBody>
          <a:bodyPr/>
          <a:lstStyle>
            <a:lvl1pPr>
              <a:defRPr sz="13800" b="1"/>
            </a:lvl1pPr>
          </a:lstStyle>
          <a:p>
            <a:r>
              <a:rPr lang="en-US" dirty="0" smtClean="0"/>
              <a:t>XX</a:t>
            </a:r>
            <a:endParaRPr lang="en-US" dirty="0"/>
          </a:p>
        </p:txBody>
      </p:sp>
      <p:sp>
        <p:nvSpPr>
          <p:cNvPr id="22" name="Text Placeholder 12"/>
          <p:cNvSpPr>
            <a:spLocks noGrp="1"/>
          </p:cNvSpPr>
          <p:nvPr>
            <p:ph type="body" sz="quarter" idx="13" hasCustomPrompt="1"/>
          </p:nvPr>
        </p:nvSpPr>
        <p:spPr>
          <a:xfrm>
            <a:off x="760412" y="2666999"/>
            <a:ext cx="4572000" cy="1960881"/>
          </a:xfrm>
        </p:spPr>
        <p:txBody>
          <a:bodyPr>
            <a:noAutofit/>
          </a:bodyPr>
          <a:lstStyle>
            <a:lvl1pPr marL="1588" indent="0">
              <a:spcBef>
                <a:spcPts val="0"/>
              </a:spcBef>
              <a:buFontTx/>
              <a:buNone/>
              <a:defRPr sz="28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sp>
        <p:nvSpPr>
          <p:cNvPr id="5" name="Date Placeholder 4"/>
          <p:cNvSpPr>
            <a:spLocks noGrp="1"/>
          </p:cNvSpPr>
          <p:nvPr>
            <p:ph type="dt" sz="half" idx="10"/>
          </p:nvPr>
        </p:nvSpPr>
        <p:spPr/>
        <p:txBody>
          <a:bodyPr/>
          <a:lstStyle>
            <a:lvl1pPr>
              <a:defRPr>
                <a:solidFill>
                  <a:schemeClr val="bg1">
                    <a:lumMod val="60000"/>
                    <a:lumOff val="40000"/>
                  </a:schemeClr>
                </a:solidFill>
              </a:defRPr>
            </a:lvl1pPr>
          </a:lstStyle>
          <a:p>
            <a:fld id="{FD572F76-F1EA-444A-83BB-E47A14440E4E}" type="datetime1">
              <a:rPr lang="en-US" smtClean="0"/>
              <a:pPr/>
              <a:t>8/15/2014</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6" name="Footer Placeholder 5"/>
          <p:cNvSpPr>
            <a:spLocks noGrp="1"/>
          </p:cNvSpPr>
          <p:nvPr>
            <p:ph type="ftr" sz="quarter" idx="11"/>
          </p:nvPr>
        </p:nvSpPr>
        <p:spPr/>
        <p:txBody>
          <a:bodyPr/>
          <a:lstStyle>
            <a:lvl1pPr>
              <a:defRPr>
                <a:solidFill>
                  <a:schemeClr val="bg1">
                    <a:lumMod val="60000"/>
                    <a:lumOff val="40000"/>
                  </a:schemeClr>
                </a:solidFill>
              </a:defRPr>
            </a:lvl1p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13818175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xmlns="">
        <p15:guide id="1" orient="horz" pos="2160" userDrawn="1">
          <p15:clr>
            <a:srgbClr val="FBAE40"/>
          </p15:clr>
        </p15:guide>
        <p15:guide id="2" pos="3839"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afe Harbor Front">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D44BE07A-7D22-4C19-A5BD-483F056B573B}" type="datetime1">
              <a:rPr lang="en-US" smtClean="0"/>
              <a:pPr/>
              <a:t>8/15/2014</a:t>
            </a:fld>
            <a:endParaRPr dirty="0"/>
          </a:p>
        </p:txBody>
      </p:sp>
      <p:sp>
        <p:nvSpPr>
          <p:cNvPr id="3" name="Footer Placeholder 2"/>
          <p:cNvSpPr>
            <a:spLocks noGrp="1"/>
          </p:cNvSpPr>
          <p:nvPr>
            <p:ph type="ftr" sz="quarter" idx="11"/>
          </p:nvPr>
        </p:nvSpPr>
        <p:spPr/>
        <p:txBody>
          <a:bodyPr>
            <a:noAutofit/>
          </a:bodyPr>
          <a:lstStyle/>
          <a:p>
            <a:r>
              <a:rPr dirty="0"/>
              <a:t>Oracle Confidential – Internal/Restricted/Highly Restricted</a:t>
            </a:r>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259788944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afe Harbor Back">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preceding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C99BAFB7-0E5E-4EE7-8641-AF7850911139}" type="datetime1">
              <a:rPr lang="en-US" smtClean="0"/>
              <a:pPr/>
              <a:t>8/15/2014</a:t>
            </a:fld>
            <a:endParaRPr dirty="0"/>
          </a:p>
        </p:txBody>
      </p:sp>
      <p:sp>
        <p:nvSpPr>
          <p:cNvPr id="3" name="Footer Placeholder 2"/>
          <p:cNvSpPr>
            <a:spLocks noGrp="1"/>
          </p:cNvSpPr>
          <p:nvPr>
            <p:ph type="ftr" sz="quarter" idx="11"/>
          </p:nvPr>
        </p:nvSpPr>
        <p:spPr/>
        <p:txBody>
          <a:bodyPr>
            <a:noAutofit/>
          </a:bodyPr>
          <a:lstStyle/>
          <a:p>
            <a:r>
              <a:rPr dirty="0"/>
              <a:t>Oracle Confidential – Internal/Restricted/Highly Restricted</a:t>
            </a:r>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p14="http://schemas.microsoft.com/office/powerpoint/2010/main" xmlns="" val="235887190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Positioning Statemen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A798F0-FA43-4E15-BD25-5AA39BB9FA12}" type="datetime1">
              <a:rPr lang="en-US" smtClean="0"/>
              <a:pPr/>
              <a:t>8/15/2014</a:t>
            </a:fld>
            <a:endParaRPr dirty="0"/>
          </a:p>
        </p:txBody>
      </p:sp>
      <p:sp>
        <p:nvSpPr>
          <p:cNvPr id="3" name="Footer Placeholder 2"/>
          <p:cNvSpPr>
            <a:spLocks noGrp="1"/>
          </p:cNvSpPr>
          <p:nvPr>
            <p:ph type="ftr" sz="quarter" idx="11"/>
          </p:nvPr>
        </p:nvSpPr>
        <p:spPr/>
        <p:txBody>
          <a:bodyPr/>
          <a:lstStyle/>
          <a:p>
            <a:r>
              <a:rPr dirty="0"/>
              <a:t>Oracle Confidential – Internal/Restricted/Highly Restricted</a:t>
            </a:r>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pic>
        <p:nvPicPr>
          <p:cNvPr id="8" name="Picture 7" descr="&quot;Hardware and Software Engineered to work together&quot; tagline in red and black"/>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2820860" y="2313432"/>
            <a:ext cx="6547104" cy="1832339"/>
          </a:xfrm>
          <a:prstGeom prst="rect">
            <a:avLst/>
          </a:prstGeom>
        </p:spPr>
      </p:pic>
    </p:spTree>
    <p:extLst>
      <p:ext uri="{BB962C8B-B14F-4D97-AF65-F5344CB8AC3E}">
        <p14:creationId xmlns:p14="http://schemas.microsoft.com/office/powerpoint/2010/main" xmlns="" val="370913749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Oracle logo">
    <p:bg bwMode="ltGray">
      <p:bgRef idx="1001">
        <a:schemeClr val="bg1"/>
      </p:bgRef>
    </p:bg>
    <p:spTree>
      <p:nvGrpSpPr>
        <p:cNvPr id="1" name=""/>
        <p:cNvGrpSpPr/>
        <p:nvPr/>
      </p:nvGrpSpPr>
      <p:grpSpPr>
        <a:xfrm>
          <a:off x="0" y="0"/>
          <a:ext cx="0" cy="0"/>
          <a:chOff x="0" y="0"/>
          <a:chExt cx="0" cy="0"/>
        </a:xfrm>
      </p:grpSpPr>
      <p:pic>
        <p:nvPicPr>
          <p:cNvPr id="2" name="Picture 1" descr="Oracle logo in white on red staging background. Light blue frame around perimete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bwMode="hidden">
          <a:xfrm>
            <a:off x="138023" y="129398"/>
            <a:ext cx="11912778" cy="6547450"/>
          </a:xfrm>
          <a:prstGeom prst="rect">
            <a:avLst/>
          </a:prstGeom>
          <a:noFill/>
          <a:ln>
            <a:noFill/>
          </a:ln>
        </p:spPr>
      </p:pic>
      <p:grpSp>
        <p:nvGrpSpPr>
          <p:cNvPr id="3" name="Group 2"/>
          <p:cNvGrpSpPr/>
          <p:nvPr userDrawn="1"/>
        </p:nvGrpSpPr>
        <p:grpSpPr>
          <a:xfrm>
            <a:off x="-287" y="0"/>
            <a:ext cx="12189399" cy="6858000"/>
            <a:chOff x="-287" y="0"/>
            <a:chExt cx="12189399" cy="6858000"/>
          </a:xfrm>
        </p:grpSpPr>
        <p:sp>
          <p:nvSpPr>
            <p:cNvPr id="6" name="Rectangle 5"/>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Rectangle 6"/>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ectangle 7"/>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1" name="Picture 10"/>
          <p:cNvPicPr>
            <a:picLocks noChangeAspect="1"/>
          </p:cNvPicPr>
          <p:nvPr userDrawn="1"/>
        </p:nvPicPr>
        <p:blipFill>
          <a:blip r:embed="rId3" cstate="screen">
            <a:extLst>
              <a:ext uri="{28A0092B-C50C-407E-A947-70E740481C1C}">
                <a14:useLocalDpi xmlns:a14="http://schemas.microsoft.com/office/drawing/2010/main" xmlns="" val="0"/>
              </a:ext>
            </a:extLst>
          </a:blip>
          <a:stretch>
            <a:fillRect/>
          </a:stretch>
        </p:blipFill>
        <p:spPr bwMode="black">
          <a:xfrm>
            <a:off x="3822128" y="2843826"/>
            <a:ext cx="4544568" cy="569547"/>
          </a:xfrm>
          <a:prstGeom prst="rect">
            <a:avLst/>
          </a:prstGeom>
        </p:spPr>
      </p:pic>
    </p:spTree>
    <p:extLst>
      <p:ext uri="{BB962C8B-B14F-4D97-AF65-F5344CB8AC3E}">
        <p14:creationId xmlns:p14="http://schemas.microsoft.com/office/powerpoint/2010/main" xmlns="" val="106575552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31151" y="1524001"/>
            <a:ext cx="11126522" cy="4419600"/>
          </a:xfrm>
        </p:spPr>
        <p:txBody>
          <a:bodyPr vert="eaVert">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noAutofit/>
          </a:bodyPr>
          <a:lstStyle/>
          <a:p>
            <a:fld id="{60E4D1F5-AACB-4215-8EA5-C7BF4EA7155B}" type="datetime1">
              <a:rPr lang="en-US" smtClean="0"/>
              <a:pPr/>
              <a:t>8/15/2014</a:t>
            </a:fld>
            <a:endParaRPr lang="en-US"/>
          </a:p>
        </p:txBody>
      </p:sp>
      <p:sp>
        <p:nvSpPr>
          <p:cNvPr id="5" name="Footer Placeholder 4"/>
          <p:cNvSpPr>
            <a:spLocks noGrp="1"/>
          </p:cNvSpPr>
          <p:nvPr>
            <p:ph type="ftr" sz="quarter" idx="11"/>
          </p:nvPr>
        </p:nvSpPr>
        <p:spPr/>
        <p:txBody>
          <a:bodyPr>
            <a:noAutofit/>
          </a:bodyPr>
          <a:lstStyle/>
          <a:p>
            <a:r>
              <a:rPr lang="en-US" smtClean="0"/>
              <a:t>Oracle Confidential – Internal/Restricted/Highly Restricted</a:t>
            </a:r>
            <a:endParaRPr lang="en-US"/>
          </a:p>
        </p:txBody>
      </p:sp>
      <p:sp>
        <p:nvSpPr>
          <p:cNvPr id="6" name="Slide Number Placeholder 5"/>
          <p:cNvSpPr>
            <a:spLocks noGrp="1"/>
          </p:cNvSpPr>
          <p:nvPr>
            <p:ph type="sldNum" sz="quarter" idx="12"/>
          </p:nvPr>
        </p:nvSpPr>
        <p:spPr/>
        <p:txBody>
          <a:bodyPr>
            <a:noAutofit/>
          </a:bodyPr>
          <a:lstStyle/>
          <a:p>
            <a:fld id="{D4EAF17A-378C-49D5-A479-C71FF9D7F1E7}" type="slidenum">
              <a:rPr lang="en-US" smtClean="0"/>
              <a:pPr/>
              <a:t>‹#›</a:t>
            </a:fld>
            <a:endParaRPr lang="en-US"/>
          </a:p>
        </p:txBody>
      </p:sp>
    </p:spTree>
    <p:extLst>
      <p:ext uri="{BB962C8B-B14F-4D97-AF65-F5344CB8AC3E}">
        <p14:creationId xmlns:p14="http://schemas.microsoft.com/office/powerpoint/2010/main" xmlns="" val="386218712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285413" y="533400"/>
            <a:ext cx="1371600" cy="5410200"/>
          </a:xfrm>
        </p:spPr>
        <p:txBody>
          <a:bodyPr vert="eaVert"/>
          <a:lstStyle>
            <a:lvl1pPr>
              <a:defRPr/>
            </a:lvl1pPr>
          </a:lstStyle>
          <a:p>
            <a:r>
              <a:rPr lang="en-US" smtClean="0"/>
              <a:t>Click to edit Master title style</a:t>
            </a:r>
            <a:endParaRPr dirty="0"/>
          </a:p>
        </p:txBody>
      </p:sp>
      <p:sp>
        <p:nvSpPr>
          <p:cNvPr id="3" name="Vertical Text Placeholder 2"/>
          <p:cNvSpPr>
            <a:spLocks noGrp="1"/>
          </p:cNvSpPr>
          <p:nvPr>
            <p:ph type="body" orient="vert" idx="1"/>
          </p:nvPr>
        </p:nvSpPr>
        <p:spPr>
          <a:xfrm>
            <a:off x="531813" y="533400"/>
            <a:ext cx="9524999"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68D60B8A-9BFF-4352-BF1B-F2D9953CB3D0}" type="datetime1">
              <a:rPr lang="en-US" smtClean="0"/>
              <a:pPr/>
              <a:t>8/15/2014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17345457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Border"/>
          <p:cNvGrpSpPr/>
          <p:nvPr/>
        </p:nvGrpSpPr>
        <p:grpSpPr>
          <a:xfrm>
            <a:off x="-287" y="0"/>
            <a:ext cx="12189399" cy="6858000"/>
            <a:chOff x="-287" y="0"/>
            <a:chExt cx="12189399" cy="6858000"/>
          </a:xfrm>
        </p:grpSpPr>
        <p:sp>
          <p:nvSpPr>
            <p:cNvPr id="8" name="Rectangle 7"/>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9" name="Oracle red badge logo" descr="Oracle logo in white on red staging background"/>
          <p:cNvPicPr>
            <a:picLocks noChangeAspect="1"/>
          </p:cNvPicPr>
          <p:nvPr/>
        </p:nvPicPr>
        <p:blipFill>
          <a:blip r:embed="rId40"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2" name="Title Placeholder 1"/>
          <p:cNvSpPr>
            <a:spLocks noGrp="1"/>
          </p:cNvSpPr>
          <p:nvPr>
            <p:ph type="title"/>
          </p:nvPr>
        </p:nvSpPr>
        <p:spPr>
          <a:xfrm>
            <a:off x="531812" y="406400"/>
            <a:ext cx="11125200" cy="889000"/>
          </a:xfrm>
          <a:prstGeom prst="rect">
            <a:avLst/>
          </a:prstGeom>
        </p:spPr>
        <p:txBody>
          <a:bodyPr vert="horz" lIns="0" tIns="0" rIns="0" bIns="0" rtlCol="0" anchor="b">
            <a:noAutofit/>
          </a:bodyPr>
          <a:lstStyle/>
          <a:p>
            <a:r>
              <a:rPr lang="en-US" smtClean="0"/>
              <a:t>Click to edit Master title style</a:t>
            </a:r>
            <a:endParaRPr dirty="0"/>
          </a:p>
        </p:txBody>
      </p:sp>
      <p:sp>
        <p:nvSpPr>
          <p:cNvPr id="3" name="Text Placeholder 2"/>
          <p:cNvSpPr>
            <a:spLocks noGrp="1"/>
          </p:cNvSpPr>
          <p:nvPr>
            <p:ph type="body" idx="1"/>
          </p:nvPr>
        </p:nvSpPr>
        <p:spPr>
          <a:xfrm>
            <a:off x="531151" y="1524001"/>
            <a:ext cx="11126522" cy="4419600"/>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4563214" y="6556248"/>
            <a:ext cx="1226398"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5A8124F4-2654-49F0-B08D-C261A0579CE7}" type="datetime1">
              <a:rPr lang="en-US" smtClean="0"/>
              <a:pPr/>
              <a:t>8/15/2014</a:t>
            </a:fld>
            <a:endParaRPr dirty="0"/>
          </a:p>
        </p:txBody>
      </p:sp>
      <p:sp>
        <p:nvSpPr>
          <p:cNvPr id="15" name="TextBox 14"/>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3"/>
          </p:nvPr>
        </p:nvSpPr>
        <p:spPr>
          <a:xfrm>
            <a:off x="8777289" y="6556248"/>
            <a:ext cx="2498723" cy="182880"/>
          </a:xfrm>
          <a:prstGeom prst="rect">
            <a:avLst/>
          </a:prstGeom>
        </p:spPr>
        <p:txBody>
          <a:bodyPr vert="horz" wrap="none" lIns="0" tIns="0" rIns="0" bIns="0" rtlCol="0" anchor="ctr"/>
          <a:lstStyle>
            <a:lvl1pPr algn="l">
              <a:defRPr sz="800">
                <a:solidFill>
                  <a:schemeClr val="tx1">
                    <a:lumMod val="60000"/>
                    <a:lumOff val="40000"/>
                  </a:schemeClr>
                </a:solidFill>
              </a:defRPr>
            </a:lvl1pPr>
          </a:lstStyle>
          <a:p>
            <a:r>
              <a:rPr dirty="0"/>
              <a:t>Oracle Confidential – Internal/Restricted/Highly Restricted</a:t>
            </a:r>
          </a:p>
        </p:txBody>
      </p:sp>
      <p:sp>
        <p:nvSpPr>
          <p:cNvPr id="6" name="Slide Number Placeholder 5"/>
          <p:cNvSpPr>
            <a:spLocks noGrp="1"/>
          </p:cNvSpPr>
          <p:nvPr>
            <p:ph type="sldNum" sz="quarter" idx="4"/>
          </p:nvPr>
        </p:nvSpPr>
        <p:spPr>
          <a:xfrm>
            <a:off x="11276011" y="6556248"/>
            <a:ext cx="381661"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C51EAA63-D034-42AE-91FA-B13B9518C7BE}" type="slidenum">
              <a:rPr/>
              <a:pPr/>
              <a:t>‹#›</a:t>
            </a:fld>
            <a:endParaRPr dirty="0"/>
          </a:p>
        </p:txBody>
      </p:sp>
    </p:spTree>
    <p:extLst>
      <p:ext uri="{BB962C8B-B14F-4D97-AF65-F5344CB8AC3E}">
        <p14:creationId xmlns:p14="http://schemas.microsoft.com/office/powerpoint/2010/main" xmlns="" val="3193062027"/>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62" r:id="rId3"/>
    <p:sldLayoutId id="2147483689" r:id="rId4"/>
    <p:sldLayoutId id="2147483693" r:id="rId5"/>
    <p:sldLayoutId id="2147483650" r:id="rId6"/>
    <p:sldLayoutId id="2147483663" r:id="rId7"/>
    <p:sldLayoutId id="2147483686" r:id="rId8"/>
    <p:sldLayoutId id="2147483651" r:id="rId9"/>
    <p:sldLayoutId id="2147483665" r:id="rId10"/>
    <p:sldLayoutId id="2147483669" r:id="rId11"/>
    <p:sldLayoutId id="2147483692" r:id="rId12"/>
    <p:sldLayoutId id="2147483683" r:id="rId13"/>
    <p:sldLayoutId id="2147483670" r:id="rId14"/>
    <p:sldLayoutId id="2147483652" r:id="rId15"/>
    <p:sldLayoutId id="2147483671" r:id="rId16"/>
    <p:sldLayoutId id="2147483672" r:id="rId17"/>
    <p:sldLayoutId id="2147483679" r:id="rId18"/>
    <p:sldLayoutId id="2147483685" r:id="rId19"/>
    <p:sldLayoutId id="2147483688" r:id="rId20"/>
    <p:sldLayoutId id="2147483654" r:id="rId21"/>
    <p:sldLayoutId id="2147483666" r:id="rId22"/>
    <p:sldLayoutId id="2147483655" r:id="rId23"/>
    <p:sldLayoutId id="2147483656" r:id="rId24"/>
    <p:sldLayoutId id="2147483657" r:id="rId25"/>
    <p:sldLayoutId id="2147483673" r:id="rId26"/>
    <p:sldLayoutId id="2147483674" r:id="rId27"/>
    <p:sldLayoutId id="2147483682" r:id="rId28"/>
    <p:sldLayoutId id="2147483684" r:id="rId29"/>
    <p:sldLayoutId id="2147483690" r:id="rId30"/>
    <p:sldLayoutId id="2147483691" r:id="rId31"/>
    <p:sldLayoutId id="2147483668" r:id="rId32"/>
    <p:sldLayoutId id="2147483675" r:id="rId33"/>
    <p:sldLayoutId id="2147483676" r:id="rId34"/>
    <p:sldLayoutId id="2147483667" r:id="rId35"/>
    <p:sldLayoutId id="2147483661" r:id="rId36"/>
    <p:sldLayoutId id="2147483687" r:id="rId37"/>
    <p:sldLayoutId id="2147483659" r:id="rId38"/>
  </p:sldLayoutIdLst>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hf hdr="0" ftr="0" dt="0"/>
  <p:txStyles>
    <p:titleStyle>
      <a:lvl1pPr algn="l" defTabSz="914400" rtl="0" eaLnBrk="1" latinLnBrk="0" hangingPunct="1">
        <a:lnSpc>
          <a:spcPct val="8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200"/>
        </a:spcBef>
        <a:buClr>
          <a:schemeClr val="tx1">
            <a:lumMod val="60000"/>
            <a:lumOff val="40000"/>
          </a:schemeClr>
        </a:buClr>
        <a:buFont typeface="Arial" panose="020B0604020202020204" pitchFamily="34" charset="0"/>
        <a:buChar char="•"/>
        <a:defRPr sz="2800" kern="1200">
          <a:solidFill>
            <a:schemeClr val="tx1"/>
          </a:solidFill>
          <a:latin typeface="+mn-lt"/>
          <a:ea typeface="+mn-ea"/>
          <a:cs typeface="+mn-cs"/>
        </a:defRPr>
      </a:lvl1pPr>
      <a:lvl2pPr marL="502920" indent="-228600" algn="l" defTabSz="914400" rtl="0" eaLnBrk="1" latinLnBrk="0" hangingPunct="1">
        <a:lnSpc>
          <a:spcPct val="90000"/>
        </a:lnSpc>
        <a:spcBef>
          <a:spcPts val="800"/>
        </a:spcBef>
        <a:buClr>
          <a:schemeClr val="tx1">
            <a:lumMod val="60000"/>
            <a:lumOff val="40000"/>
          </a:schemeClr>
        </a:buClr>
        <a:buFont typeface="Arial" panose="020B0604020202020204" pitchFamily="34" charset="0"/>
        <a:buChar char="–"/>
        <a:defRPr sz="2400" kern="1200">
          <a:solidFill>
            <a:schemeClr val="tx1"/>
          </a:solidFill>
          <a:latin typeface="+mn-lt"/>
          <a:ea typeface="+mn-ea"/>
          <a:cs typeface="+mn-cs"/>
        </a:defRPr>
      </a:lvl2pPr>
      <a:lvl3pPr marL="731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2000" kern="1200">
          <a:solidFill>
            <a:schemeClr val="tx1"/>
          </a:solidFill>
          <a:latin typeface="+mn-lt"/>
          <a:ea typeface="+mn-ea"/>
          <a:cs typeface="+mn-cs"/>
        </a:defRPr>
      </a:lvl3pPr>
      <a:lvl4pPr marL="960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800" kern="1200">
          <a:solidFill>
            <a:schemeClr val="tx1"/>
          </a:solidFill>
          <a:latin typeface="+mn-lt"/>
          <a:ea typeface="+mn-ea"/>
          <a:cs typeface="+mn-cs"/>
        </a:defRPr>
      </a:lvl4pPr>
      <a:lvl5pPr marL="11887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xmlns="">
        <p15:guide id="1" orient="horz" pos="2160" userDrawn="1">
          <p15:clr>
            <a:srgbClr val="F26B43"/>
          </p15:clr>
        </p15:guide>
        <p15:guide id="2" pos="3839" userDrawn="1">
          <p15:clr>
            <a:srgbClr val="F26B43"/>
          </p15:clr>
        </p15:guide>
        <p15:guide id="4" orient="horz" pos="412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35505626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t="-25000" b="-25000"/>
          </a:stretch>
        </a:blipFill>
        <a:effectLst/>
      </p:bgPr>
    </p:bg>
    <p:spTree>
      <p:nvGrpSpPr>
        <p:cNvPr id="1" name=""/>
        <p:cNvGrpSpPr/>
        <p:nvPr/>
      </p:nvGrpSpPr>
      <p:grpSpPr>
        <a:xfrm>
          <a:off x="0" y="0"/>
          <a:ext cx="0" cy="0"/>
          <a:chOff x="0" y="0"/>
          <a:chExt cx="0" cy="0"/>
        </a:xfrm>
      </p:grpSpPr>
      <p:sp>
        <p:nvSpPr>
          <p:cNvPr id="2" name="Title 1" descr="Full slide 4-color photo can be inserted here"/>
          <p:cNvSpPr>
            <a:spLocks noGrp="1"/>
          </p:cNvSpPr>
          <p:nvPr>
            <p:ph type="ctrTitle"/>
          </p:nvPr>
        </p:nvSpPr>
        <p:spPr/>
        <p:txBody>
          <a:bodyPr/>
          <a:lstStyle/>
          <a:p>
            <a:r>
              <a:rPr lang="en-US" dirty="0" smtClean="0"/>
              <a:t>Influence Map</a:t>
            </a:r>
            <a:endParaRPr lang="en-US" dirty="0"/>
          </a:p>
        </p:txBody>
      </p:sp>
      <p:sp>
        <p:nvSpPr>
          <p:cNvPr id="3" name="Subtitle 2"/>
          <p:cNvSpPr>
            <a:spLocks noGrp="1"/>
          </p:cNvSpPr>
          <p:nvPr>
            <p:ph type="subTitle" idx="1"/>
          </p:nvPr>
        </p:nvSpPr>
        <p:spPr/>
        <p:txBody>
          <a:bodyPr/>
          <a:lstStyle/>
          <a:p>
            <a:r>
              <a:rPr lang="en-US" dirty="0" smtClean="0"/>
              <a:t>&lt;Company Name&gt;</a:t>
            </a:r>
          </a:p>
          <a:p>
            <a:r>
              <a:rPr lang="en-US" dirty="0" smtClean="0"/>
              <a:t>&lt;Project Name&gt;</a:t>
            </a:r>
            <a:endParaRPr lang="en-US" dirty="0"/>
          </a:p>
        </p:txBody>
      </p:sp>
      <p:sp>
        <p:nvSpPr>
          <p:cNvPr id="6" name="Text Placeholder 5"/>
          <p:cNvSpPr>
            <a:spLocks noGrp="1"/>
          </p:cNvSpPr>
          <p:nvPr>
            <p:ph type="body" sz="quarter" idx="13"/>
          </p:nvPr>
        </p:nvSpPr>
        <p:spPr/>
        <p:txBody>
          <a:bodyPr/>
          <a:lstStyle/>
          <a:p>
            <a:r>
              <a:rPr lang="en-US" smtClean="0"/>
              <a:t>Presenter’s Name</a:t>
            </a:r>
          </a:p>
          <a:p>
            <a:r>
              <a:rPr lang="en-US" smtClean="0"/>
              <a:t>Presenter’s Title</a:t>
            </a:r>
          </a:p>
          <a:p>
            <a:r>
              <a:rPr lang="en-US" smtClean="0"/>
              <a:t>Organization, Division or Business Unit</a:t>
            </a:r>
          </a:p>
          <a:p>
            <a:r>
              <a:rPr lang="en-US" smtClean="0"/>
              <a:t>Month 00, 2014</a:t>
            </a:r>
            <a:endParaRPr lang="en-US" dirty="0"/>
          </a:p>
        </p:txBody>
      </p:sp>
      <p:sp>
        <p:nvSpPr>
          <p:cNvPr id="7" name="TextBox 6"/>
          <p:cNvSpPr txBox="1"/>
          <p:nvPr/>
        </p:nvSpPr>
        <p:spPr>
          <a:xfrm>
            <a:off x="5942012" y="5524500"/>
            <a:ext cx="3200400" cy="838200"/>
          </a:xfrm>
          <a:prstGeom prst="rect">
            <a:avLst/>
          </a:prstGeom>
          <a:solidFill>
            <a:srgbClr val="EAEEEF"/>
          </a:solidFill>
          <a:ln w="12700">
            <a:solidFill>
              <a:srgbClr val="D9541E"/>
            </a:solidFill>
            <a:prstDash val="sysDash"/>
          </a:ln>
        </p:spPr>
        <p:txBody>
          <a:bodyPr wrap="square" lIns="91440" tIns="91440" rIns="91440" bIns="91440" rtlCol="0" anchor="b" anchorCtr="0">
            <a:noAutofit/>
          </a:bodyPr>
          <a:lstStyle/>
          <a:p>
            <a:pPr>
              <a:lnSpc>
                <a:spcPct val="90000"/>
              </a:lnSpc>
              <a:spcBef>
                <a:spcPts val="600"/>
              </a:spcBef>
            </a:pPr>
            <a:r>
              <a:rPr lang="en-US" sz="1050" b="1" dirty="0">
                <a:solidFill>
                  <a:srgbClr val="5F5F5F"/>
                </a:solidFill>
              </a:rPr>
              <a:t>Note: </a:t>
            </a:r>
            <a:r>
              <a:rPr lang="en-US" sz="1050" dirty="0">
                <a:solidFill>
                  <a:srgbClr val="5F5F5F"/>
                </a:solidFill>
              </a:rPr>
              <a:t>The speaker notes for this slide include detailed instructions on how to customize this Title Slide with your own picture.</a:t>
            </a:r>
          </a:p>
          <a:p>
            <a:pPr>
              <a:lnSpc>
                <a:spcPct val="90000"/>
              </a:lnSpc>
              <a:spcBef>
                <a:spcPts val="600"/>
              </a:spcBef>
            </a:pPr>
            <a:r>
              <a:rPr lang="en-US" sz="1050" b="1" dirty="0">
                <a:solidFill>
                  <a:srgbClr val="5F5F5F"/>
                </a:solidFill>
              </a:rPr>
              <a:t>Tip! </a:t>
            </a:r>
            <a:r>
              <a:rPr lang="en-US" sz="1050" dirty="0">
                <a:solidFill>
                  <a:srgbClr val="5F5F5F"/>
                </a:solidFill>
              </a:rPr>
              <a:t>Remember to remove this text box.</a:t>
            </a:r>
          </a:p>
        </p:txBody>
      </p:sp>
      <p:pic>
        <p:nvPicPr>
          <p:cNvPr id="8" name="Picture 7" descr="Oracle_Unified_Method_485C.gif"/>
          <p:cNvPicPr>
            <a:picLocks noChangeAspect="1"/>
          </p:cNvPicPr>
          <p:nvPr/>
        </p:nvPicPr>
        <p:blipFill>
          <a:blip r:embed="rId4" cstate="print"/>
          <a:srcRect/>
          <a:stretch>
            <a:fillRect/>
          </a:stretch>
        </p:blipFill>
        <p:spPr bwMode="auto">
          <a:xfrm>
            <a:off x="9980612" y="5562600"/>
            <a:ext cx="1619250" cy="638175"/>
          </a:xfrm>
          <a:prstGeom prst="rect">
            <a:avLst/>
          </a:prstGeom>
          <a:noFill/>
          <a:ln w="9525">
            <a:noFill/>
            <a:miter lim="800000"/>
            <a:headEnd/>
            <a:tailEnd/>
          </a:ln>
        </p:spPr>
      </p:pic>
    </p:spTree>
    <p:extLst>
      <p:ext uri="{BB962C8B-B14F-4D97-AF65-F5344CB8AC3E}">
        <p14:creationId xmlns:p14="http://schemas.microsoft.com/office/powerpoint/2010/main" xmlns="" val="336776055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 Influence for Enterprise</a:t>
            </a:r>
            <a:endParaRPr lang="en-US" dirty="0"/>
          </a:p>
        </p:txBody>
      </p:sp>
      <p:sp>
        <p:nvSpPr>
          <p:cNvPr id="3" name="Slide Number Placeholder 2"/>
          <p:cNvSpPr>
            <a:spLocks noGrp="1"/>
          </p:cNvSpPr>
          <p:nvPr>
            <p:ph type="sldNum" sz="quarter" idx="12"/>
          </p:nvPr>
        </p:nvSpPr>
        <p:spPr/>
        <p:txBody>
          <a:bodyPr/>
          <a:lstStyle/>
          <a:p>
            <a:fld id="{C51EAA63-D034-42AE-91FA-B13B9518C7BE}" type="slidenum">
              <a:rPr lang="en-US" smtClean="0"/>
              <a:pPr/>
              <a:t>3</a:t>
            </a:fld>
            <a:endParaRPr lang="en-US" dirty="0"/>
          </a:p>
        </p:txBody>
      </p:sp>
      <p:grpSp>
        <p:nvGrpSpPr>
          <p:cNvPr id="4" name="Group 4"/>
          <p:cNvGrpSpPr>
            <a:grpSpLocks/>
          </p:cNvGrpSpPr>
          <p:nvPr/>
        </p:nvGrpSpPr>
        <p:grpSpPr bwMode="auto">
          <a:xfrm>
            <a:off x="531812" y="1419232"/>
            <a:ext cx="11086335" cy="4829168"/>
            <a:chOff x="306" y="868"/>
            <a:chExt cx="5239" cy="3042"/>
          </a:xfrm>
        </p:grpSpPr>
        <p:sp>
          <p:nvSpPr>
            <p:cNvPr id="5" name="Text Box 5"/>
            <p:cNvSpPr txBox="1">
              <a:spLocks noChangeArrowheads="1"/>
            </p:cNvSpPr>
            <p:nvPr/>
          </p:nvSpPr>
          <p:spPr bwMode="auto">
            <a:xfrm>
              <a:off x="2185" y="1149"/>
              <a:ext cx="1905" cy="679"/>
            </a:xfrm>
            <a:prstGeom prst="rect">
              <a:avLst/>
            </a:prstGeom>
            <a:noFill/>
            <a:ln w="9525">
              <a:noFill/>
              <a:miter lim="800000"/>
              <a:headEnd/>
              <a:tailEnd/>
            </a:ln>
          </p:spPr>
          <p:txBody>
            <a:bodyPr wrap="none">
              <a:spAutoFit/>
            </a:bodyPr>
            <a:lstStyle/>
            <a:p>
              <a:pPr algn="ctr"/>
              <a:r>
                <a:rPr lang="en-US" sz="2100" dirty="0" smtClean="0">
                  <a:solidFill>
                    <a:srgbClr val="333366"/>
                  </a:solidFill>
                  <a:latin typeface="Tahoma" pitchFamily="34" charset="0"/>
                </a:rPr>
                <a:t>&lt;Chief </a:t>
              </a:r>
              <a:r>
                <a:rPr lang="en-US" sz="2100" dirty="0">
                  <a:solidFill>
                    <a:srgbClr val="333366"/>
                  </a:solidFill>
                  <a:latin typeface="Tahoma" pitchFamily="34" charset="0"/>
                </a:rPr>
                <a:t>Operating Officer Name&gt;</a:t>
              </a:r>
            </a:p>
            <a:p>
              <a:pPr algn="ctr"/>
              <a:r>
                <a:rPr lang="en-US" sz="4300" dirty="0">
                  <a:solidFill>
                    <a:srgbClr val="333366"/>
                  </a:solidFill>
                  <a:latin typeface="Tahoma" pitchFamily="34" charset="0"/>
                </a:rPr>
                <a:t>COO</a:t>
              </a:r>
            </a:p>
          </p:txBody>
        </p:sp>
        <p:grpSp>
          <p:nvGrpSpPr>
            <p:cNvPr id="6" name="Group 6"/>
            <p:cNvGrpSpPr>
              <a:grpSpLocks/>
            </p:cNvGrpSpPr>
            <p:nvPr/>
          </p:nvGrpSpPr>
          <p:grpSpPr bwMode="auto">
            <a:xfrm>
              <a:off x="2166" y="1842"/>
              <a:ext cx="1930" cy="452"/>
              <a:chOff x="1908" y="2112"/>
              <a:chExt cx="1200" cy="240"/>
            </a:xfrm>
          </p:grpSpPr>
          <p:sp>
            <p:nvSpPr>
              <p:cNvPr id="22" name="Rectangle 7"/>
              <p:cNvSpPr>
                <a:spLocks noChangeArrowheads="1"/>
              </p:cNvSpPr>
              <p:nvPr/>
            </p:nvSpPr>
            <p:spPr bwMode="auto">
              <a:xfrm>
                <a:off x="1908" y="2112"/>
                <a:ext cx="240" cy="240"/>
              </a:xfrm>
              <a:prstGeom prst="rect">
                <a:avLst/>
              </a:prstGeom>
              <a:noFill/>
              <a:ln w="9525">
                <a:solidFill>
                  <a:srgbClr val="0D1011"/>
                </a:solidFill>
                <a:miter lim="800000"/>
                <a:headEnd/>
                <a:tailEnd/>
              </a:ln>
            </p:spPr>
            <p:txBody>
              <a:bodyPr wrap="none" anchor="ctr"/>
              <a:lstStyle/>
              <a:p>
                <a:pPr algn="ctr"/>
                <a:r>
                  <a:rPr lang="en-US" sz="3700" dirty="0">
                    <a:solidFill>
                      <a:srgbClr val="000000"/>
                    </a:solidFill>
                    <a:latin typeface="Tahoma" pitchFamily="34" charset="0"/>
                  </a:rPr>
                  <a:t>F/S</a:t>
                </a:r>
              </a:p>
            </p:txBody>
          </p:sp>
          <p:sp>
            <p:nvSpPr>
              <p:cNvPr id="23" name="Rectangle 8"/>
              <p:cNvSpPr>
                <a:spLocks noChangeArrowheads="1"/>
              </p:cNvSpPr>
              <p:nvPr/>
            </p:nvSpPr>
            <p:spPr bwMode="auto">
              <a:xfrm>
                <a:off x="2148" y="2112"/>
                <a:ext cx="240" cy="240"/>
              </a:xfrm>
              <a:prstGeom prst="rect">
                <a:avLst/>
              </a:prstGeom>
              <a:noFill/>
              <a:ln w="9525">
                <a:solidFill>
                  <a:srgbClr val="0D1011"/>
                </a:solidFill>
                <a:miter lim="800000"/>
                <a:headEnd/>
                <a:tailEnd/>
              </a:ln>
            </p:spPr>
            <p:txBody>
              <a:bodyPr wrap="none" anchor="ctr"/>
              <a:lstStyle/>
              <a:p>
                <a:pPr algn="ctr"/>
                <a:r>
                  <a:rPr lang="en-US" sz="3700" dirty="0">
                    <a:solidFill>
                      <a:srgbClr val="000000"/>
                    </a:solidFill>
                    <a:latin typeface="Tahoma" pitchFamily="34" charset="0"/>
                  </a:rPr>
                  <a:t>H</a:t>
                </a:r>
              </a:p>
            </p:txBody>
          </p:sp>
          <p:sp>
            <p:nvSpPr>
              <p:cNvPr id="24" name="Rectangle 9"/>
              <p:cNvSpPr>
                <a:spLocks noChangeArrowheads="1"/>
              </p:cNvSpPr>
              <p:nvPr/>
            </p:nvSpPr>
            <p:spPr bwMode="auto">
              <a:xfrm>
                <a:off x="2388" y="2112"/>
                <a:ext cx="240" cy="240"/>
              </a:xfrm>
              <a:prstGeom prst="rect">
                <a:avLst/>
              </a:prstGeom>
              <a:noFill/>
              <a:ln w="9525">
                <a:solidFill>
                  <a:srgbClr val="0D1011"/>
                </a:solidFill>
                <a:miter lim="800000"/>
                <a:headEnd/>
                <a:tailEnd/>
              </a:ln>
            </p:spPr>
            <p:txBody>
              <a:bodyPr wrap="none" anchor="ctr"/>
              <a:lstStyle/>
              <a:p>
                <a:pPr algn="ctr"/>
                <a:r>
                  <a:rPr lang="en-US" sz="3700" dirty="0">
                    <a:solidFill>
                      <a:srgbClr val="000000"/>
                    </a:solidFill>
                    <a:latin typeface="Tahoma" pitchFamily="34" charset="0"/>
                  </a:rPr>
                  <a:t>0</a:t>
                </a:r>
              </a:p>
            </p:txBody>
          </p:sp>
          <p:sp>
            <p:nvSpPr>
              <p:cNvPr id="25" name="Rectangle 10"/>
              <p:cNvSpPr>
                <a:spLocks noChangeArrowheads="1"/>
              </p:cNvSpPr>
              <p:nvPr/>
            </p:nvSpPr>
            <p:spPr bwMode="auto">
              <a:xfrm>
                <a:off x="2628" y="2112"/>
                <a:ext cx="240" cy="240"/>
              </a:xfrm>
              <a:prstGeom prst="rect">
                <a:avLst/>
              </a:prstGeom>
              <a:noFill/>
              <a:ln w="9525">
                <a:solidFill>
                  <a:srgbClr val="0D1011"/>
                </a:solidFill>
                <a:miter lim="800000"/>
                <a:headEnd/>
                <a:tailEnd/>
              </a:ln>
            </p:spPr>
            <p:txBody>
              <a:bodyPr wrap="none" anchor="ctr"/>
              <a:lstStyle/>
              <a:p>
                <a:pPr algn="ctr"/>
                <a:r>
                  <a:rPr lang="en-US" sz="3700" dirty="0">
                    <a:solidFill>
                      <a:srgbClr val="000000"/>
                    </a:solidFill>
                    <a:latin typeface="Tahoma" pitchFamily="34" charset="0"/>
                  </a:rPr>
                  <a:t>N</a:t>
                </a:r>
              </a:p>
            </p:txBody>
          </p:sp>
          <p:sp>
            <p:nvSpPr>
              <p:cNvPr id="26" name="Rectangle 11"/>
              <p:cNvSpPr>
                <a:spLocks noChangeArrowheads="1"/>
              </p:cNvSpPr>
              <p:nvPr/>
            </p:nvSpPr>
            <p:spPr bwMode="auto">
              <a:xfrm>
                <a:off x="2868" y="2112"/>
                <a:ext cx="240" cy="240"/>
              </a:xfrm>
              <a:prstGeom prst="rect">
                <a:avLst/>
              </a:prstGeom>
              <a:noFill/>
              <a:ln w="9525">
                <a:solidFill>
                  <a:srgbClr val="0D1011"/>
                </a:solidFill>
                <a:miter lim="800000"/>
                <a:headEnd/>
                <a:tailEnd/>
              </a:ln>
            </p:spPr>
            <p:txBody>
              <a:bodyPr wrap="none" anchor="ctr"/>
              <a:lstStyle/>
              <a:p>
                <a:pPr algn="ctr"/>
                <a:r>
                  <a:rPr lang="en-US" sz="3700" dirty="0">
                    <a:solidFill>
                      <a:srgbClr val="000000"/>
                    </a:solidFill>
                    <a:latin typeface="Tahoma" pitchFamily="34" charset="0"/>
                  </a:rPr>
                  <a:t>FI</a:t>
                </a:r>
              </a:p>
            </p:txBody>
          </p:sp>
        </p:grpSp>
        <p:sp>
          <p:nvSpPr>
            <p:cNvPr id="7" name="Rectangle 12"/>
            <p:cNvSpPr>
              <a:spLocks noChangeArrowheads="1"/>
            </p:cNvSpPr>
            <p:nvPr/>
          </p:nvSpPr>
          <p:spPr bwMode="auto">
            <a:xfrm>
              <a:off x="2166" y="1030"/>
              <a:ext cx="1930" cy="1264"/>
            </a:xfrm>
            <a:prstGeom prst="rect">
              <a:avLst/>
            </a:prstGeom>
            <a:noFill/>
            <a:ln w="9525">
              <a:solidFill>
                <a:srgbClr val="0D1011"/>
              </a:solidFill>
              <a:miter lim="800000"/>
              <a:headEnd/>
              <a:tailEnd/>
            </a:ln>
          </p:spPr>
          <p:txBody>
            <a:bodyPr wrap="none" anchor="ctr"/>
            <a:lstStyle/>
            <a:p>
              <a:endParaRPr lang="en-US"/>
            </a:p>
          </p:txBody>
        </p:sp>
        <p:sp>
          <p:nvSpPr>
            <p:cNvPr id="8" name="Text Box 13"/>
            <p:cNvSpPr txBox="1">
              <a:spLocks noChangeArrowheads="1"/>
            </p:cNvSpPr>
            <p:nvPr/>
          </p:nvSpPr>
          <p:spPr bwMode="auto">
            <a:xfrm>
              <a:off x="306" y="868"/>
              <a:ext cx="1758" cy="1722"/>
            </a:xfrm>
            <a:prstGeom prst="rect">
              <a:avLst/>
            </a:prstGeom>
            <a:noFill/>
            <a:ln w="9525" algn="ctr">
              <a:noFill/>
              <a:miter lim="800000"/>
              <a:headEnd/>
              <a:tailEnd/>
            </a:ln>
          </p:spPr>
          <p:txBody>
            <a:bodyPr wrap="none">
              <a:spAutoFit/>
            </a:bodyPr>
            <a:lstStyle/>
            <a:p>
              <a:pPr>
                <a:lnSpc>
                  <a:spcPct val="130000"/>
                </a:lnSpc>
              </a:pPr>
              <a:r>
                <a:rPr lang="en-US" sz="2700" dirty="0">
                  <a:solidFill>
                    <a:srgbClr val="000000"/>
                  </a:solidFill>
                  <a:latin typeface="Arial" pitchFamily="34" charset="0"/>
                  <a:cs typeface="Arial" pitchFamily="34" charset="0"/>
                </a:rPr>
                <a:t>Evaluation Role</a:t>
              </a:r>
            </a:p>
            <a:p>
              <a:pPr>
                <a:lnSpc>
                  <a:spcPct val="130000"/>
                </a:lnSpc>
              </a:pPr>
              <a:r>
                <a:rPr lang="en-US" sz="2100" b="1" dirty="0" smtClean="0">
                  <a:solidFill>
                    <a:srgbClr val="000000"/>
                  </a:solidFill>
                  <a:latin typeface="Arial" pitchFamily="34" charset="0"/>
                  <a:cs typeface="Arial" pitchFamily="34" charset="0"/>
                </a:rPr>
                <a:t>   F </a:t>
              </a:r>
              <a:r>
                <a:rPr lang="en-US" sz="2100" b="1" dirty="0">
                  <a:solidFill>
                    <a:srgbClr val="000000"/>
                  </a:solidFill>
                  <a:latin typeface="Arial" pitchFamily="34" charset="0"/>
                  <a:cs typeface="Arial" pitchFamily="34" charset="0"/>
                </a:rPr>
                <a:t>– Financial </a:t>
              </a:r>
            </a:p>
            <a:p>
              <a:pPr>
                <a:lnSpc>
                  <a:spcPct val="130000"/>
                </a:lnSpc>
              </a:pPr>
              <a:r>
                <a:rPr lang="en-US" sz="2100" b="1" dirty="0" smtClean="0">
                  <a:solidFill>
                    <a:srgbClr val="000000"/>
                  </a:solidFill>
                  <a:latin typeface="Arial" pitchFamily="34" charset="0"/>
                  <a:cs typeface="Arial" pitchFamily="34" charset="0"/>
                </a:rPr>
                <a:t>   T </a:t>
              </a:r>
              <a:r>
                <a:rPr lang="en-US" sz="2100" b="1" dirty="0">
                  <a:solidFill>
                    <a:srgbClr val="000000"/>
                  </a:solidFill>
                  <a:latin typeface="Arial" pitchFamily="34" charset="0"/>
                  <a:cs typeface="Arial" pitchFamily="34" charset="0"/>
                </a:rPr>
                <a:t>– Technical</a:t>
              </a:r>
            </a:p>
            <a:p>
              <a:pPr>
                <a:lnSpc>
                  <a:spcPct val="130000"/>
                </a:lnSpc>
              </a:pPr>
              <a:r>
                <a:rPr lang="en-US" sz="2100" b="1" dirty="0" smtClean="0">
                  <a:solidFill>
                    <a:srgbClr val="000000"/>
                  </a:solidFill>
                  <a:latin typeface="Arial" pitchFamily="34" charset="0"/>
                  <a:cs typeface="Arial" pitchFamily="34" charset="0"/>
                </a:rPr>
                <a:t>   U </a:t>
              </a:r>
              <a:r>
                <a:rPr lang="en-US" sz="2100" b="1" dirty="0">
                  <a:solidFill>
                    <a:srgbClr val="000000"/>
                  </a:solidFill>
                  <a:latin typeface="Arial" pitchFamily="34" charset="0"/>
                  <a:cs typeface="Arial" pitchFamily="34" charset="0"/>
                </a:rPr>
                <a:t>– User</a:t>
              </a:r>
            </a:p>
            <a:p>
              <a:pPr>
                <a:lnSpc>
                  <a:spcPct val="130000"/>
                </a:lnSpc>
              </a:pPr>
              <a:r>
                <a:rPr lang="en-US" sz="2100" b="1" dirty="0" smtClean="0">
                  <a:solidFill>
                    <a:srgbClr val="000000"/>
                  </a:solidFill>
                  <a:latin typeface="Arial" pitchFamily="34" charset="0"/>
                  <a:cs typeface="Arial" pitchFamily="34" charset="0"/>
                </a:rPr>
                <a:t>   C </a:t>
              </a:r>
              <a:r>
                <a:rPr lang="en-US" sz="2100" b="1" dirty="0">
                  <a:solidFill>
                    <a:srgbClr val="000000"/>
                  </a:solidFill>
                  <a:latin typeface="Arial" pitchFamily="34" charset="0"/>
                  <a:cs typeface="Arial" pitchFamily="34" charset="0"/>
                </a:rPr>
                <a:t>– Coach</a:t>
              </a:r>
            </a:p>
            <a:p>
              <a:pPr>
                <a:lnSpc>
                  <a:spcPct val="130000"/>
                </a:lnSpc>
              </a:pPr>
              <a:r>
                <a:rPr lang="en-US" sz="2100" b="1" dirty="0" smtClean="0">
                  <a:solidFill>
                    <a:srgbClr val="000000"/>
                  </a:solidFill>
                  <a:latin typeface="Arial" pitchFamily="34" charset="0"/>
                  <a:cs typeface="Arial" pitchFamily="34" charset="0"/>
                </a:rPr>
                <a:t>   S </a:t>
              </a:r>
              <a:r>
                <a:rPr lang="en-US" sz="2100" b="1" dirty="0">
                  <a:solidFill>
                    <a:srgbClr val="000000"/>
                  </a:solidFill>
                  <a:latin typeface="Arial" pitchFamily="34" charset="0"/>
                  <a:cs typeface="Arial" pitchFamily="34" charset="0"/>
                </a:rPr>
                <a:t>– Sponsoring Executive</a:t>
              </a:r>
            </a:p>
          </p:txBody>
        </p:sp>
        <p:sp>
          <p:nvSpPr>
            <p:cNvPr id="9" name="Line 14"/>
            <p:cNvSpPr>
              <a:spLocks noChangeShapeType="1"/>
            </p:cNvSpPr>
            <p:nvPr/>
          </p:nvSpPr>
          <p:spPr bwMode="auto">
            <a:xfrm>
              <a:off x="1471" y="1200"/>
              <a:ext cx="682" cy="835"/>
            </a:xfrm>
            <a:prstGeom prst="line">
              <a:avLst/>
            </a:prstGeom>
            <a:noFill/>
            <a:ln w="19050">
              <a:solidFill>
                <a:srgbClr val="FF0000"/>
              </a:solidFill>
              <a:round/>
              <a:headEnd/>
              <a:tailEnd type="triangle" w="med" len="med"/>
            </a:ln>
          </p:spPr>
          <p:txBody>
            <a:bodyPr wrap="square">
              <a:spAutoFit/>
            </a:bodyPr>
            <a:lstStyle/>
            <a:p>
              <a:endParaRPr lang="en-US"/>
            </a:p>
          </p:txBody>
        </p:sp>
        <p:grpSp>
          <p:nvGrpSpPr>
            <p:cNvPr id="10" name="Group 15"/>
            <p:cNvGrpSpPr>
              <a:grpSpLocks/>
            </p:cNvGrpSpPr>
            <p:nvPr/>
          </p:nvGrpSpPr>
          <p:grpSpPr bwMode="auto">
            <a:xfrm>
              <a:off x="547" y="2221"/>
              <a:ext cx="2154" cy="1689"/>
              <a:chOff x="547" y="2724"/>
              <a:chExt cx="2154" cy="1689"/>
            </a:xfrm>
          </p:grpSpPr>
          <p:sp>
            <p:nvSpPr>
              <p:cNvPr id="20" name="Text Box 16"/>
              <p:cNvSpPr txBox="1">
                <a:spLocks noChangeArrowheads="1"/>
              </p:cNvSpPr>
              <p:nvPr/>
            </p:nvSpPr>
            <p:spPr bwMode="auto">
              <a:xfrm>
                <a:off x="547" y="3221"/>
                <a:ext cx="923" cy="1192"/>
              </a:xfrm>
              <a:prstGeom prst="rect">
                <a:avLst/>
              </a:prstGeom>
              <a:noFill/>
              <a:ln w="9525" algn="ctr">
                <a:noFill/>
                <a:miter lim="800000"/>
                <a:headEnd/>
                <a:tailEnd/>
              </a:ln>
            </p:spPr>
            <p:txBody>
              <a:bodyPr wrap="none">
                <a:spAutoFit/>
              </a:bodyPr>
              <a:lstStyle/>
              <a:p>
                <a:pPr>
                  <a:lnSpc>
                    <a:spcPct val="130000"/>
                  </a:lnSpc>
                </a:pPr>
                <a:r>
                  <a:rPr lang="en-US" sz="2700" dirty="0">
                    <a:solidFill>
                      <a:srgbClr val="000000"/>
                    </a:solidFill>
                    <a:latin typeface="Arial" pitchFamily="34" charset="0"/>
                    <a:cs typeface="Arial" pitchFamily="34" charset="0"/>
                  </a:rPr>
                  <a:t>Influence</a:t>
                </a:r>
              </a:p>
              <a:p>
                <a:pPr>
                  <a:lnSpc>
                    <a:spcPct val="130000"/>
                  </a:lnSpc>
                </a:pPr>
                <a:r>
                  <a:rPr lang="en-US" sz="2100" b="1" dirty="0" smtClean="0">
                    <a:solidFill>
                      <a:srgbClr val="000000"/>
                    </a:solidFill>
                    <a:latin typeface="Arial" pitchFamily="34" charset="0"/>
                    <a:cs typeface="Arial" pitchFamily="34" charset="0"/>
                  </a:rPr>
                  <a:t>   H </a:t>
                </a:r>
                <a:r>
                  <a:rPr lang="en-US" sz="2100" b="1" dirty="0">
                    <a:solidFill>
                      <a:srgbClr val="000000"/>
                    </a:solidFill>
                    <a:latin typeface="Arial" pitchFamily="34" charset="0"/>
                    <a:cs typeface="Arial" pitchFamily="34" charset="0"/>
                  </a:rPr>
                  <a:t>– High</a:t>
                </a:r>
              </a:p>
              <a:p>
                <a:pPr>
                  <a:lnSpc>
                    <a:spcPct val="130000"/>
                  </a:lnSpc>
                </a:pPr>
                <a:r>
                  <a:rPr lang="en-US" sz="2100" b="1" dirty="0" smtClean="0">
                    <a:solidFill>
                      <a:srgbClr val="000000"/>
                    </a:solidFill>
                    <a:latin typeface="Arial" pitchFamily="34" charset="0"/>
                    <a:cs typeface="Arial" pitchFamily="34" charset="0"/>
                  </a:rPr>
                  <a:t>   M </a:t>
                </a:r>
                <a:r>
                  <a:rPr lang="en-US" sz="2100" b="1" dirty="0">
                    <a:solidFill>
                      <a:srgbClr val="000000"/>
                    </a:solidFill>
                    <a:latin typeface="Arial" pitchFamily="34" charset="0"/>
                    <a:cs typeface="Arial" pitchFamily="34" charset="0"/>
                  </a:rPr>
                  <a:t>– Medium</a:t>
                </a:r>
              </a:p>
              <a:p>
                <a:pPr>
                  <a:lnSpc>
                    <a:spcPct val="130000"/>
                  </a:lnSpc>
                </a:pPr>
                <a:r>
                  <a:rPr lang="en-US" sz="2100" b="1" dirty="0" smtClean="0">
                    <a:solidFill>
                      <a:srgbClr val="000000"/>
                    </a:solidFill>
                    <a:latin typeface="Arial" pitchFamily="34" charset="0"/>
                    <a:cs typeface="Arial" pitchFamily="34" charset="0"/>
                  </a:rPr>
                  <a:t>   L </a:t>
                </a:r>
                <a:r>
                  <a:rPr lang="en-US" sz="2100" b="1" dirty="0">
                    <a:solidFill>
                      <a:srgbClr val="000000"/>
                    </a:solidFill>
                    <a:latin typeface="Arial" pitchFamily="34" charset="0"/>
                    <a:cs typeface="Arial" pitchFamily="34" charset="0"/>
                  </a:rPr>
                  <a:t>– Low</a:t>
                </a:r>
              </a:p>
            </p:txBody>
          </p:sp>
          <p:sp>
            <p:nvSpPr>
              <p:cNvPr id="21" name="Line 17"/>
              <p:cNvSpPr>
                <a:spLocks noChangeShapeType="1"/>
              </p:cNvSpPr>
              <p:nvPr/>
            </p:nvSpPr>
            <p:spPr bwMode="auto">
              <a:xfrm flipV="1">
                <a:off x="1286" y="2724"/>
                <a:ext cx="1415" cy="700"/>
              </a:xfrm>
              <a:prstGeom prst="line">
                <a:avLst/>
              </a:prstGeom>
              <a:noFill/>
              <a:ln w="19050">
                <a:solidFill>
                  <a:srgbClr val="FF0000"/>
                </a:solidFill>
                <a:round/>
                <a:headEnd/>
                <a:tailEnd type="triangle" w="med" len="med"/>
              </a:ln>
            </p:spPr>
            <p:txBody>
              <a:bodyPr wrap="square">
                <a:spAutoFit/>
              </a:bodyPr>
              <a:lstStyle/>
              <a:p>
                <a:endParaRPr lang="en-US"/>
              </a:p>
            </p:txBody>
          </p:sp>
        </p:grpSp>
        <p:grpSp>
          <p:nvGrpSpPr>
            <p:cNvPr id="11" name="Group 18"/>
            <p:cNvGrpSpPr>
              <a:grpSpLocks/>
            </p:cNvGrpSpPr>
            <p:nvPr/>
          </p:nvGrpSpPr>
          <p:grpSpPr bwMode="auto">
            <a:xfrm>
              <a:off x="1989" y="2249"/>
              <a:ext cx="1576" cy="1558"/>
              <a:chOff x="1989" y="2752"/>
              <a:chExt cx="1576" cy="1558"/>
            </a:xfrm>
          </p:grpSpPr>
          <p:sp>
            <p:nvSpPr>
              <p:cNvPr id="18" name="Text Box 19"/>
              <p:cNvSpPr txBox="1">
                <a:spLocks noChangeArrowheads="1"/>
              </p:cNvSpPr>
              <p:nvPr/>
            </p:nvSpPr>
            <p:spPr bwMode="auto">
              <a:xfrm>
                <a:off x="1989" y="3118"/>
                <a:ext cx="1576" cy="1192"/>
              </a:xfrm>
              <a:prstGeom prst="rect">
                <a:avLst/>
              </a:prstGeom>
              <a:noFill/>
              <a:ln w="9525" algn="ctr">
                <a:noFill/>
                <a:miter lim="800000"/>
                <a:headEnd/>
                <a:tailEnd/>
              </a:ln>
            </p:spPr>
            <p:txBody>
              <a:bodyPr wrap="none">
                <a:spAutoFit/>
              </a:bodyPr>
              <a:lstStyle/>
              <a:p>
                <a:pPr>
                  <a:lnSpc>
                    <a:spcPct val="130000"/>
                  </a:lnSpc>
                  <a:tabLst>
                    <a:tab pos="914240" algn="l"/>
                  </a:tabLst>
                </a:pPr>
                <a:r>
                  <a:rPr lang="en-US" sz="2700" dirty="0">
                    <a:solidFill>
                      <a:srgbClr val="000000"/>
                    </a:solidFill>
                    <a:latin typeface="Arial" pitchFamily="34" charset="0"/>
                    <a:cs typeface="Arial" pitchFamily="34" charset="0"/>
                  </a:rPr>
                  <a:t>Preference</a:t>
                </a:r>
              </a:p>
              <a:p>
                <a:pPr>
                  <a:lnSpc>
                    <a:spcPct val="130000"/>
                  </a:lnSpc>
                  <a:tabLst>
                    <a:tab pos="914240" algn="l"/>
                  </a:tabLst>
                </a:pPr>
                <a:r>
                  <a:rPr lang="en-US" sz="1900" dirty="0">
                    <a:solidFill>
                      <a:srgbClr val="000000"/>
                    </a:solidFill>
                    <a:latin typeface="Tahoma" pitchFamily="34" charset="0"/>
                  </a:rPr>
                  <a:t>   </a:t>
                </a:r>
                <a:r>
                  <a:rPr lang="en-US" sz="2100" b="1" dirty="0">
                    <a:solidFill>
                      <a:srgbClr val="000000"/>
                    </a:solidFill>
                    <a:latin typeface="Arial" pitchFamily="34" charset="0"/>
                    <a:cs typeface="Arial" pitchFamily="34" charset="0"/>
                  </a:rPr>
                  <a:t>+	favors Oracle</a:t>
                </a:r>
              </a:p>
              <a:p>
                <a:pPr>
                  <a:lnSpc>
                    <a:spcPct val="130000"/>
                  </a:lnSpc>
                  <a:tabLst>
                    <a:tab pos="914240" algn="l"/>
                  </a:tabLst>
                </a:pPr>
                <a:r>
                  <a:rPr lang="en-US" sz="2100" b="1" dirty="0">
                    <a:solidFill>
                      <a:srgbClr val="000000"/>
                    </a:solidFill>
                    <a:latin typeface="Arial" pitchFamily="34" charset="0"/>
                    <a:cs typeface="Arial" pitchFamily="34" charset="0"/>
                  </a:rPr>
                  <a:t>   0 	neutral</a:t>
                </a:r>
              </a:p>
              <a:p>
                <a:pPr>
                  <a:lnSpc>
                    <a:spcPct val="130000"/>
                  </a:lnSpc>
                  <a:tabLst>
                    <a:tab pos="914240" algn="l"/>
                  </a:tabLst>
                </a:pPr>
                <a:r>
                  <a:rPr lang="en-US" sz="2100" b="1" dirty="0">
                    <a:solidFill>
                      <a:srgbClr val="000000"/>
                    </a:solidFill>
                    <a:latin typeface="Arial" pitchFamily="34" charset="0"/>
                    <a:cs typeface="Arial" pitchFamily="34" charset="0"/>
                  </a:rPr>
                  <a:t>   –	favors alternative</a:t>
                </a:r>
              </a:p>
            </p:txBody>
          </p:sp>
          <p:sp>
            <p:nvSpPr>
              <p:cNvPr id="19" name="Line 20"/>
              <p:cNvSpPr>
                <a:spLocks noChangeShapeType="1"/>
              </p:cNvSpPr>
              <p:nvPr/>
            </p:nvSpPr>
            <p:spPr bwMode="auto">
              <a:xfrm flipV="1">
                <a:off x="2818" y="2752"/>
                <a:ext cx="277" cy="521"/>
              </a:xfrm>
              <a:prstGeom prst="line">
                <a:avLst/>
              </a:prstGeom>
              <a:noFill/>
              <a:ln w="19050">
                <a:solidFill>
                  <a:srgbClr val="FF0000"/>
                </a:solidFill>
                <a:round/>
                <a:headEnd/>
                <a:tailEnd type="triangle" w="med" len="med"/>
              </a:ln>
            </p:spPr>
            <p:txBody>
              <a:bodyPr wrap="square">
                <a:spAutoFit/>
              </a:bodyPr>
              <a:lstStyle/>
              <a:p>
                <a:endParaRPr lang="en-US"/>
              </a:p>
            </p:txBody>
          </p:sp>
        </p:grpSp>
        <p:grpSp>
          <p:nvGrpSpPr>
            <p:cNvPr id="12" name="Group 21"/>
            <p:cNvGrpSpPr>
              <a:grpSpLocks/>
            </p:cNvGrpSpPr>
            <p:nvPr/>
          </p:nvGrpSpPr>
          <p:grpSpPr bwMode="auto">
            <a:xfrm>
              <a:off x="3609" y="2215"/>
              <a:ext cx="1936" cy="1666"/>
              <a:chOff x="3609" y="2718"/>
              <a:chExt cx="1936" cy="1666"/>
            </a:xfrm>
          </p:grpSpPr>
          <p:sp>
            <p:nvSpPr>
              <p:cNvPr id="16" name="Text Box 22"/>
              <p:cNvSpPr txBox="1">
                <a:spLocks noChangeArrowheads="1"/>
              </p:cNvSpPr>
              <p:nvPr/>
            </p:nvSpPr>
            <p:spPr bwMode="auto">
              <a:xfrm>
                <a:off x="3862" y="2927"/>
                <a:ext cx="1683" cy="1457"/>
              </a:xfrm>
              <a:prstGeom prst="rect">
                <a:avLst/>
              </a:prstGeom>
              <a:noFill/>
              <a:ln w="9525" algn="ctr">
                <a:noFill/>
                <a:miter lim="800000"/>
                <a:headEnd/>
                <a:tailEnd/>
              </a:ln>
            </p:spPr>
            <p:txBody>
              <a:bodyPr>
                <a:spAutoFit/>
              </a:bodyPr>
              <a:lstStyle/>
              <a:p>
                <a:pPr defTabSz="152373">
                  <a:lnSpc>
                    <a:spcPct val="130000"/>
                  </a:lnSpc>
                  <a:tabLst>
                    <a:tab pos="533307" algn="l"/>
                  </a:tabLst>
                </a:pPr>
                <a:r>
                  <a:rPr lang="en-US" sz="2700" dirty="0">
                    <a:solidFill>
                      <a:srgbClr val="000000"/>
                    </a:solidFill>
                    <a:latin typeface="Arial" pitchFamily="34" charset="0"/>
                    <a:cs typeface="Arial" pitchFamily="34" charset="0"/>
                  </a:rPr>
                  <a:t>Degree of Contact</a:t>
                </a:r>
              </a:p>
              <a:p>
                <a:pPr defTabSz="152373">
                  <a:lnSpc>
                    <a:spcPct val="130000"/>
                  </a:lnSpc>
                  <a:tabLst>
                    <a:tab pos="533307" algn="l"/>
                  </a:tabLst>
                </a:pPr>
                <a:r>
                  <a:rPr lang="en-US" sz="1900" b="1" dirty="0">
                    <a:solidFill>
                      <a:srgbClr val="000000"/>
                    </a:solidFill>
                    <a:latin typeface="Arial" pitchFamily="34" charset="0"/>
                    <a:cs typeface="Arial" pitchFamily="34" charset="0"/>
                  </a:rPr>
                  <a:t>   </a:t>
                </a:r>
                <a:r>
                  <a:rPr lang="en-US" sz="2100" b="1" dirty="0">
                    <a:solidFill>
                      <a:srgbClr val="000000"/>
                    </a:solidFill>
                    <a:latin typeface="Arial" pitchFamily="34" charset="0"/>
                    <a:cs typeface="Arial" pitchFamily="34" charset="0"/>
                  </a:rPr>
                  <a:t>N – None</a:t>
                </a:r>
              </a:p>
              <a:p>
                <a:pPr defTabSz="152373">
                  <a:lnSpc>
                    <a:spcPct val="130000"/>
                  </a:lnSpc>
                  <a:tabLst>
                    <a:tab pos="533307" algn="l"/>
                  </a:tabLst>
                </a:pPr>
                <a:r>
                  <a:rPr lang="en-US" sz="2100" b="1" dirty="0">
                    <a:solidFill>
                      <a:srgbClr val="000000"/>
                    </a:solidFill>
                    <a:latin typeface="Arial" pitchFamily="34" charset="0"/>
                    <a:cs typeface="Arial" pitchFamily="34" charset="0"/>
                  </a:rPr>
                  <a:t>   L – Low</a:t>
                </a:r>
              </a:p>
              <a:p>
                <a:pPr defTabSz="152373">
                  <a:lnSpc>
                    <a:spcPct val="130000"/>
                  </a:lnSpc>
                  <a:tabLst>
                    <a:tab pos="533307" algn="l"/>
                  </a:tabLst>
                </a:pPr>
                <a:r>
                  <a:rPr lang="en-US" sz="2100" b="1" dirty="0">
                    <a:solidFill>
                      <a:srgbClr val="000000"/>
                    </a:solidFill>
                    <a:latin typeface="Arial" pitchFamily="34" charset="0"/>
                    <a:cs typeface="Arial" pitchFamily="34" charset="0"/>
                  </a:rPr>
                  <a:t>   M – Medium</a:t>
                </a:r>
              </a:p>
              <a:p>
                <a:pPr defTabSz="152373">
                  <a:lnSpc>
                    <a:spcPct val="130000"/>
                  </a:lnSpc>
                  <a:tabLst>
                    <a:tab pos="533307" algn="l"/>
                  </a:tabLst>
                </a:pPr>
                <a:r>
                  <a:rPr lang="en-US" sz="2100" b="1" dirty="0">
                    <a:solidFill>
                      <a:srgbClr val="000000"/>
                    </a:solidFill>
                    <a:latin typeface="Arial" pitchFamily="34" charset="0"/>
                    <a:cs typeface="Arial" pitchFamily="34" charset="0"/>
                  </a:rPr>
                  <a:t>   H – High</a:t>
                </a:r>
              </a:p>
            </p:txBody>
          </p:sp>
          <p:sp>
            <p:nvSpPr>
              <p:cNvPr id="17" name="Line 23"/>
              <p:cNvSpPr>
                <a:spLocks noChangeShapeType="1"/>
              </p:cNvSpPr>
              <p:nvPr/>
            </p:nvSpPr>
            <p:spPr bwMode="auto">
              <a:xfrm flipH="1" flipV="1">
                <a:off x="3609" y="2718"/>
                <a:ext cx="274" cy="439"/>
              </a:xfrm>
              <a:prstGeom prst="line">
                <a:avLst/>
              </a:prstGeom>
              <a:noFill/>
              <a:ln w="19050">
                <a:solidFill>
                  <a:srgbClr val="FF0000"/>
                </a:solidFill>
                <a:round/>
                <a:headEnd/>
                <a:tailEnd type="triangle" w="med" len="med"/>
              </a:ln>
            </p:spPr>
            <p:txBody>
              <a:bodyPr>
                <a:spAutoFit/>
              </a:bodyPr>
              <a:lstStyle/>
              <a:p>
                <a:endParaRPr lang="en-US"/>
              </a:p>
            </p:txBody>
          </p:sp>
        </p:grpSp>
        <p:grpSp>
          <p:nvGrpSpPr>
            <p:cNvPr id="13" name="Group 24"/>
            <p:cNvGrpSpPr>
              <a:grpSpLocks/>
            </p:cNvGrpSpPr>
            <p:nvPr/>
          </p:nvGrpSpPr>
          <p:grpSpPr bwMode="auto">
            <a:xfrm>
              <a:off x="4020" y="1140"/>
              <a:ext cx="1395" cy="1003"/>
              <a:chOff x="4020" y="1643"/>
              <a:chExt cx="1395" cy="1003"/>
            </a:xfrm>
          </p:grpSpPr>
          <p:sp>
            <p:nvSpPr>
              <p:cNvPr id="14" name="Text Box 25"/>
              <p:cNvSpPr txBox="1">
                <a:spLocks noChangeArrowheads="1"/>
              </p:cNvSpPr>
              <p:nvPr/>
            </p:nvSpPr>
            <p:spPr bwMode="auto">
              <a:xfrm>
                <a:off x="4393" y="1643"/>
                <a:ext cx="1022" cy="1003"/>
              </a:xfrm>
              <a:prstGeom prst="rect">
                <a:avLst/>
              </a:prstGeom>
              <a:noFill/>
              <a:ln w="9525" algn="ctr">
                <a:noFill/>
                <a:miter lim="800000"/>
                <a:headEnd/>
                <a:tailEnd/>
              </a:ln>
            </p:spPr>
            <p:txBody>
              <a:bodyPr wrap="square">
                <a:spAutoFit/>
              </a:bodyPr>
              <a:lstStyle/>
              <a:p>
                <a:pPr algn="ctr">
                  <a:lnSpc>
                    <a:spcPct val="130000"/>
                  </a:lnSpc>
                  <a:tabLst>
                    <a:tab pos="914240" algn="l"/>
                  </a:tabLst>
                </a:pPr>
                <a:r>
                  <a:rPr lang="en-US" sz="2700" dirty="0" smtClean="0">
                    <a:solidFill>
                      <a:srgbClr val="000000"/>
                    </a:solidFill>
                    <a:latin typeface="Arial" pitchFamily="34" charset="0"/>
                    <a:cs typeface="Arial" pitchFamily="34" charset="0"/>
                  </a:rPr>
                  <a:t>Oracle</a:t>
                </a:r>
                <a:br>
                  <a:rPr lang="en-US" sz="2700" dirty="0" smtClean="0">
                    <a:solidFill>
                      <a:srgbClr val="000000"/>
                    </a:solidFill>
                    <a:latin typeface="Arial" pitchFamily="34" charset="0"/>
                    <a:cs typeface="Arial" pitchFamily="34" charset="0"/>
                  </a:rPr>
                </a:br>
                <a:r>
                  <a:rPr lang="en-US" sz="2700" dirty="0" smtClean="0">
                    <a:solidFill>
                      <a:srgbClr val="000000"/>
                    </a:solidFill>
                    <a:latin typeface="Arial" pitchFamily="34" charset="0"/>
                    <a:cs typeface="Arial" pitchFamily="34" charset="0"/>
                  </a:rPr>
                  <a:t>Coverage</a:t>
                </a:r>
                <a:endParaRPr lang="en-US" sz="2700" dirty="0">
                  <a:solidFill>
                    <a:srgbClr val="000000"/>
                  </a:solidFill>
                  <a:latin typeface="Arial" pitchFamily="34" charset="0"/>
                  <a:cs typeface="Arial" pitchFamily="34" charset="0"/>
                </a:endParaRPr>
              </a:p>
              <a:p>
                <a:pPr algn="ctr">
                  <a:lnSpc>
                    <a:spcPct val="130000"/>
                  </a:lnSpc>
                  <a:tabLst>
                    <a:tab pos="914240" algn="l"/>
                  </a:tabLst>
                </a:pPr>
                <a:r>
                  <a:rPr lang="en-US" sz="2100" b="1" dirty="0" smtClean="0">
                    <a:solidFill>
                      <a:srgbClr val="000000"/>
                    </a:solidFill>
                    <a:latin typeface="Arial" pitchFamily="34" charset="0"/>
                    <a:cs typeface="Arial" pitchFamily="34" charset="0"/>
                  </a:rPr>
                  <a:t>(</a:t>
                </a:r>
                <a:r>
                  <a:rPr lang="en-US" sz="2100" b="1" dirty="0">
                    <a:solidFill>
                      <a:srgbClr val="000000"/>
                    </a:solidFill>
                    <a:latin typeface="Arial" pitchFamily="34" charset="0"/>
                    <a:cs typeface="Arial" pitchFamily="34" charset="0"/>
                  </a:rPr>
                  <a:t>Initials)</a:t>
                </a:r>
              </a:p>
            </p:txBody>
          </p:sp>
          <p:sp>
            <p:nvSpPr>
              <p:cNvPr id="15" name="Line 26"/>
              <p:cNvSpPr>
                <a:spLocks noChangeShapeType="1"/>
              </p:cNvSpPr>
              <p:nvPr/>
            </p:nvSpPr>
            <p:spPr bwMode="auto">
              <a:xfrm flipH="1">
                <a:off x="4020" y="2018"/>
                <a:ext cx="562" cy="430"/>
              </a:xfrm>
              <a:prstGeom prst="line">
                <a:avLst/>
              </a:prstGeom>
              <a:noFill/>
              <a:ln w="19050">
                <a:solidFill>
                  <a:srgbClr val="FF0000"/>
                </a:solidFill>
                <a:round/>
                <a:headEnd/>
                <a:tailEnd type="triangle" w="med" len="med"/>
              </a:ln>
            </p:spPr>
            <p:txBody>
              <a:bodyPr wrap="square">
                <a:spAutoFit/>
              </a:bodyPr>
              <a:lstStyle/>
              <a:p>
                <a:endParaRPr lang="en-US"/>
              </a:p>
            </p:txBody>
          </p:sp>
        </p:grpSp>
      </p:gr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Who Really Matters (Stakeholder Influence)</a:t>
            </a:r>
            <a:endParaRPr lang="en-US" dirty="0"/>
          </a:p>
        </p:txBody>
      </p:sp>
      <p:sp>
        <p:nvSpPr>
          <p:cNvPr id="3" name="Slide Number Placeholder 2"/>
          <p:cNvSpPr>
            <a:spLocks noGrp="1"/>
          </p:cNvSpPr>
          <p:nvPr>
            <p:ph type="sldNum" sz="quarter" idx="12"/>
          </p:nvPr>
        </p:nvSpPr>
        <p:spPr/>
        <p:txBody>
          <a:bodyPr/>
          <a:lstStyle/>
          <a:p>
            <a:fld id="{C51EAA63-D034-42AE-91FA-B13B9518C7BE}" type="slidenum">
              <a:rPr lang="en-US" smtClean="0"/>
              <a:pPr/>
              <a:t>4</a:t>
            </a:fld>
            <a:endParaRPr lang="en-US" dirty="0"/>
          </a:p>
        </p:txBody>
      </p:sp>
      <p:grpSp>
        <p:nvGrpSpPr>
          <p:cNvPr id="4" name="Group 28"/>
          <p:cNvGrpSpPr>
            <a:grpSpLocks/>
          </p:cNvGrpSpPr>
          <p:nvPr/>
        </p:nvGrpSpPr>
        <p:grpSpPr bwMode="auto">
          <a:xfrm>
            <a:off x="852495" y="4349749"/>
            <a:ext cx="2228270" cy="920751"/>
            <a:chOff x="2232" y="928"/>
            <a:chExt cx="1092" cy="602"/>
          </a:xfrm>
        </p:grpSpPr>
        <p:sp>
          <p:nvSpPr>
            <p:cNvPr id="5" name="Text Box 29"/>
            <p:cNvSpPr txBox="1">
              <a:spLocks noChangeArrowheads="1"/>
            </p:cNvSpPr>
            <p:nvPr/>
          </p:nvSpPr>
          <p:spPr bwMode="auto">
            <a:xfrm>
              <a:off x="2662" y="928"/>
              <a:ext cx="240" cy="302"/>
            </a:xfrm>
            <a:prstGeom prst="rect">
              <a:avLst/>
            </a:prstGeom>
            <a:noFill/>
            <a:ln w="9525">
              <a:noFill/>
              <a:miter lim="800000"/>
              <a:headEnd/>
              <a:tailEnd/>
            </a:ln>
          </p:spPr>
          <p:txBody>
            <a:bodyPr wrap="none">
              <a:spAutoFit/>
            </a:bodyPr>
            <a:lstStyle/>
            <a:p>
              <a:pPr algn="ctr"/>
              <a:r>
                <a:rPr lang="en-US" sz="2400" dirty="0">
                  <a:solidFill>
                    <a:srgbClr val="333366"/>
                  </a:solidFill>
                  <a:latin typeface="Tahoma" pitchFamily="34" charset="0"/>
                </a:rPr>
                <a:t>xx</a:t>
              </a:r>
            </a:p>
          </p:txBody>
        </p:sp>
        <p:grpSp>
          <p:nvGrpSpPr>
            <p:cNvPr id="6" name="Group 30"/>
            <p:cNvGrpSpPr>
              <a:grpSpLocks/>
            </p:cNvGrpSpPr>
            <p:nvPr/>
          </p:nvGrpSpPr>
          <p:grpSpPr bwMode="auto">
            <a:xfrm>
              <a:off x="2232" y="1322"/>
              <a:ext cx="1092" cy="208"/>
              <a:chOff x="1908" y="2112"/>
              <a:chExt cx="1200" cy="240"/>
            </a:xfrm>
          </p:grpSpPr>
          <p:sp>
            <p:nvSpPr>
              <p:cNvPr id="8" name="Rectangle 31"/>
              <p:cNvSpPr>
                <a:spLocks noChangeArrowheads="1"/>
              </p:cNvSpPr>
              <p:nvPr/>
            </p:nvSpPr>
            <p:spPr bwMode="auto">
              <a:xfrm>
                <a:off x="190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U/C</a:t>
                </a:r>
              </a:p>
            </p:txBody>
          </p:sp>
          <p:sp>
            <p:nvSpPr>
              <p:cNvPr id="9" name="Rectangle 32"/>
              <p:cNvSpPr>
                <a:spLocks noChangeArrowheads="1"/>
              </p:cNvSpPr>
              <p:nvPr/>
            </p:nvSpPr>
            <p:spPr bwMode="auto">
              <a:xfrm>
                <a:off x="214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L</a:t>
                </a:r>
              </a:p>
            </p:txBody>
          </p:sp>
          <p:sp>
            <p:nvSpPr>
              <p:cNvPr id="10" name="Rectangle 33"/>
              <p:cNvSpPr>
                <a:spLocks noChangeArrowheads="1"/>
              </p:cNvSpPr>
              <p:nvPr/>
            </p:nvSpPr>
            <p:spPr bwMode="auto">
              <a:xfrm>
                <a:off x="238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a:t>
                </a:r>
              </a:p>
            </p:txBody>
          </p:sp>
          <p:sp>
            <p:nvSpPr>
              <p:cNvPr id="11" name="Rectangle 34"/>
              <p:cNvSpPr>
                <a:spLocks noChangeArrowheads="1"/>
              </p:cNvSpPr>
              <p:nvPr/>
            </p:nvSpPr>
            <p:spPr bwMode="auto">
              <a:xfrm>
                <a:off x="262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H</a:t>
                </a:r>
              </a:p>
            </p:txBody>
          </p:sp>
          <p:sp>
            <p:nvSpPr>
              <p:cNvPr id="12" name="Rectangle 35"/>
              <p:cNvSpPr>
                <a:spLocks noChangeArrowheads="1"/>
              </p:cNvSpPr>
              <p:nvPr/>
            </p:nvSpPr>
            <p:spPr bwMode="auto">
              <a:xfrm>
                <a:off x="286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SM</a:t>
                </a:r>
              </a:p>
            </p:txBody>
          </p:sp>
        </p:grpSp>
        <p:sp>
          <p:nvSpPr>
            <p:cNvPr id="7" name="Rectangle 36"/>
            <p:cNvSpPr>
              <a:spLocks noChangeArrowheads="1"/>
            </p:cNvSpPr>
            <p:nvPr/>
          </p:nvSpPr>
          <p:spPr bwMode="auto">
            <a:xfrm>
              <a:off x="2232" y="948"/>
              <a:ext cx="1092" cy="582"/>
            </a:xfrm>
            <a:prstGeom prst="rect">
              <a:avLst/>
            </a:prstGeom>
            <a:noFill/>
            <a:ln w="9525">
              <a:solidFill>
                <a:srgbClr val="0D1011"/>
              </a:solidFill>
              <a:miter lim="800000"/>
              <a:headEnd/>
              <a:tailEnd/>
            </a:ln>
          </p:spPr>
          <p:txBody>
            <a:bodyPr wrap="none" anchor="ctr"/>
            <a:lstStyle/>
            <a:p>
              <a:endParaRPr lang="en-US"/>
            </a:p>
          </p:txBody>
        </p:sp>
      </p:grpSp>
      <p:grpSp>
        <p:nvGrpSpPr>
          <p:cNvPr id="13" name="Group 37"/>
          <p:cNvGrpSpPr>
            <a:grpSpLocks/>
          </p:cNvGrpSpPr>
          <p:nvPr/>
        </p:nvGrpSpPr>
        <p:grpSpPr bwMode="auto">
          <a:xfrm>
            <a:off x="9302147" y="3046414"/>
            <a:ext cx="2228269" cy="922337"/>
            <a:chOff x="2232" y="928"/>
            <a:chExt cx="1092" cy="602"/>
          </a:xfrm>
        </p:grpSpPr>
        <p:sp>
          <p:nvSpPr>
            <p:cNvPr id="14" name="Text Box 38"/>
            <p:cNvSpPr txBox="1">
              <a:spLocks noChangeArrowheads="1"/>
            </p:cNvSpPr>
            <p:nvPr/>
          </p:nvSpPr>
          <p:spPr bwMode="auto">
            <a:xfrm>
              <a:off x="2660" y="928"/>
              <a:ext cx="240" cy="301"/>
            </a:xfrm>
            <a:prstGeom prst="rect">
              <a:avLst/>
            </a:prstGeom>
            <a:noFill/>
            <a:ln w="9525">
              <a:noFill/>
              <a:miter lim="800000"/>
              <a:headEnd/>
              <a:tailEnd/>
            </a:ln>
          </p:spPr>
          <p:txBody>
            <a:bodyPr wrap="none">
              <a:spAutoFit/>
            </a:bodyPr>
            <a:lstStyle/>
            <a:p>
              <a:pPr algn="ctr"/>
              <a:r>
                <a:rPr lang="en-US" sz="2400" dirty="0">
                  <a:solidFill>
                    <a:srgbClr val="333366"/>
                  </a:solidFill>
                  <a:latin typeface="Tahoma" pitchFamily="34" charset="0"/>
                </a:rPr>
                <a:t>xx</a:t>
              </a:r>
            </a:p>
          </p:txBody>
        </p:sp>
        <p:grpSp>
          <p:nvGrpSpPr>
            <p:cNvPr id="15" name="Group 39"/>
            <p:cNvGrpSpPr>
              <a:grpSpLocks/>
            </p:cNvGrpSpPr>
            <p:nvPr/>
          </p:nvGrpSpPr>
          <p:grpSpPr bwMode="auto">
            <a:xfrm>
              <a:off x="2232" y="1322"/>
              <a:ext cx="1092" cy="208"/>
              <a:chOff x="1908" y="2112"/>
              <a:chExt cx="1200" cy="240"/>
            </a:xfrm>
          </p:grpSpPr>
          <p:sp>
            <p:nvSpPr>
              <p:cNvPr id="17" name="Rectangle 40"/>
              <p:cNvSpPr>
                <a:spLocks noChangeArrowheads="1"/>
              </p:cNvSpPr>
              <p:nvPr/>
            </p:nvSpPr>
            <p:spPr bwMode="auto">
              <a:xfrm>
                <a:off x="190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U</a:t>
                </a:r>
              </a:p>
            </p:txBody>
          </p:sp>
          <p:sp>
            <p:nvSpPr>
              <p:cNvPr id="18" name="Rectangle 41"/>
              <p:cNvSpPr>
                <a:spLocks noChangeArrowheads="1"/>
              </p:cNvSpPr>
              <p:nvPr/>
            </p:nvSpPr>
            <p:spPr bwMode="auto">
              <a:xfrm>
                <a:off x="214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H</a:t>
                </a:r>
              </a:p>
            </p:txBody>
          </p:sp>
          <p:sp>
            <p:nvSpPr>
              <p:cNvPr id="19" name="Rectangle 42"/>
              <p:cNvSpPr>
                <a:spLocks noChangeArrowheads="1"/>
              </p:cNvSpPr>
              <p:nvPr/>
            </p:nvSpPr>
            <p:spPr bwMode="auto">
              <a:xfrm>
                <a:off x="238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a:t>
                </a:r>
              </a:p>
            </p:txBody>
          </p:sp>
          <p:sp>
            <p:nvSpPr>
              <p:cNvPr id="20" name="Rectangle 43"/>
              <p:cNvSpPr>
                <a:spLocks noChangeArrowheads="1"/>
              </p:cNvSpPr>
              <p:nvPr/>
            </p:nvSpPr>
            <p:spPr bwMode="auto">
              <a:xfrm>
                <a:off x="262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N</a:t>
                </a:r>
              </a:p>
            </p:txBody>
          </p:sp>
          <p:sp>
            <p:nvSpPr>
              <p:cNvPr id="21" name="Rectangle 44"/>
              <p:cNvSpPr>
                <a:spLocks noChangeArrowheads="1"/>
              </p:cNvSpPr>
              <p:nvPr/>
            </p:nvSpPr>
            <p:spPr bwMode="auto">
              <a:xfrm>
                <a:off x="286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GH</a:t>
                </a:r>
              </a:p>
            </p:txBody>
          </p:sp>
        </p:grpSp>
        <p:sp>
          <p:nvSpPr>
            <p:cNvPr id="16" name="Rectangle 45"/>
            <p:cNvSpPr>
              <a:spLocks noChangeArrowheads="1"/>
            </p:cNvSpPr>
            <p:nvPr/>
          </p:nvSpPr>
          <p:spPr bwMode="auto">
            <a:xfrm>
              <a:off x="2232" y="948"/>
              <a:ext cx="1092" cy="582"/>
            </a:xfrm>
            <a:prstGeom prst="rect">
              <a:avLst/>
            </a:prstGeom>
            <a:noFill/>
            <a:ln w="9525">
              <a:solidFill>
                <a:srgbClr val="0D1011"/>
              </a:solidFill>
              <a:miter lim="800000"/>
              <a:headEnd/>
              <a:tailEnd/>
            </a:ln>
          </p:spPr>
          <p:txBody>
            <a:bodyPr wrap="none" anchor="ctr"/>
            <a:lstStyle/>
            <a:p>
              <a:endParaRPr lang="en-US"/>
            </a:p>
          </p:txBody>
        </p:sp>
      </p:grpSp>
      <p:grpSp>
        <p:nvGrpSpPr>
          <p:cNvPr id="22" name="Group 46"/>
          <p:cNvGrpSpPr>
            <a:grpSpLocks/>
          </p:cNvGrpSpPr>
          <p:nvPr/>
        </p:nvGrpSpPr>
        <p:grpSpPr bwMode="auto">
          <a:xfrm>
            <a:off x="6489827" y="3046412"/>
            <a:ext cx="2228270" cy="920751"/>
            <a:chOff x="2232" y="928"/>
            <a:chExt cx="1092" cy="602"/>
          </a:xfrm>
        </p:grpSpPr>
        <p:sp>
          <p:nvSpPr>
            <p:cNvPr id="23" name="Text Box 47"/>
            <p:cNvSpPr txBox="1">
              <a:spLocks noChangeArrowheads="1"/>
            </p:cNvSpPr>
            <p:nvPr/>
          </p:nvSpPr>
          <p:spPr bwMode="auto">
            <a:xfrm>
              <a:off x="2662" y="928"/>
              <a:ext cx="240" cy="302"/>
            </a:xfrm>
            <a:prstGeom prst="rect">
              <a:avLst/>
            </a:prstGeom>
            <a:noFill/>
            <a:ln w="9525">
              <a:noFill/>
              <a:miter lim="800000"/>
              <a:headEnd/>
              <a:tailEnd/>
            </a:ln>
          </p:spPr>
          <p:txBody>
            <a:bodyPr wrap="none">
              <a:spAutoFit/>
            </a:bodyPr>
            <a:lstStyle/>
            <a:p>
              <a:pPr algn="ctr"/>
              <a:r>
                <a:rPr lang="en-US" sz="2400" dirty="0">
                  <a:solidFill>
                    <a:srgbClr val="333366"/>
                  </a:solidFill>
                  <a:latin typeface="Tahoma" pitchFamily="34" charset="0"/>
                </a:rPr>
                <a:t>xx</a:t>
              </a:r>
            </a:p>
          </p:txBody>
        </p:sp>
        <p:grpSp>
          <p:nvGrpSpPr>
            <p:cNvPr id="24" name="Group 48"/>
            <p:cNvGrpSpPr>
              <a:grpSpLocks/>
            </p:cNvGrpSpPr>
            <p:nvPr/>
          </p:nvGrpSpPr>
          <p:grpSpPr bwMode="auto">
            <a:xfrm>
              <a:off x="2232" y="1322"/>
              <a:ext cx="1092" cy="208"/>
              <a:chOff x="1908" y="2112"/>
              <a:chExt cx="1200" cy="240"/>
            </a:xfrm>
          </p:grpSpPr>
          <p:sp>
            <p:nvSpPr>
              <p:cNvPr id="26" name="Rectangle 49"/>
              <p:cNvSpPr>
                <a:spLocks noChangeArrowheads="1"/>
              </p:cNvSpPr>
              <p:nvPr/>
            </p:nvSpPr>
            <p:spPr bwMode="auto">
              <a:xfrm>
                <a:off x="190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T</a:t>
                </a:r>
              </a:p>
            </p:txBody>
          </p:sp>
          <p:sp>
            <p:nvSpPr>
              <p:cNvPr id="27" name="Rectangle 50"/>
              <p:cNvSpPr>
                <a:spLocks noChangeArrowheads="1"/>
              </p:cNvSpPr>
              <p:nvPr/>
            </p:nvSpPr>
            <p:spPr bwMode="auto">
              <a:xfrm>
                <a:off x="214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H</a:t>
                </a:r>
              </a:p>
            </p:txBody>
          </p:sp>
          <p:sp>
            <p:nvSpPr>
              <p:cNvPr id="28" name="Rectangle 51"/>
              <p:cNvSpPr>
                <a:spLocks noChangeArrowheads="1"/>
              </p:cNvSpPr>
              <p:nvPr/>
            </p:nvSpPr>
            <p:spPr bwMode="auto">
              <a:xfrm>
                <a:off x="2388" y="2112"/>
                <a:ext cx="240" cy="240"/>
              </a:xfrm>
              <a:prstGeom prst="rect">
                <a:avLst/>
              </a:prstGeom>
              <a:noFill/>
              <a:ln w="9525">
                <a:solidFill>
                  <a:srgbClr val="0D1011"/>
                </a:solidFill>
                <a:miter lim="800000"/>
                <a:headEnd/>
                <a:tailEnd/>
              </a:ln>
            </p:spPr>
            <p:txBody>
              <a:bodyPr wrap="none" anchor="ctr"/>
              <a:lstStyle/>
              <a:p>
                <a:pPr algn="ctr"/>
                <a:endParaRPr lang="fi-FI" sz="1900" dirty="0">
                  <a:solidFill>
                    <a:srgbClr val="000000"/>
                  </a:solidFill>
                  <a:latin typeface="Tahoma" pitchFamily="34" charset="0"/>
                </a:endParaRPr>
              </a:p>
            </p:txBody>
          </p:sp>
          <p:sp>
            <p:nvSpPr>
              <p:cNvPr id="29" name="Rectangle 52"/>
              <p:cNvSpPr>
                <a:spLocks noChangeArrowheads="1"/>
              </p:cNvSpPr>
              <p:nvPr/>
            </p:nvSpPr>
            <p:spPr bwMode="auto">
              <a:xfrm>
                <a:off x="262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N</a:t>
                </a:r>
              </a:p>
            </p:txBody>
          </p:sp>
          <p:sp>
            <p:nvSpPr>
              <p:cNvPr id="30" name="Rectangle 53"/>
              <p:cNvSpPr>
                <a:spLocks noChangeArrowheads="1"/>
              </p:cNvSpPr>
              <p:nvPr/>
            </p:nvSpPr>
            <p:spPr bwMode="auto">
              <a:xfrm>
                <a:off x="286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BF</a:t>
                </a:r>
              </a:p>
            </p:txBody>
          </p:sp>
        </p:grpSp>
        <p:sp>
          <p:nvSpPr>
            <p:cNvPr id="25" name="Rectangle 54"/>
            <p:cNvSpPr>
              <a:spLocks noChangeArrowheads="1"/>
            </p:cNvSpPr>
            <p:nvPr/>
          </p:nvSpPr>
          <p:spPr bwMode="auto">
            <a:xfrm>
              <a:off x="2232" y="948"/>
              <a:ext cx="1092" cy="582"/>
            </a:xfrm>
            <a:prstGeom prst="rect">
              <a:avLst/>
            </a:prstGeom>
            <a:noFill/>
            <a:ln w="9525">
              <a:solidFill>
                <a:srgbClr val="0D1011"/>
              </a:solidFill>
              <a:miter lim="800000"/>
              <a:headEnd/>
              <a:tailEnd/>
            </a:ln>
          </p:spPr>
          <p:txBody>
            <a:bodyPr wrap="none" anchor="ctr"/>
            <a:lstStyle/>
            <a:p>
              <a:endParaRPr lang="en-US"/>
            </a:p>
          </p:txBody>
        </p:sp>
      </p:grpSp>
      <p:grpSp>
        <p:nvGrpSpPr>
          <p:cNvPr id="31" name="Group 55"/>
          <p:cNvGrpSpPr>
            <a:grpSpLocks/>
          </p:cNvGrpSpPr>
          <p:nvPr/>
        </p:nvGrpSpPr>
        <p:grpSpPr bwMode="auto">
          <a:xfrm>
            <a:off x="2149677" y="3046412"/>
            <a:ext cx="2228269" cy="920751"/>
            <a:chOff x="2232" y="928"/>
            <a:chExt cx="1092" cy="602"/>
          </a:xfrm>
        </p:grpSpPr>
        <p:sp>
          <p:nvSpPr>
            <p:cNvPr id="32" name="Text Box 56"/>
            <p:cNvSpPr txBox="1">
              <a:spLocks noChangeArrowheads="1"/>
            </p:cNvSpPr>
            <p:nvPr/>
          </p:nvSpPr>
          <p:spPr bwMode="auto">
            <a:xfrm>
              <a:off x="2660" y="928"/>
              <a:ext cx="240" cy="302"/>
            </a:xfrm>
            <a:prstGeom prst="rect">
              <a:avLst/>
            </a:prstGeom>
            <a:noFill/>
            <a:ln w="9525">
              <a:noFill/>
              <a:miter lim="800000"/>
              <a:headEnd/>
              <a:tailEnd/>
            </a:ln>
          </p:spPr>
          <p:txBody>
            <a:bodyPr wrap="none">
              <a:spAutoFit/>
            </a:bodyPr>
            <a:lstStyle/>
            <a:p>
              <a:pPr algn="ctr"/>
              <a:r>
                <a:rPr lang="en-US" sz="2400" dirty="0">
                  <a:solidFill>
                    <a:srgbClr val="333366"/>
                  </a:solidFill>
                  <a:latin typeface="Tahoma" pitchFamily="34" charset="0"/>
                </a:rPr>
                <a:t>xx</a:t>
              </a:r>
            </a:p>
          </p:txBody>
        </p:sp>
        <p:grpSp>
          <p:nvGrpSpPr>
            <p:cNvPr id="33" name="Group 57"/>
            <p:cNvGrpSpPr>
              <a:grpSpLocks/>
            </p:cNvGrpSpPr>
            <p:nvPr/>
          </p:nvGrpSpPr>
          <p:grpSpPr bwMode="auto">
            <a:xfrm>
              <a:off x="2232" y="1322"/>
              <a:ext cx="1092" cy="208"/>
              <a:chOff x="1908" y="2112"/>
              <a:chExt cx="1200" cy="240"/>
            </a:xfrm>
          </p:grpSpPr>
          <p:sp>
            <p:nvSpPr>
              <p:cNvPr id="35" name="Rectangle 58"/>
              <p:cNvSpPr>
                <a:spLocks noChangeArrowheads="1"/>
              </p:cNvSpPr>
              <p:nvPr/>
            </p:nvSpPr>
            <p:spPr bwMode="auto">
              <a:xfrm>
                <a:off x="190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F</a:t>
                </a:r>
              </a:p>
            </p:txBody>
          </p:sp>
          <p:sp>
            <p:nvSpPr>
              <p:cNvPr id="36" name="Rectangle 59"/>
              <p:cNvSpPr>
                <a:spLocks noChangeArrowheads="1"/>
              </p:cNvSpPr>
              <p:nvPr/>
            </p:nvSpPr>
            <p:spPr bwMode="auto">
              <a:xfrm>
                <a:off x="214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H</a:t>
                </a:r>
              </a:p>
            </p:txBody>
          </p:sp>
          <p:sp>
            <p:nvSpPr>
              <p:cNvPr id="37" name="Rectangle 60"/>
              <p:cNvSpPr>
                <a:spLocks noChangeArrowheads="1"/>
              </p:cNvSpPr>
              <p:nvPr/>
            </p:nvSpPr>
            <p:spPr bwMode="auto">
              <a:xfrm>
                <a:off x="238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a:t>
                </a:r>
              </a:p>
            </p:txBody>
          </p:sp>
          <p:sp>
            <p:nvSpPr>
              <p:cNvPr id="38" name="Rectangle 61"/>
              <p:cNvSpPr>
                <a:spLocks noChangeArrowheads="1"/>
              </p:cNvSpPr>
              <p:nvPr/>
            </p:nvSpPr>
            <p:spPr bwMode="auto">
              <a:xfrm>
                <a:off x="262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M</a:t>
                </a:r>
              </a:p>
            </p:txBody>
          </p:sp>
          <p:sp>
            <p:nvSpPr>
              <p:cNvPr id="39" name="Rectangle 62"/>
              <p:cNvSpPr>
                <a:spLocks noChangeArrowheads="1"/>
              </p:cNvSpPr>
              <p:nvPr/>
            </p:nvSpPr>
            <p:spPr bwMode="auto">
              <a:xfrm>
                <a:off x="286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ML</a:t>
                </a:r>
              </a:p>
            </p:txBody>
          </p:sp>
        </p:grpSp>
        <p:sp>
          <p:nvSpPr>
            <p:cNvPr id="34" name="Rectangle 63"/>
            <p:cNvSpPr>
              <a:spLocks noChangeArrowheads="1"/>
            </p:cNvSpPr>
            <p:nvPr/>
          </p:nvSpPr>
          <p:spPr bwMode="auto">
            <a:xfrm>
              <a:off x="2232" y="948"/>
              <a:ext cx="1092" cy="582"/>
            </a:xfrm>
            <a:prstGeom prst="rect">
              <a:avLst/>
            </a:prstGeom>
            <a:noFill/>
            <a:ln w="9525">
              <a:solidFill>
                <a:srgbClr val="0D1011"/>
              </a:solidFill>
              <a:miter lim="800000"/>
              <a:headEnd/>
              <a:tailEnd/>
            </a:ln>
          </p:spPr>
          <p:txBody>
            <a:bodyPr wrap="none" anchor="ctr"/>
            <a:lstStyle/>
            <a:p>
              <a:endParaRPr lang="en-US"/>
            </a:p>
          </p:txBody>
        </p:sp>
      </p:grpSp>
      <p:grpSp>
        <p:nvGrpSpPr>
          <p:cNvPr id="40" name="Group 64"/>
          <p:cNvGrpSpPr>
            <a:grpSpLocks/>
          </p:cNvGrpSpPr>
          <p:nvPr/>
        </p:nvGrpSpPr>
        <p:grpSpPr bwMode="auto">
          <a:xfrm>
            <a:off x="3669048" y="4349749"/>
            <a:ext cx="2228269" cy="920751"/>
            <a:chOff x="2232" y="928"/>
            <a:chExt cx="1092" cy="602"/>
          </a:xfrm>
        </p:grpSpPr>
        <p:sp>
          <p:nvSpPr>
            <p:cNvPr id="41" name="Text Box 65"/>
            <p:cNvSpPr txBox="1">
              <a:spLocks noChangeArrowheads="1"/>
            </p:cNvSpPr>
            <p:nvPr/>
          </p:nvSpPr>
          <p:spPr bwMode="auto">
            <a:xfrm>
              <a:off x="2660" y="928"/>
              <a:ext cx="240" cy="302"/>
            </a:xfrm>
            <a:prstGeom prst="rect">
              <a:avLst/>
            </a:prstGeom>
            <a:noFill/>
            <a:ln w="9525">
              <a:noFill/>
              <a:miter lim="800000"/>
              <a:headEnd/>
              <a:tailEnd/>
            </a:ln>
          </p:spPr>
          <p:txBody>
            <a:bodyPr wrap="none">
              <a:spAutoFit/>
            </a:bodyPr>
            <a:lstStyle/>
            <a:p>
              <a:pPr algn="ctr"/>
              <a:r>
                <a:rPr lang="en-US" sz="2400" dirty="0">
                  <a:solidFill>
                    <a:srgbClr val="333366"/>
                  </a:solidFill>
                  <a:latin typeface="Tahoma" pitchFamily="34" charset="0"/>
                </a:rPr>
                <a:t>xx</a:t>
              </a:r>
            </a:p>
          </p:txBody>
        </p:sp>
        <p:grpSp>
          <p:nvGrpSpPr>
            <p:cNvPr id="42" name="Group 66"/>
            <p:cNvGrpSpPr>
              <a:grpSpLocks/>
            </p:cNvGrpSpPr>
            <p:nvPr/>
          </p:nvGrpSpPr>
          <p:grpSpPr bwMode="auto">
            <a:xfrm>
              <a:off x="2232" y="1322"/>
              <a:ext cx="1092" cy="208"/>
              <a:chOff x="1908" y="2112"/>
              <a:chExt cx="1200" cy="240"/>
            </a:xfrm>
          </p:grpSpPr>
          <p:sp>
            <p:nvSpPr>
              <p:cNvPr id="44" name="Rectangle 67"/>
              <p:cNvSpPr>
                <a:spLocks noChangeArrowheads="1"/>
              </p:cNvSpPr>
              <p:nvPr/>
            </p:nvSpPr>
            <p:spPr bwMode="auto">
              <a:xfrm>
                <a:off x="190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U</a:t>
                </a:r>
              </a:p>
            </p:txBody>
          </p:sp>
          <p:sp>
            <p:nvSpPr>
              <p:cNvPr id="45" name="Rectangle 68"/>
              <p:cNvSpPr>
                <a:spLocks noChangeArrowheads="1"/>
              </p:cNvSpPr>
              <p:nvPr/>
            </p:nvSpPr>
            <p:spPr bwMode="auto">
              <a:xfrm>
                <a:off x="214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H</a:t>
                </a:r>
              </a:p>
            </p:txBody>
          </p:sp>
          <p:sp>
            <p:nvSpPr>
              <p:cNvPr id="46" name="Rectangle 69"/>
              <p:cNvSpPr>
                <a:spLocks noChangeArrowheads="1"/>
              </p:cNvSpPr>
              <p:nvPr/>
            </p:nvSpPr>
            <p:spPr bwMode="auto">
              <a:xfrm>
                <a:off x="238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a:t>
                </a:r>
              </a:p>
            </p:txBody>
          </p:sp>
          <p:sp>
            <p:nvSpPr>
              <p:cNvPr id="47" name="Rectangle 70"/>
              <p:cNvSpPr>
                <a:spLocks noChangeArrowheads="1"/>
              </p:cNvSpPr>
              <p:nvPr/>
            </p:nvSpPr>
            <p:spPr bwMode="auto">
              <a:xfrm>
                <a:off x="262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L</a:t>
                </a:r>
              </a:p>
            </p:txBody>
          </p:sp>
          <p:sp>
            <p:nvSpPr>
              <p:cNvPr id="48" name="Rectangle 71"/>
              <p:cNvSpPr>
                <a:spLocks noChangeArrowheads="1"/>
              </p:cNvSpPr>
              <p:nvPr/>
            </p:nvSpPr>
            <p:spPr bwMode="auto">
              <a:xfrm>
                <a:off x="286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SM</a:t>
                </a:r>
              </a:p>
            </p:txBody>
          </p:sp>
        </p:grpSp>
        <p:sp>
          <p:nvSpPr>
            <p:cNvPr id="43" name="Rectangle 72"/>
            <p:cNvSpPr>
              <a:spLocks noChangeArrowheads="1"/>
            </p:cNvSpPr>
            <p:nvPr/>
          </p:nvSpPr>
          <p:spPr bwMode="auto">
            <a:xfrm>
              <a:off x="2232" y="948"/>
              <a:ext cx="1092" cy="582"/>
            </a:xfrm>
            <a:prstGeom prst="rect">
              <a:avLst/>
            </a:prstGeom>
            <a:noFill/>
            <a:ln w="9525">
              <a:solidFill>
                <a:srgbClr val="0D1011"/>
              </a:solidFill>
              <a:miter lim="800000"/>
              <a:headEnd/>
              <a:tailEnd/>
            </a:ln>
          </p:spPr>
          <p:txBody>
            <a:bodyPr wrap="none" anchor="ctr"/>
            <a:lstStyle/>
            <a:p>
              <a:endParaRPr lang="en-US"/>
            </a:p>
          </p:txBody>
        </p:sp>
      </p:grpSp>
      <p:grpSp>
        <p:nvGrpSpPr>
          <p:cNvPr id="49" name="Group 73"/>
          <p:cNvGrpSpPr>
            <a:grpSpLocks/>
          </p:cNvGrpSpPr>
          <p:nvPr/>
        </p:nvGrpSpPr>
        <p:grpSpPr bwMode="auto">
          <a:xfrm>
            <a:off x="6489827" y="4349749"/>
            <a:ext cx="2228270" cy="920751"/>
            <a:chOff x="2232" y="928"/>
            <a:chExt cx="1092" cy="602"/>
          </a:xfrm>
        </p:grpSpPr>
        <p:sp>
          <p:nvSpPr>
            <p:cNvPr id="50" name="Text Box 74"/>
            <p:cNvSpPr txBox="1">
              <a:spLocks noChangeArrowheads="1"/>
            </p:cNvSpPr>
            <p:nvPr/>
          </p:nvSpPr>
          <p:spPr bwMode="auto">
            <a:xfrm>
              <a:off x="2660" y="928"/>
              <a:ext cx="240" cy="302"/>
            </a:xfrm>
            <a:prstGeom prst="rect">
              <a:avLst/>
            </a:prstGeom>
            <a:noFill/>
            <a:ln w="9525">
              <a:noFill/>
              <a:miter lim="800000"/>
              <a:headEnd/>
              <a:tailEnd/>
            </a:ln>
          </p:spPr>
          <p:txBody>
            <a:bodyPr wrap="none">
              <a:spAutoFit/>
            </a:bodyPr>
            <a:lstStyle/>
            <a:p>
              <a:pPr algn="ctr"/>
              <a:r>
                <a:rPr lang="en-US" sz="2400" dirty="0">
                  <a:solidFill>
                    <a:srgbClr val="333366"/>
                  </a:solidFill>
                  <a:latin typeface="Tahoma" pitchFamily="34" charset="0"/>
                </a:rPr>
                <a:t>xx</a:t>
              </a:r>
            </a:p>
          </p:txBody>
        </p:sp>
        <p:grpSp>
          <p:nvGrpSpPr>
            <p:cNvPr id="51" name="Group 75"/>
            <p:cNvGrpSpPr>
              <a:grpSpLocks/>
            </p:cNvGrpSpPr>
            <p:nvPr/>
          </p:nvGrpSpPr>
          <p:grpSpPr bwMode="auto">
            <a:xfrm>
              <a:off x="2232" y="1322"/>
              <a:ext cx="1092" cy="208"/>
              <a:chOff x="1908" y="2112"/>
              <a:chExt cx="1200" cy="240"/>
            </a:xfrm>
          </p:grpSpPr>
          <p:sp>
            <p:nvSpPr>
              <p:cNvPr id="53" name="Rectangle 76"/>
              <p:cNvSpPr>
                <a:spLocks noChangeArrowheads="1"/>
              </p:cNvSpPr>
              <p:nvPr/>
            </p:nvSpPr>
            <p:spPr bwMode="auto">
              <a:xfrm>
                <a:off x="190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T</a:t>
                </a:r>
              </a:p>
            </p:txBody>
          </p:sp>
          <p:sp>
            <p:nvSpPr>
              <p:cNvPr id="54" name="Rectangle 77"/>
              <p:cNvSpPr>
                <a:spLocks noChangeArrowheads="1"/>
              </p:cNvSpPr>
              <p:nvPr/>
            </p:nvSpPr>
            <p:spPr bwMode="auto">
              <a:xfrm>
                <a:off x="214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M</a:t>
                </a:r>
              </a:p>
            </p:txBody>
          </p:sp>
          <p:sp>
            <p:nvSpPr>
              <p:cNvPr id="55" name="Rectangle 78"/>
              <p:cNvSpPr>
                <a:spLocks noChangeArrowheads="1"/>
              </p:cNvSpPr>
              <p:nvPr/>
            </p:nvSpPr>
            <p:spPr bwMode="auto">
              <a:xfrm>
                <a:off x="238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a:t>
                </a:r>
              </a:p>
            </p:txBody>
          </p:sp>
          <p:sp>
            <p:nvSpPr>
              <p:cNvPr id="56" name="Rectangle 79"/>
              <p:cNvSpPr>
                <a:spLocks noChangeArrowheads="1"/>
              </p:cNvSpPr>
              <p:nvPr/>
            </p:nvSpPr>
            <p:spPr bwMode="auto">
              <a:xfrm>
                <a:off x="262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L</a:t>
                </a:r>
              </a:p>
            </p:txBody>
          </p:sp>
          <p:sp>
            <p:nvSpPr>
              <p:cNvPr id="57" name="Rectangle 80"/>
              <p:cNvSpPr>
                <a:spLocks noChangeArrowheads="1"/>
              </p:cNvSpPr>
              <p:nvPr/>
            </p:nvSpPr>
            <p:spPr bwMode="auto">
              <a:xfrm>
                <a:off x="286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BF</a:t>
                </a:r>
              </a:p>
            </p:txBody>
          </p:sp>
        </p:grpSp>
        <p:sp>
          <p:nvSpPr>
            <p:cNvPr id="52" name="Rectangle 81"/>
            <p:cNvSpPr>
              <a:spLocks noChangeArrowheads="1"/>
            </p:cNvSpPr>
            <p:nvPr/>
          </p:nvSpPr>
          <p:spPr bwMode="auto">
            <a:xfrm>
              <a:off x="2232" y="948"/>
              <a:ext cx="1092" cy="582"/>
            </a:xfrm>
            <a:prstGeom prst="rect">
              <a:avLst/>
            </a:prstGeom>
            <a:noFill/>
            <a:ln w="9525">
              <a:solidFill>
                <a:srgbClr val="0D1011"/>
              </a:solidFill>
              <a:miter lim="800000"/>
              <a:headEnd/>
              <a:tailEnd/>
            </a:ln>
          </p:spPr>
          <p:txBody>
            <a:bodyPr wrap="none" anchor="ctr"/>
            <a:lstStyle/>
            <a:p>
              <a:endParaRPr lang="en-US"/>
            </a:p>
          </p:txBody>
        </p:sp>
      </p:grpSp>
      <p:grpSp>
        <p:nvGrpSpPr>
          <p:cNvPr id="58" name="Group 82"/>
          <p:cNvGrpSpPr>
            <a:grpSpLocks/>
          </p:cNvGrpSpPr>
          <p:nvPr/>
        </p:nvGrpSpPr>
        <p:grpSpPr bwMode="auto">
          <a:xfrm>
            <a:off x="9289450" y="4349749"/>
            <a:ext cx="2228269" cy="920751"/>
            <a:chOff x="2232" y="928"/>
            <a:chExt cx="1092" cy="602"/>
          </a:xfrm>
        </p:grpSpPr>
        <p:sp>
          <p:nvSpPr>
            <p:cNvPr id="59" name="Text Box 83"/>
            <p:cNvSpPr txBox="1">
              <a:spLocks noChangeArrowheads="1"/>
            </p:cNvSpPr>
            <p:nvPr/>
          </p:nvSpPr>
          <p:spPr bwMode="auto">
            <a:xfrm>
              <a:off x="2660" y="928"/>
              <a:ext cx="240" cy="302"/>
            </a:xfrm>
            <a:prstGeom prst="rect">
              <a:avLst/>
            </a:prstGeom>
            <a:noFill/>
            <a:ln w="9525">
              <a:noFill/>
              <a:miter lim="800000"/>
              <a:headEnd/>
              <a:tailEnd/>
            </a:ln>
          </p:spPr>
          <p:txBody>
            <a:bodyPr wrap="none">
              <a:spAutoFit/>
            </a:bodyPr>
            <a:lstStyle/>
            <a:p>
              <a:pPr algn="ctr"/>
              <a:r>
                <a:rPr lang="en-US" sz="2400" dirty="0">
                  <a:solidFill>
                    <a:srgbClr val="333366"/>
                  </a:solidFill>
                  <a:latin typeface="Tahoma" pitchFamily="34" charset="0"/>
                </a:rPr>
                <a:t>xx</a:t>
              </a:r>
            </a:p>
          </p:txBody>
        </p:sp>
        <p:grpSp>
          <p:nvGrpSpPr>
            <p:cNvPr id="60" name="Group 84"/>
            <p:cNvGrpSpPr>
              <a:grpSpLocks/>
            </p:cNvGrpSpPr>
            <p:nvPr/>
          </p:nvGrpSpPr>
          <p:grpSpPr bwMode="auto">
            <a:xfrm>
              <a:off x="2232" y="1322"/>
              <a:ext cx="1092" cy="208"/>
              <a:chOff x="1908" y="2112"/>
              <a:chExt cx="1200" cy="240"/>
            </a:xfrm>
          </p:grpSpPr>
          <p:sp>
            <p:nvSpPr>
              <p:cNvPr id="62" name="Rectangle 85"/>
              <p:cNvSpPr>
                <a:spLocks noChangeArrowheads="1"/>
              </p:cNvSpPr>
              <p:nvPr/>
            </p:nvSpPr>
            <p:spPr bwMode="auto">
              <a:xfrm>
                <a:off x="190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F</a:t>
                </a:r>
              </a:p>
            </p:txBody>
          </p:sp>
          <p:sp>
            <p:nvSpPr>
              <p:cNvPr id="63" name="Rectangle 86"/>
              <p:cNvSpPr>
                <a:spLocks noChangeArrowheads="1"/>
              </p:cNvSpPr>
              <p:nvPr/>
            </p:nvSpPr>
            <p:spPr bwMode="auto">
              <a:xfrm>
                <a:off x="214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L</a:t>
                </a:r>
              </a:p>
            </p:txBody>
          </p:sp>
          <p:sp>
            <p:nvSpPr>
              <p:cNvPr id="64" name="Rectangle 87"/>
              <p:cNvSpPr>
                <a:spLocks noChangeArrowheads="1"/>
              </p:cNvSpPr>
              <p:nvPr/>
            </p:nvSpPr>
            <p:spPr bwMode="auto">
              <a:xfrm>
                <a:off x="238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0</a:t>
                </a:r>
              </a:p>
            </p:txBody>
          </p:sp>
          <p:sp>
            <p:nvSpPr>
              <p:cNvPr id="65" name="Rectangle 88"/>
              <p:cNvSpPr>
                <a:spLocks noChangeArrowheads="1"/>
              </p:cNvSpPr>
              <p:nvPr/>
            </p:nvSpPr>
            <p:spPr bwMode="auto">
              <a:xfrm>
                <a:off x="262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M</a:t>
                </a:r>
              </a:p>
            </p:txBody>
          </p:sp>
          <p:sp>
            <p:nvSpPr>
              <p:cNvPr id="66" name="Rectangle 89"/>
              <p:cNvSpPr>
                <a:spLocks noChangeArrowheads="1"/>
              </p:cNvSpPr>
              <p:nvPr/>
            </p:nvSpPr>
            <p:spPr bwMode="auto">
              <a:xfrm>
                <a:off x="286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JH</a:t>
                </a:r>
              </a:p>
            </p:txBody>
          </p:sp>
        </p:grpSp>
        <p:sp>
          <p:nvSpPr>
            <p:cNvPr id="61" name="Rectangle 90"/>
            <p:cNvSpPr>
              <a:spLocks noChangeArrowheads="1"/>
            </p:cNvSpPr>
            <p:nvPr/>
          </p:nvSpPr>
          <p:spPr bwMode="auto">
            <a:xfrm>
              <a:off x="2232" y="948"/>
              <a:ext cx="1092" cy="582"/>
            </a:xfrm>
            <a:prstGeom prst="rect">
              <a:avLst/>
            </a:prstGeom>
            <a:noFill/>
            <a:ln w="9525">
              <a:solidFill>
                <a:srgbClr val="0D1011"/>
              </a:solidFill>
              <a:miter lim="800000"/>
              <a:headEnd/>
              <a:tailEnd/>
            </a:ln>
          </p:spPr>
          <p:txBody>
            <a:bodyPr wrap="none" anchor="ctr"/>
            <a:lstStyle/>
            <a:p>
              <a:endParaRPr lang="en-US"/>
            </a:p>
          </p:txBody>
        </p:sp>
      </p:grpSp>
      <p:grpSp>
        <p:nvGrpSpPr>
          <p:cNvPr id="67" name="Group 91"/>
          <p:cNvGrpSpPr>
            <a:grpSpLocks/>
          </p:cNvGrpSpPr>
          <p:nvPr/>
        </p:nvGrpSpPr>
        <p:grpSpPr bwMode="auto">
          <a:xfrm>
            <a:off x="9291564" y="5708649"/>
            <a:ext cx="2228270" cy="920751"/>
            <a:chOff x="2232" y="928"/>
            <a:chExt cx="1092" cy="602"/>
          </a:xfrm>
        </p:grpSpPr>
        <p:sp>
          <p:nvSpPr>
            <p:cNvPr id="68" name="Text Box 92"/>
            <p:cNvSpPr txBox="1">
              <a:spLocks noChangeArrowheads="1"/>
            </p:cNvSpPr>
            <p:nvPr/>
          </p:nvSpPr>
          <p:spPr bwMode="auto">
            <a:xfrm>
              <a:off x="2660" y="928"/>
              <a:ext cx="240" cy="302"/>
            </a:xfrm>
            <a:prstGeom prst="rect">
              <a:avLst/>
            </a:prstGeom>
            <a:noFill/>
            <a:ln w="9525">
              <a:noFill/>
              <a:miter lim="800000"/>
              <a:headEnd/>
              <a:tailEnd/>
            </a:ln>
          </p:spPr>
          <p:txBody>
            <a:bodyPr wrap="none">
              <a:spAutoFit/>
            </a:bodyPr>
            <a:lstStyle/>
            <a:p>
              <a:pPr algn="ctr"/>
              <a:r>
                <a:rPr lang="en-US" sz="2400" dirty="0">
                  <a:solidFill>
                    <a:srgbClr val="333366"/>
                  </a:solidFill>
                  <a:latin typeface="Tahoma" pitchFamily="34" charset="0"/>
                </a:rPr>
                <a:t>xx</a:t>
              </a:r>
            </a:p>
          </p:txBody>
        </p:sp>
        <p:grpSp>
          <p:nvGrpSpPr>
            <p:cNvPr id="69" name="Group 93"/>
            <p:cNvGrpSpPr>
              <a:grpSpLocks/>
            </p:cNvGrpSpPr>
            <p:nvPr/>
          </p:nvGrpSpPr>
          <p:grpSpPr bwMode="auto">
            <a:xfrm>
              <a:off x="2232" y="1322"/>
              <a:ext cx="1092" cy="208"/>
              <a:chOff x="1908" y="2112"/>
              <a:chExt cx="1200" cy="240"/>
            </a:xfrm>
          </p:grpSpPr>
          <p:sp>
            <p:nvSpPr>
              <p:cNvPr id="71" name="Rectangle 94"/>
              <p:cNvSpPr>
                <a:spLocks noChangeArrowheads="1"/>
              </p:cNvSpPr>
              <p:nvPr/>
            </p:nvSpPr>
            <p:spPr bwMode="auto">
              <a:xfrm>
                <a:off x="190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T</a:t>
                </a:r>
              </a:p>
            </p:txBody>
          </p:sp>
          <p:sp>
            <p:nvSpPr>
              <p:cNvPr id="72" name="Rectangle 95"/>
              <p:cNvSpPr>
                <a:spLocks noChangeArrowheads="1"/>
              </p:cNvSpPr>
              <p:nvPr/>
            </p:nvSpPr>
            <p:spPr bwMode="auto">
              <a:xfrm>
                <a:off x="214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M</a:t>
                </a:r>
              </a:p>
            </p:txBody>
          </p:sp>
          <p:sp>
            <p:nvSpPr>
              <p:cNvPr id="73" name="Rectangle 96"/>
              <p:cNvSpPr>
                <a:spLocks noChangeArrowheads="1"/>
              </p:cNvSpPr>
              <p:nvPr/>
            </p:nvSpPr>
            <p:spPr bwMode="auto">
              <a:xfrm>
                <a:off x="238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a:t>
                </a:r>
              </a:p>
            </p:txBody>
          </p:sp>
          <p:sp>
            <p:nvSpPr>
              <p:cNvPr id="74" name="Rectangle 97"/>
              <p:cNvSpPr>
                <a:spLocks noChangeArrowheads="1"/>
              </p:cNvSpPr>
              <p:nvPr/>
            </p:nvSpPr>
            <p:spPr bwMode="auto">
              <a:xfrm>
                <a:off x="262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M</a:t>
                </a:r>
              </a:p>
            </p:txBody>
          </p:sp>
          <p:sp>
            <p:nvSpPr>
              <p:cNvPr id="75" name="Rectangle 98"/>
              <p:cNvSpPr>
                <a:spLocks noChangeArrowheads="1"/>
              </p:cNvSpPr>
              <p:nvPr/>
            </p:nvSpPr>
            <p:spPr bwMode="auto">
              <a:xfrm>
                <a:off x="286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JH</a:t>
                </a:r>
              </a:p>
            </p:txBody>
          </p:sp>
        </p:grpSp>
        <p:sp>
          <p:nvSpPr>
            <p:cNvPr id="70" name="Rectangle 99"/>
            <p:cNvSpPr>
              <a:spLocks noChangeArrowheads="1"/>
            </p:cNvSpPr>
            <p:nvPr/>
          </p:nvSpPr>
          <p:spPr bwMode="auto">
            <a:xfrm>
              <a:off x="2232" y="948"/>
              <a:ext cx="1092" cy="582"/>
            </a:xfrm>
            <a:prstGeom prst="rect">
              <a:avLst/>
            </a:prstGeom>
            <a:noFill/>
            <a:ln w="9525">
              <a:solidFill>
                <a:srgbClr val="0D1011"/>
              </a:solidFill>
              <a:miter lim="800000"/>
              <a:headEnd/>
              <a:tailEnd/>
            </a:ln>
          </p:spPr>
          <p:txBody>
            <a:bodyPr wrap="none" anchor="ctr"/>
            <a:lstStyle/>
            <a:p>
              <a:endParaRPr lang="en-US"/>
            </a:p>
          </p:txBody>
        </p:sp>
      </p:grpSp>
      <p:grpSp>
        <p:nvGrpSpPr>
          <p:cNvPr id="76" name="Group 100"/>
          <p:cNvGrpSpPr>
            <a:grpSpLocks/>
          </p:cNvGrpSpPr>
          <p:nvPr/>
        </p:nvGrpSpPr>
        <p:grpSpPr bwMode="auto">
          <a:xfrm>
            <a:off x="6487713" y="5708649"/>
            <a:ext cx="2228269" cy="920751"/>
            <a:chOff x="2232" y="928"/>
            <a:chExt cx="1092" cy="602"/>
          </a:xfrm>
        </p:grpSpPr>
        <p:sp>
          <p:nvSpPr>
            <p:cNvPr id="77" name="Text Box 101"/>
            <p:cNvSpPr txBox="1">
              <a:spLocks noChangeArrowheads="1"/>
            </p:cNvSpPr>
            <p:nvPr/>
          </p:nvSpPr>
          <p:spPr bwMode="auto">
            <a:xfrm>
              <a:off x="2661" y="928"/>
              <a:ext cx="240" cy="302"/>
            </a:xfrm>
            <a:prstGeom prst="rect">
              <a:avLst/>
            </a:prstGeom>
            <a:noFill/>
            <a:ln w="9525">
              <a:noFill/>
              <a:miter lim="800000"/>
              <a:headEnd/>
              <a:tailEnd/>
            </a:ln>
          </p:spPr>
          <p:txBody>
            <a:bodyPr wrap="none">
              <a:spAutoFit/>
            </a:bodyPr>
            <a:lstStyle/>
            <a:p>
              <a:pPr algn="ctr"/>
              <a:r>
                <a:rPr lang="en-US" sz="2400" dirty="0">
                  <a:solidFill>
                    <a:srgbClr val="333366"/>
                  </a:solidFill>
                  <a:latin typeface="Tahoma" pitchFamily="34" charset="0"/>
                </a:rPr>
                <a:t>xx</a:t>
              </a:r>
            </a:p>
          </p:txBody>
        </p:sp>
        <p:grpSp>
          <p:nvGrpSpPr>
            <p:cNvPr id="78" name="Group 102"/>
            <p:cNvGrpSpPr>
              <a:grpSpLocks/>
            </p:cNvGrpSpPr>
            <p:nvPr/>
          </p:nvGrpSpPr>
          <p:grpSpPr bwMode="auto">
            <a:xfrm>
              <a:off x="2232" y="1322"/>
              <a:ext cx="1092" cy="208"/>
              <a:chOff x="1908" y="2112"/>
              <a:chExt cx="1200" cy="240"/>
            </a:xfrm>
          </p:grpSpPr>
          <p:sp>
            <p:nvSpPr>
              <p:cNvPr id="80" name="Rectangle 103"/>
              <p:cNvSpPr>
                <a:spLocks noChangeArrowheads="1"/>
              </p:cNvSpPr>
              <p:nvPr/>
            </p:nvSpPr>
            <p:spPr bwMode="auto">
              <a:xfrm>
                <a:off x="190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C</a:t>
                </a:r>
              </a:p>
            </p:txBody>
          </p:sp>
          <p:sp>
            <p:nvSpPr>
              <p:cNvPr id="81" name="Rectangle 104"/>
              <p:cNvSpPr>
                <a:spLocks noChangeArrowheads="1"/>
              </p:cNvSpPr>
              <p:nvPr/>
            </p:nvSpPr>
            <p:spPr bwMode="auto">
              <a:xfrm>
                <a:off x="214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L</a:t>
                </a:r>
              </a:p>
            </p:txBody>
          </p:sp>
          <p:sp>
            <p:nvSpPr>
              <p:cNvPr id="82" name="Rectangle 105"/>
              <p:cNvSpPr>
                <a:spLocks noChangeArrowheads="1"/>
              </p:cNvSpPr>
              <p:nvPr/>
            </p:nvSpPr>
            <p:spPr bwMode="auto">
              <a:xfrm>
                <a:off x="238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a:t>
                </a:r>
              </a:p>
            </p:txBody>
          </p:sp>
          <p:sp>
            <p:nvSpPr>
              <p:cNvPr id="83" name="Rectangle 106"/>
              <p:cNvSpPr>
                <a:spLocks noChangeArrowheads="1"/>
              </p:cNvSpPr>
              <p:nvPr/>
            </p:nvSpPr>
            <p:spPr bwMode="auto">
              <a:xfrm>
                <a:off x="262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H</a:t>
                </a:r>
              </a:p>
            </p:txBody>
          </p:sp>
          <p:sp>
            <p:nvSpPr>
              <p:cNvPr id="84" name="Rectangle 107"/>
              <p:cNvSpPr>
                <a:spLocks noChangeArrowheads="1"/>
              </p:cNvSpPr>
              <p:nvPr/>
            </p:nvSpPr>
            <p:spPr bwMode="auto">
              <a:xfrm>
                <a:off x="286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SS</a:t>
                </a:r>
              </a:p>
            </p:txBody>
          </p:sp>
        </p:grpSp>
        <p:sp>
          <p:nvSpPr>
            <p:cNvPr id="79" name="Rectangle 108"/>
            <p:cNvSpPr>
              <a:spLocks noChangeArrowheads="1"/>
            </p:cNvSpPr>
            <p:nvPr/>
          </p:nvSpPr>
          <p:spPr bwMode="auto">
            <a:xfrm>
              <a:off x="2232" y="948"/>
              <a:ext cx="1092" cy="582"/>
            </a:xfrm>
            <a:prstGeom prst="rect">
              <a:avLst/>
            </a:prstGeom>
            <a:noFill/>
            <a:ln w="9525">
              <a:solidFill>
                <a:srgbClr val="0D1011"/>
              </a:solidFill>
              <a:miter lim="800000"/>
              <a:headEnd/>
              <a:tailEnd/>
            </a:ln>
          </p:spPr>
          <p:txBody>
            <a:bodyPr wrap="none" anchor="ctr"/>
            <a:lstStyle/>
            <a:p>
              <a:endParaRPr lang="en-US"/>
            </a:p>
          </p:txBody>
        </p:sp>
      </p:grpSp>
      <p:grpSp>
        <p:nvGrpSpPr>
          <p:cNvPr id="85" name="Group 109"/>
          <p:cNvGrpSpPr>
            <a:grpSpLocks/>
          </p:cNvGrpSpPr>
          <p:nvPr/>
        </p:nvGrpSpPr>
        <p:grpSpPr bwMode="auto">
          <a:xfrm>
            <a:off x="4909089" y="1541461"/>
            <a:ext cx="2226153" cy="920751"/>
            <a:chOff x="2232" y="928"/>
            <a:chExt cx="1092" cy="602"/>
          </a:xfrm>
        </p:grpSpPr>
        <p:sp>
          <p:nvSpPr>
            <p:cNvPr id="86" name="Text Box 110"/>
            <p:cNvSpPr txBox="1">
              <a:spLocks noChangeArrowheads="1"/>
            </p:cNvSpPr>
            <p:nvPr/>
          </p:nvSpPr>
          <p:spPr bwMode="auto">
            <a:xfrm>
              <a:off x="2659" y="928"/>
              <a:ext cx="240" cy="302"/>
            </a:xfrm>
            <a:prstGeom prst="rect">
              <a:avLst/>
            </a:prstGeom>
            <a:noFill/>
            <a:ln w="9525">
              <a:noFill/>
              <a:miter lim="800000"/>
              <a:headEnd/>
              <a:tailEnd/>
            </a:ln>
          </p:spPr>
          <p:txBody>
            <a:bodyPr wrap="none">
              <a:spAutoFit/>
            </a:bodyPr>
            <a:lstStyle/>
            <a:p>
              <a:pPr algn="ctr"/>
              <a:r>
                <a:rPr lang="en-US" sz="2400" dirty="0">
                  <a:solidFill>
                    <a:srgbClr val="333366"/>
                  </a:solidFill>
                  <a:latin typeface="Tahoma" pitchFamily="34" charset="0"/>
                </a:rPr>
                <a:t>xx</a:t>
              </a:r>
            </a:p>
          </p:txBody>
        </p:sp>
        <p:grpSp>
          <p:nvGrpSpPr>
            <p:cNvPr id="87" name="Group 111"/>
            <p:cNvGrpSpPr>
              <a:grpSpLocks/>
            </p:cNvGrpSpPr>
            <p:nvPr/>
          </p:nvGrpSpPr>
          <p:grpSpPr bwMode="auto">
            <a:xfrm>
              <a:off x="2232" y="1322"/>
              <a:ext cx="1092" cy="208"/>
              <a:chOff x="1908" y="2112"/>
              <a:chExt cx="1200" cy="240"/>
            </a:xfrm>
          </p:grpSpPr>
          <p:sp>
            <p:nvSpPr>
              <p:cNvPr id="89" name="Rectangle 112"/>
              <p:cNvSpPr>
                <a:spLocks noChangeArrowheads="1"/>
              </p:cNvSpPr>
              <p:nvPr/>
            </p:nvSpPr>
            <p:spPr bwMode="auto">
              <a:xfrm>
                <a:off x="190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F/S</a:t>
                </a:r>
              </a:p>
            </p:txBody>
          </p:sp>
          <p:sp>
            <p:nvSpPr>
              <p:cNvPr id="90" name="Rectangle 113"/>
              <p:cNvSpPr>
                <a:spLocks noChangeArrowheads="1"/>
              </p:cNvSpPr>
              <p:nvPr/>
            </p:nvSpPr>
            <p:spPr bwMode="auto">
              <a:xfrm>
                <a:off x="214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H</a:t>
                </a:r>
              </a:p>
            </p:txBody>
          </p:sp>
          <p:sp>
            <p:nvSpPr>
              <p:cNvPr id="91" name="Rectangle 114"/>
              <p:cNvSpPr>
                <a:spLocks noChangeArrowheads="1"/>
              </p:cNvSpPr>
              <p:nvPr/>
            </p:nvSpPr>
            <p:spPr bwMode="auto">
              <a:xfrm>
                <a:off x="238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0</a:t>
                </a:r>
              </a:p>
            </p:txBody>
          </p:sp>
          <p:sp>
            <p:nvSpPr>
              <p:cNvPr id="92" name="Rectangle 115"/>
              <p:cNvSpPr>
                <a:spLocks noChangeArrowheads="1"/>
              </p:cNvSpPr>
              <p:nvPr/>
            </p:nvSpPr>
            <p:spPr bwMode="auto">
              <a:xfrm>
                <a:off x="262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L</a:t>
                </a:r>
              </a:p>
            </p:txBody>
          </p:sp>
          <p:sp>
            <p:nvSpPr>
              <p:cNvPr id="93" name="Rectangle 116"/>
              <p:cNvSpPr>
                <a:spLocks noChangeArrowheads="1"/>
              </p:cNvSpPr>
              <p:nvPr/>
            </p:nvSpPr>
            <p:spPr bwMode="auto">
              <a:xfrm>
                <a:off x="286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FI</a:t>
                </a:r>
              </a:p>
            </p:txBody>
          </p:sp>
        </p:grpSp>
        <p:sp>
          <p:nvSpPr>
            <p:cNvPr id="88" name="Rectangle 117"/>
            <p:cNvSpPr>
              <a:spLocks noChangeArrowheads="1"/>
            </p:cNvSpPr>
            <p:nvPr/>
          </p:nvSpPr>
          <p:spPr bwMode="auto">
            <a:xfrm>
              <a:off x="2232" y="948"/>
              <a:ext cx="1092" cy="582"/>
            </a:xfrm>
            <a:prstGeom prst="rect">
              <a:avLst/>
            </a:prstGeom>
            <a:noFill/>
            <a:ln w="9525">
              <a:solidFill>
                <a:srgbClr val="0D1011"/>
              </a:solidFill>
              <a:miter lim="800000"/>
              <a:headEnd/>
              <a:tailEnd/>
            </a:ln>
          </p:spPr>
          <p:txBody>
            <a:bodyPr wrap="none" anchor="ctr"/>
            <a:lstStyle/>
            <a:p>
              <a:endParaRPr lang="en-US"/>
            </a:p>
          </p:txBody>
        </p:sp>
      </p:grpSp>
      <p:cxnSp>
        <p:nvCxnSpPr>
          <p:cNvPr id="94" name="AutoShape 118"/>
          <p:cNvCxnSpPr>
            <a:cxnSpLocks noChangeShapeType="1"/>
            <a:stCxn id="16" idx="0"/>
            <a:endCxn id="88" idx="2"/>
          </p:cNvCxnSpPr>
          <p:nvPr/>
        </p:nvCxnSpPr>
        <p:spPr bwMode="auto">
          <a:xfrm rot="5400000" flipH="1">
            <a:off x="7912571" y="571809"/>
            <a:ext cx="614363" cy="4395171"/>
          </a:xfrm>
          <a:prstGeom prst="bentConnector3">
            <a:avLst>
              <a:gd name="adj1" fmla="val 49870"/>
            </a:avLst>
          </a:prstGeom>
          <a:noFill/>
          <a:ln w="9525">
            <a:solidFill>
              <a:srgbClr val="000000"/>
            </a:solidFill>
            <a:miter lim="800000"/>
            <a:headEnd/>
            <a:tailEnd/>
          </a:ln>
        </p:spPr>
      </p:cxnSp>
      <p:cxnSp>
        <p:nvCxnSpPr>
          <p:cNvPr id="95" name="AutoShape 119"/>
          <p:cNvCxnSpPr>
            <a:cxnSpLocks noChangeShapeType="1"/>
            <a:stCxn id="34" idx="2"/>
            <a:endCxn id="5" idx="0"/>
          </p:cNvCxnSpPr>
          <p:nvPr/>
        </p:nvCxnSpPr>
        <p:spPr bwMode="auto">
          <a:xfrm rot="5400000">
            <a:off x="2427499" y="3513436"/>
            <a:ext cx="382586" cy="1290041"/>
          </a:xfrm>
          <a:prstGeom prst="bentConnector3">
            <a:avLst>
              <a:gd name="adj1" fmla="val 50000"/>
            </a:avLst>
          </a:prstGeom>
          <a:noFill/>
          <a:ln w="9525">
            <a:solidFill>
              <a:srgbClr val="000000"/>
            </a:solidFill>
            <a:miter lim="800000"/>
            <a:headEnd/>
            <a:tailEnd/>
          </a:ln>
        </p:spPr>
      </p:cxnSp>
      <p:cxnSp>
        <p:nvCxnSpPr>
          <p:cNvPr id="96" name="AutoShape 120"/>
          <p:cNvCxnSpPr>
            <a:cxnSpLocks noChangeShapeType="1"/>
            <a:stCxn id="34" idx="2"/>
            <a:endCxn id="41" idx="0"/>
          </p:cNvCxnSpPr>
          <p:nvPr/>
        </p:nvCxnSpPr>
        <p:spPr bwMode="auto">
          <a:xfrm rot="16200000" flipH="1">
            <a:off x="3833734" y="3397240"/>
            <a:ext cx="382586" cy="1522431"/>
          </a:xfrm>
          <a:prstGeom prst="bentConnector3">
            <a:avLst>
              <a:gd name="adj1" fmla="val 50000"/>
            </a:avLst>
          </a:prstGeom>
          <a:noFill/>
          <a:ln w="9525">
            <a:solidFill>
              <a:srgbClr val="000000"/>
            </a:solidFill>
            <a:miter lim="800000"/>
            <a:headEnd/>
            <a:tailEnd/>
          </a:ln>
        </p:spPr>
      </p:cxnSp>
      <p:cxnSp>
        <p:nvCxnSpPr>
          <p:cNvPr id="97" name="AutoShape 121"/>
          <p:cNvCxnSpPr>
            <a:cxnSpLocks noChangeShapeType="1"/>
            <a:stCxn id="25" idx="2"/>
            <a:endCxn id="59" idx="0"/>
          </p:cNvCxnSpPr>
          <p:nvPr/>
        </p:nvCxnSpPr>
        <p:spPr bwMode="auto">
          <a:xfrm rot="16200000" flipH="1">
            <a:off x="8814010" y="2757114"/>
            <a:ext cx="382586" cy="2802683"/>
          </a:xfrm>
          <a:prstGeom prst="bentConnector3">
            <a:avLst>
              <a:gd name="adj1" fmla="val 50000"/>
            </a:avLst>
          </a:prstGeom>
          <a:noFill/>
          <a:ln w="9525">
            <a:solidFill>
              <a:srgbClr val="000000"/>
            </a:solidFill>
            <a:miter lim="800000"/>
            <a:headEnd/>
            <a:tailEnd/>
          </a:ln>
        </p:spPr>
      </p:cxnSp>
      <p:cxnSp>
        <p:nvCxnSpPr>
          <p:cNvPr id="98" name="AutoShape 122"/>
          <p:cNvCxnSpPr>
            <a:cxnSpLocks noChangeShapeType="1"/>
            <a:stCxn id="52" idx="2"/>
            <a:endCxn id="79" idx="0"/>
          </p:cNvCxnSpPr>
          <p:nvPr/>
        </p:nvCxnSpPr>
        <p:spPr bwMode="auto">
          <a:xfrm flipH="1">
            <a:off x="7602903" y="5270500"/>
            <a:ext cx="2117" cy="468313"/>
          </a:xfrm>
          <a:prstGeom prst="straightConnector1">
            <a:avLst/>
          </a:prstGeom>
          <a:noFill/>
          <a:ln w="9525">
            <a:solidFill>
              <a:srgbClr val="000000"/>
            </a:solidFill>
            <a:round/>
            <a:headEnd/>
            <a:tailEnd/>
          </a:ln>
        </p:spPr>
      </p:cxnSp>
      <p:cxnSp>
        <p:nvCxnSpPr>
          <p:cNvPr id="99" name="AutoShape 123"/>
          <p:cNvCxnSpPr>
            <a:cxnSpLocks noChangeShapeType="1"/>
            <a:stCxn id="61" idx="2"/>
            <a:endCxn id="70" idx="0"/>
          </p:cNvCxnSpPr>
          <p:nvPr/>
        </p:nvCxnSpPr>
        <p:spPr bwMode="auto">
          <a:xfrm>
            <a:off x="10404640" y="5270500"/>
            <a:ext cx="2117" cy="468313"/>
          </a:xfrm>
          <a:prstGeom prst="straightConnector1">
            <a:avLst/>
          </a:prstGeom>
          <a:noFill/>
          <a:ln w="9525">
            <a:solidFill>
              <a:srgbClr val="000000"/>
            </a:solidFill>
            <a:round/>
            <a:headEnd/>
            <a:tailEnd/>
          </a:ln>
        </p:spPr>
      </p:cxnSp>
      <p:grpSp>
        <p:nvGrpSpPr>
          <p:cNvPr id="100" name="Group 124"/>
          <p:cNvGrpSpPr>
            <a:grpSpLocks/>
          </p:cNvGrpSpPr>
          <p:nvPr/>
        </p:nvGrpSpPr>
        <p:grpSpPr bwMode="auto">
          <a:xfrm>
            <a:off x="9395256" y="1465263"/>
            <a:ext cx="2228269" cy="920751"/>
            <a:chOff x="2232" y="928"/>
            <a:chExt cx="1092" cy="602"/>
          </a:xfrm>
        </p:grpSpPr>
        <p:sp>
          <p:nvSpPr>
            <p:cNvPr id="101" name="Text Box 125"/>
            <p:cNvSpPr txBox="1">
              <a:spLocks noChangeArrowheads="1"/>
            </p:cNvSpPr>
            <p:nvPr/>
          </p:nvSpPr>
          <p:spPr bwMode="auto">
            <a:xfrm>
              <a:off x="2662" y="928"/>
              <a:ext cx="240" cy="302"/>
            </a:xfrm>
            <a:prstGeom prst="rect">
              <a:avLst/>
            </a:prstGeom>
            <a:noFill/>
            <a:ln w="9525">
              <a:noFill/>
              <a:miter lim="800000"/>
              <a:headEnd/>
              <a:tailEnd/>
            </a:ln>
          </p:spPr>
          <p:txBody>
            <a:bodyPr wrap="none">
              <a:spAutoFit/>
            </a:bodyPr>
            <a:lstStyle/>
            <a:p>
              <a:pPr algn="ctr"/>
              <a:r>
                <a:rPr lang="en-US" sz="2400" dirty="0">
                  <a:solidFill>
                    <a:srgbClr val="009900"/>
                  </a:solidFill>
                  <a:latin typeface="Tahoma" pitchFamily="34" charset="0"/>
                </a:rPr>
                <a:t>xx</a:t>
              </a:r>
            </a:p>
          </p:txBody>
        </p:sp>
        <p:grpSp>
          <p:nvGrpSpPr>
            <p:cNvPr id="102" name="Group 126"/>
            <p:cNvGrpSpPr>
              <a:grpSpLocks/>
            </p:cNvGrpSpPr>
            <p:nvPr/>
          </p:nvGrpSpPr>
          <p:grpSpPr bwMode="auto">
            <a:xfrm>
              <a:off x="2232" y="1322"/>
              <a:ext cx="1092" cy="208"/>
              <a:chOff x="1908" y="2112"/>
              <a:chExt cx="1200" cy="240"/>
            </a:xfrm>
          </p:grpSpPr>
          <p:sp>
            <p:nvSpPr>
              <p:cNvPr id="104" name="Rectangle 127"/>
              <p:cNvSpPr>
                <a:spLocks noChangeArrowheads="1"/>
              </p:cNvSpPr>
              <p:nvPr/>
            </p:nvSpPr>
            <p:spPr bwMode="auto">
              <a:xfrm>
                <a:off x="190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T</a:t>
                </a:r>
              </a:p>
            </p:txBody>
          </p:sp>
          <p:sp>
            <p:nvSpPr>
              <p:cNvPr id="105" name="Rectangle 128"/>
              <p:cNvSpPr>
                <a:spLocks noChangeArrowheads="1"/>
              </p:cNvSpPr>
              <p:nvPr/>
            </p:nvSpPr>
            <p:spPr bwMode="auto">
              <a:xfrm>
                <a:off x="214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 </a:t>
                </a:r>
              </a:p>
            </p:txBody>
          </p:sp>
          <p:sp>
            <p:nvSpPr>
              <p:cNvPr id="106" name="Rectangle 129"/>
              <p:cNvSpPr>
                <a:spLocks noChangeArrowheads="1"/>
              </p:cNvSpPr>
              <p:nvPr/>
            </p:nvSpPr>
            <p:spPr bwMode="auto">
              <a:xfrm>
                <a:off x="238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0</a:t>
                </a:r>
              </a:p>
            </p:txBody>
          </p:sp>
          <p:sp>
            <p:nvSpPr>
              <p:cNvPr id="107" name="Rectangle 130"/>
              <p:cNvSpPr>
                <a:spLocks noChangeArrowheads="1"/>
              </p:cNvSpPr>
              <p:nvPr/>
            </p:nvSpPr>
            <p:spPr bwMode="auto">
              <a:xfrm>
                <a:off x="262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L</a:t>
                </a:r>
              </a:p>
            </p:txBody>
          </p:sp>
          <p:sp>
            <p:nvSpPr>
              <p:cNvPr id="108" name="Rectangle 131"/>
              <p:cNvSpPr>
                <a:spLocks noChangeArrowheads="1"/>
              </p:cNvSpPr>
              <p:nvPr/>
            </p:nvSpPr>
            <p:spPr bwMode="auto">
              <a:xfrm>
                <a:off x="286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SM</a:t>
                </a:r>
              </a:p>
            </p:txBody>
          </p:sp>
        </p:grpSp>
        <p:sp>
          <p:nvSpPr>
            <p:cNvPr id="103" name="Rectangle 132"/>
            <p:cNvSpPr>
              <a:spLocks noChangeArrowheads="1"/>
            </p:cNvSpPr>
            <p:nvPr/>
          </p:nvSpPr>
          <p:spPr bwMode="auto">
            <a:xfrm>
              <a:off x="2232" y="948"/>
              <a:ext cx="1092" cy="582"/>
            </a:xfrm>
            <a:prstGeom prst="rect">
              <a:avLst/>
            </a:prstGeom>
            <a:noFill/>
            <a:ln w="9525">
              <a:solidFill>
                <a:srgbClr val="0D1011"/>
              </a:solidFill>
              <a:miter lim="800000"/>
              <a:headEnd/>
              <a:tailEnd/>
            </a:ln>
          </p:spPr>
          <p:txBody>
            <a:bodyPr wrap="none" anchor="ctr"/>
            <a:lstStyle/>
            <a:p>
              <a:endParaRPr lang="en-US"/>
            </a:p>
          </p:txBody>
        </p:sp>
      </p:grpSp>
      <p:sp>
        <p:nvSpPr>
          <p:cNvPr id="109" name="Line 133"/>
          <p:cNvSpPr>
            <a:spLocks noChangeShapeType="1"/>
          </p:cNvSpPr>
          <p:nvPr/>
        </p:nvSpPr>
        <p:spPr bwMode="auto">
          <a:xfrm flipH="1">
            <a:off x="8713865" y="2432049"/>
            <a:ext cx="1394519" cy="550863"/>
          </a:xfrm>
          <a:prstGeom prst="line">
            <a:avLst/>
          </a:prstGeom>
          <a:noFill/>
          <a:ln w="28575">
            <a:solidFill>
              <a:srgbClr val="FF0000"/>
            </a:solidFill>
            <a:round/>
            <a:headEnd/>
            <a:tailEnd type="triangle" w="med" len="med"/>
          </a:ln>
        </p:spPr>
        <p:txBody>
          <a:bodyPr lIns="121899" tIns="60949" rIns="121899" bIns="60949">
            <a:spAutoFit/>
          </a:bodyPr>
          <a:lstStyle/>
          <a:p>
            <a:endParaRPr lang="en-US"/>
          </a:p>
        </p:txBody>
      </p:sp>
      <p:cxnSp>
        <p:nvCxnSpPr>
          <p:cNvPr id="110" name="AutoShape 134"/>
          <p:cNvCxnSpPr>
            <a:cxnSpLocks noChangeShapeType="1"/>
            <a:stCxn id="34" idx="0"/>
            <a:endCxn id="88" idx="2"/>
          </p:cNvCxnSpPr>
          <p:nvPr/>
        </p:nvCxnSpPr>
        <p:spPr bwMode="auto">
          <a:xfrm rot="-5400000">
            <a:off x="4336336" y="1390745"/>
            <a:ext cx="614363" cy="2757299"/>
          </a:xfrm>
          <a:prstGeom prst="bentConnector3">
            <a:avLst>
              <a:gd name="adj1" fmla="val 49870"/>
            </a:avLst>
          </a:prstGeom>
          <a:noFill/>
          <a:ln w="9525">
            <a:solidFill>
              <a:srgbClr val="000000"/>
            </a:solidFill>
            <a:miter lim="800000"/>
            <a:headEnd/>
            <a:tailEnd/>
          </a:ln>
        </p:spPr>
      </p:cxnSp>
      <p:cxnSp>
        <p:nvCxnSpPr>
          <p:cNvPr id="111" name="AutoShape 135"/>
          <p:cNvCxnSpPr>
            <a:cxnSpLocks noChangeShapeType="1"/>
            <a:stCxn id="25" idx="0"/>
            <a:endCxn id="88" idx="2"/>
          </p:cNvCxnSpPr>
          <p:nvPr/>
        </p:nvCxnSpPr>
        <p:spPr bwMode="auto">
          <a:xfrm rot="5400000" flipH="1">
            <a:off x="6506412" y="1977966"/>
            <a:ext cx="614363" cy="1582854"/>
          </a:xfrm>
          <a:prstGeom prst="bentConnector3">
            <a:avLst>
              <a:gd name="adj1" fmla="val 49870"/>
            </a:avLst>
          </a:prstGeom>
          <a:noFill/>
          <a:ln w="9525">
            <a:solidFill>
              <a:srgbClr val="000000"/>
            </a:solidFill>
            <a:miter lim="800000"/>
            <a:headEnd/>
            <a:tailEnd/>
          </a:ln>
        </p:spPr>
      </p:cxnSp>
      <p:cxnSp>
        <p:nvCxnSpPr>
          <p:cNvPr id="112" name="AutoShape 136"/>
          <p:cNvCxnSpPr>
            <a:cxnSpLocks noChangeShapeType="1"/>
            <a:stCxn id="52" idx="0"/>
            <a:endCxn id="25" idx="2"/>
          </p:cNvCxnSpPr>
          <p:nvPr/>
        </p:nvCxnSpPr>
        <p:spPr bwMode="auto">
          <a:xfrm flipV="1">
            <a:off x="7605020" y="3967163"/>
            <a:ext cx="0" cy="412751"/>
          </a:xfrm>
          <a:prstGeom prst="straightConnector1">
            <a:avLst/>
          </a:prstGeom>
          <a:noFill/>
          <a:ln w="9525">
            <a:solidFill>
              <a:srgbClr val="000000"/>
            </a:solidFill>
            <a:round/>
            <a:headEnd/>
            <a:tailEnd/>
          </a:ln>
        </p:spPr>
      </p:cxnSp>
      <p:grpSp>
        <p:nvGrpSpPr>
          <p:cNvPr id="113" name="Group 137"/>
          <p:cNvGrpSpPr>
            <a:grpSpLocks/>
          </p:cNvGrpSpPr>
          <p:nvPr/>
        </p:nvGrpSpPr>
        <p:grpSpPr bwMode="auto">
          <a:xfrm>
            <a:off x="1269373" y="1465263"/>
            <a:ext cx="2228269" cy="920751"/>
            <a:chOff x="2232" y="928"/>
            <a:chExt cx="1092" cy="602"/>
          </a:xfrm>
        </p:grpSpPr>
        <p:sp>
          <p:nvSpPr>
            <p:cNvPr id="114" name="Text Box 138"/>
            <p:cNvSpPr txBox="1">
              <a:spLocks noChangeArrowheads="1"/>
            </p:cNvSpPr>
            <p:nvPr/>
          </p:nvSpPr>
          <p:spPr bwMode="auto">
            <a:xfrm>
              <a:off x="2663" y="928"/>
              <a:ext cx="240" cy="302"/>
            </a:xfrm>
            <a:prstGeom prst="rect">
              <a:avLst/>
            </a:prstGeom>
            <a:noFill/>
            <a:ln w="9525">
              <a:noFill/>
              <a:miter lim="800000"/>
              <a:headEnd/>
              <a:tailEnd/>
            </a:ln>
          </p:spPr>
          <p:txBody>
            <a:bodyPr wrap="none">
              <a:spAutoFit/>
            </a:bodyPr>
            <a:lstStyle/>
            <a:p>
              <a:pPr algn="ctr"/>
              <a:r>
                <a:rPr lang="en-US" sz="2400" dirty="0">
                  <a:solidFill>
                    <a:srgbClr val="009900"/>
                  </a:solidFill>
                  <a:latin typeface="Tahoma" pitchFamily="34" charset="0"/>
                </a:rPr>
                <a:t>xx</a:t>
              </a:r>
            </a:p>
          </p:txBody>
        </p:sp>
        <p:grpSp>
          <p:nvGrpSpPr>
            <p:cNvPr id="115" name="Group 139"/>
            <p:cNvGrpSpPr>
              <a:grpSpLocks/>
            </p:cNvGrpSpPr>
            <p:nvPr/>
          </p:nvGrpSpPr>
          <p:grpSpPr bwMode="auto">
            <a:xfrm>
              <a:off x="2232" y="1322"/>
              <a:ext cx="1092" cy="208"/>
              <a:chOff x="1908" y="2112"/>
              <a:chExt cx="1200" cy="240"/>
            </a:xfrm>
          </p:grpSpPr>
          <p:sp>
            <p:nvSpPr>
              <p:cNvPr id="117" name="Rectangle 140"/>
              <p:cNvSpPr>
                <a:spLocks noChangeArrowheads="1"/>
              </p:cNvSpPr>
              <p:nvPr/>
            </p:nvSpPr>
            <p:spPr bwMode="auto">
              <a:xfrm>
                <a:off x="1908" y="2112"/>
                <a:ext cx="240" cy="240"/>
              </a:xfrm>
              <a:prstGeom prst="rect">
                <a:avLst/>
              </a:prstGeom>
              <a:noFill/>
              <a:ln w="9525">
                <a:solidFill>
                  <a:srgbClr val="0D1011"/>
                </a:solidFill>
                <a:miter lim="800000"/>
                <a:headEnd/>
                <a:tailEnd/>
              </a:ln>
            </p:spPr>
            <p:txBody>
              <a:bodyPr wrap="none" anchor="ctr"/>
              <a:lstStyle/>
              <a:p>
                <a:pPr algn="ctr"/>
                <a:endParaRPr lang="fi-FI" sz="1900" dirty="0">
                  <a:solidFill>
                    <a:srgbClr val="000000"/>
                  </a:solidFill>
                  <a:latin typeface="Tahoma" pitchFamily="34" charset="0"/>
                </a:endParaRPr>
              </a:p>
            </p:txBody>
          </p:sp>
          <p:sp>
            <p:nvSpPr>
              <p:cNvPr id="118" name="Rectangle 141"/>
              <p:cNvSpPr>
                <a:spLocks noChangeArrowheads="1"/>
              </p:cNvSpPr>
              <p:nvPr/>
            </p:nvSpPr>
            <p:spPr bwMode="auto">
              <a:xfrm>
                <a:off x="214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H </a:t>
                </a:r>
              </a:p>
            </p:txBody>
          </p:sp>
          <p:sp>
            <p:nvSpPr>
              <p:cNvPr id="119" name="Rectangle 142"/>
              <p:cNvSpPr>
                <a:spLocks noChangeArrowheads="1"/>
              </p:cNvSpPr>
              <p:nvPr/>
            </p:nvSpPr>
            <p:spPr bwMode="auto">
              <a:xfrm>
                <a:off x="238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0</a:t>
                </a:r>
              </a:p>
            </p:txBody>
          </p:sp>
          <p:sp>
            <p:nvSpPr>
              <p:cNvPr id="120" name="Rectangle 143"/>
              <p:cNvSpPr>
                <a:spLocks noChangeArrowheads="1"/>
              </p:cNvSpPr>
              <p:nvPr/>
            </p:nvSpPr>
            <p:spPr bwMode="auto">
              <a:xfrm>
                <a:off x="262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N</a:t>
                </a:r>
              </a:p>
            </p:txBody>
          </p:sp>
          <p:sp>
            <p:nvSpPr>
              <p:cNvPr id="121" name="Rectangle 144"/>
              <p:cNvSpPr>
                <a:spLocks noChangeArrowheads="1"/>
              </p:cNvSpPr>
              <p:nvPr/>
            </p:nvSpPr>
            <p:spPr bwMode="auto">
              <a:xfrm>
                <a:off x="2868" y="2112"/>
                <a:ext cx="240" cy="240"/>
              </a:xfrm>
              <a:prstGeom prst="rect">
                <a:avLst/>
              </a:prstGeom>
              <a:noFill/>
              <a:ln w="9525">
                <a:solidFill>
                  <a:srgbClr val="0D1011"/>
                </a:solidFill>
                <a:miter lim="800000"/>
                <a:headEnd/>
                <a:tailEnd/>
              </a:ln>
            </p:spPr>
            <p:txBody>
              <a:bodyPr wrap="none" anchor="ctr"/>
              <a:lstStyle/>
              <a:p>
                <a:pPr algn="ctr"/>
                <a:r>
                  <a:rPr lang="en-US" sz="1900" dirty="0">
                    <a:solidFill>
                      <a:srgbClr val="000000"/>
                    </a:solidFill>
                    <a:latin typeface="Tahoma" pitchFamily="34" charset="0"/>
                  </a:rPr>
                  <a:t>KP</a:t>
                </a:r>
              </a:p>
            </p:txBody>
          </p:sp>
        </p:grpSp>
        <p:sp>
          <p:nvSpPr>
            <p:cNvPr id="116" name="Rectangle 145"/>
            <p:cNvSpPr>
              <a:spLocks noChangeArrowheads="1"/>
            </p:cNvSpPr>
            <p:nvPr/>
          </p:nvSpPr>
          <p:spPr bwMode="auto">
            <a:xfrm>
              <a:off x="2232" y="948"/>
              <a:ext cx="1092" cy="582"/>
            </a:xfrm>
            <a:prstGeom prst="rect">
              <a:avLst/>
            </a:prstGeom>
            <a:noFill/>
            <a:ln w="9525">
              <a:solidFill>
                <a:srgbClr val="0D1011"/>
              </a:solidFill>
              <a:miter lim="800000"/>
              <a:headEnd/>
              <a:tailEnd/>
            </a:ln>
          </p:spPr>
          <p:txBody>
            <a:bodyPr wrap="none" anchor="ctr"/>
            <a:lstStyle/>
            <a:p>
              <a:endParaRPr lang="en-US"/>
            </a:p>
          </p:txBody>
        </p:sp>
      </p:gr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1537338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blank">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w="19050">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5"/>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a:defPPr>
      </a:lstStyle>
    </a:txDef>
  </a:objectDefaults>
  <a:extraClrSchemeLst/>
  <a:extLst>
    <a:ext uri="{05A4C25C-085E-4340-85A3-A5531E510DB2}">
      <thm15:themeFamily xmlns:thm15="http://schemas.microsoft.com/office/thememl/2012/main" xmlns="" name="Oracle_16x9_2014_521" id="{11138A86-4CFD-4AAE-84ED-85FDB159739F}" vid="{ADD436DE-0EC9-4932-BD4C-5E9FA04FA01B}"/>
    </a:ext>
  </a:extLst>
</a:theme>
</file>

<file path=ppt/theme/theme2.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45</TotalTime>
  <Words>284</Words>
  <Application>Microsoft Office PowerPoint</Application>
  <PresentationFormat>Custom</PresentationFormat>
  <Paragraphs>119</Paragraphs>
  <Slides>5</Slides>
  <Notes>3</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blank</vt:lpstr>
      <vt:lpstr>Slide 1</vt:lpstr>
      <vt:lpstr>Influence Map</vt:lpstr>
      <vt:lpstr>Map Influence for Enterprise</vt:lpstr>
      <vt:lpstr>Who Really Matters (Stakeholder Influence)</vt:lpstr>
      <vt:lpstr>Slide 5</vt:lpstr>
    </vt:vector>
  </TitlesOfParts>
  <Company>Oracle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ER.040 Influence Map</dc:title>
  <dc:creator>Oracle Global Methods</dc:creator>
  <cp:keywords>OUM</cp:keywords>
  <dc:description>Copyright © 2014 Oracle and/or its affiliates.  All rights reserved.</dc:description>
  <cp:lastModifiedBy>masander</cp:lastModifiedBy>
  <cp:revision>8</cp:revision>
  <dcterms:created xsi:type="dcterms:W3CDTF">2014-06-17T16:24:26Z</dcterms:created>
  <dcterms:modified xsi:type="dcterms:W3CDTF">2014-08-15T16:42:39Z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2343037</vt:lpwstr>
  </property>
  <property fmtid="{D5CDD505-2E9C-101B-9397-08002B2CF9AE}" pid="3" name="NXPowerLiteSettings">
    <vt:lpwstr>F98007B004F000</vt:lpwstr>
  </property>
  <property fmtid="{D5CDD505-2E9C-101B-9397-08002B2CF9AE}" pid="4" name="NXPowerLiteVersion">
    <vt:lpwstr>D5.0.2</vt:lpwstr>
  </property>
</Properties>
</file>