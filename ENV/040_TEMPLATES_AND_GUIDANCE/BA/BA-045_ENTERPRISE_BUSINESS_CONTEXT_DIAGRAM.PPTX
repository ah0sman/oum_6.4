
<file path=[Content_Types].xml><?xml version="1.0" encoding="utf-8"?>
<Types xmlns="http://schemas.openxmlformats.org/package/2006/content-types">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Default Extension="png" ContentType="image/png"/>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handoutMasterIdLst>
    <p:handoutMasterId r:id="rId4"/>
  </p:handoutMasterIdLst>
  <p:sldIdLst>
    <p:sldId id="370" r:id="rId2"/>
  </p:sldIdLst>
  <p:sldSz cx="12188825"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7" pos="33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7F7F7F"/>
    <a:srgbClr val="00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FD0F851-EC5A-4D38-B0AD-8093EC10F33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2521" autoAdjust="0"/>
  </p:normalViewPr>
  <p:slideViewPr>
    <p:cSldViewPr>
      <p:cViewPr varScale="1">
        <p:scale>
          <a:sx n="69" d="100"/>
          <a:sy n="69" d="100"/>
        </p:scale>
        <p:origin x="-1422" y="-102"/>
      </p:cViewPr>
      <p:guideLst>
        <p:guide orient="horz" pos="2160"/>
        <p:guide pos="335"/>
      </p:guideLst>
    </p:cSldViewPr>
  </p:slideViewPr>
  <p:outlineViewPr>
    <p:cViewPr>
      <p:scale>
        <a:sx n="33" d="100"/>
        <a:sy n="33" d="100"/>
      </p:scale>
      <p:origin x="0" y="-10368"/>
    </p:cViewPr>
  </p:outlineViewPr>
  <p:notesTextViewPr>
    <p:cViewPr>
      <p:scale>
        <a:sx n="1" d="1"/>
        <a:sy n="1" d="1"/>
      </p:scale>
      <p:origin x="0" y="0"/>
    </p:cViewPr>
  </p:notesTextViewPr>
  <p:sorterViewPr>
    <p:cViewPr>
      <p:scale>
        <a:sx n="31" d="100"/>
        <a:sy n="31" d="100"/>
      </p:scale>
      <p:origin x="0" y="0"/>
    </p:cViewPr>
  </p:sorterViewPr>
  <p:notesViewPr>
    <p:cSldViewPr>
      <p:cViewPr varScale="1">
        <p:scale>
          <a:sx n="83" d="100"/>
          <a:sy n="83" d="100"/>
        </p:scale>
        <p:origin x="-3156" y="-7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E821AA6-70BE-4FDE-A8DC-DB381A688FD8}" type="datetimeFigureOut">
              <a:rPr lang="en-US"/>
              <a:pPr/>
              <a:t>6/17/2014</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97E47EA-D299-42CE-88BF-4E1035596DA5}" type="slidenum">
              <a:rPr/>
              <a:pPr/>
              <a:t>‹#›</a:t>
            </a:fld>
            <a:endParaRPr dirty="0"/>
          </a:p>
        </p:txBody>
      </p:sp>
    </p:spTree>
    <p:extLst>
      <p:ext uri="{BB962C8B-B14F-4D97-AF65-F5344CB8AC3E}">
        <p14:creationId xmlns="" xmlns:p14="http://schemas.microsoft.com/office/powerpoint/2010/main" val="19668118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2588" y="381000"/>
            <a:ext cx="4572000" cy="257309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381000" y="3124200"/>
            <a:ext cx="6096000" cy="5334000"/>
          </a:xfrm>
          <a:prstGeom prst="rect">
            <a:avLst/>
          </a:prstGeom>
        </p:spPr>
        <p:txBody>
          <a:bodyPr vert="horz" lIns="0" tIns="0" rIns="0" bIns="91440" rtlCol="0">
            <a:normAutofit/>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381000" y="8610600"/>
            <a:ext cx="4648200" cy="227013"/>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5715000" y="8610600"/>
            <a:ext cx="762000" cy="227013"/>
          </a:xfrm>
          <a:prstGeom prst="rect">
            <a:avLst/>
          </a:prstGeom>
        </p:spPr>
        <p:txBody>
          <a:bodyPr vert="horz" lIns="91440" tIns="45720" rIns="91440" bIns="45720" rtlCol="0" anchor="b"/>
          <a:lstStyle>
            <a:lvl1pPr algn="r">
              <a:defRPr sz="1200"/>
            </a:lvl1pPr>
          </a:lstStyle>
          <a:p>
            <a:fld id="{8C72D9AE-7182-4680-8F79-479C4181FF08}" type="slidenum">
              <a:rPr/>
              <a:pPr/>
              <a:t>‹#›</a:t>
            </a:fld>
            <a:endParaRPr dirty="0"/>
          </a:p>
        </p:txBody>
      </p:sp>
    </p:spTree>
    <p:extLst>
      <p:ext uri="{BB962C8B-B14F-4D97-AF65-F5344CB8AC3E}">
        <p14:creationId xmlns="" xmlns:p14="http://schemas.microsoft.com/office/powerpoint/2010/main" val="973114905"/>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600"/>
      </a:spcBef>
      <a:defRPr sz="1100" kern="1200">
        <a:solidFill>
          <a:schemeClr val="tx1"/>
        </a:solidFill>
        <a:latin typeface="+mn-lt"/>
        <a:ea typeface="+mn-ea"/>
        <a:cs typeface="+mn-cs"/>
      </a:defRPr>
    </a:lvl1pPr>
    <a:lvl2pPr marL="228600" indent="-114300" algn="l" defTabSz="914400" rtl="0" eaLnBrk="1" latinLnBrk="0" hangingPunct="1">
      <a:spcBef>
        <a:spcPts val="600"/>
      </a:spcBef>
      <a:buFont typeface="Arial" panose="020B0604020202020204" pitchFamily="34" charset="0"/>
      <a:buChar char="•"/>
      <a:defRPr sz="1050" kern="1200">
        <a:solidFill>
          <a:schemeClr val="tx1"/>
        </a:solidFill>
        <a:latin typeface="+mn-lt"/>
        <a:ea typeface="+mn-ea"/>
        <a:cs typeface="+mn-cs"/>
      </a:defRPr>
    </a:lvl2pPr>
    <a:lvl3pPr marL="40005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3pPr>
    <a:lvl4pPr marL="571500" indent="-114300" algn="l" defTabSz="914400" rtl="0" eaLnBrk="1" latinLnBrk="0" hangingPunct="1">
      <a:spcBef>
        <a:spcPts val="600"/>
      </a:spcBef>
      <a:buFont typeface="Arial" panose="020B0604020202020204" pitchFamily="34" charset="0"/>
      <a:buChar char="•"/>
      <a:defRPr sz="900" kern="1200">
        <a:solidFill>
          <a:schemeClr val="tx1"/>
        </a:solidFill>
        <a:latin typeface="+mn-lt"/>
        <a:ea typeface="+mn-ea"/>
        <a:cs typeface="+mn-cs"/>
      </a:defRPr>
    </a:lvl4pPr>
    <a:lvl5pPr marL="742950" indent="-114300" algn="l" defTabSz="914400" rtl="0" eaLnBrk="1" latinLnBrk="0" hangingPunct="1">
      <a:spcBef>
        <a:spcPts val="600"/>
      </a:spcBef>
      <a:buFont typeface="Arial" panose="020B0604020202020204" pitchFamily="34" charset="0"/>
      <a:buChar char="–"/>
      <a:defRPr sz="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without Pictur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3" y="3429451"/>
            <a:ext cx="11125199"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90970774-AE6A-48D8-BD84-3DC88B2F526B}" type="datetime1">
              <a:rPr lang="en-US" smtClean="0"/>
              <a:pPr/>
              <a:t>6/17/2014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14" name="Oracle red badge logo" descr="Oracle logo in white on red staging background"/>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9932002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1813" y="739775"/>
            <a:ext cx="11125199"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11126648"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p:txBody>
          <a:bodyPr/>
          <a:lstStyle/>
          <a:p>
            <a:fld id="{75468FD2-1967-4D24-9ECB-793583EED7DF}" type="datetime1">
              <a:rPr lang="en-US" smtClean="0"/>
              <a:pPr/>
              <a:t>6/17/2014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p>
            <a:fld id="{C51EAA63-D034-42AE-91FA-B13B9518C7BE}" type="slidenum">
              <a:rPr/>
              <a:pPr/>
              <a:t>‹#›</a:t>
            </a:fld>
            <a:endParaRPr dirty="0"/>
          </a:p>
        </p:txBody>
      </p:sp>
      <p:pic>
        <p:nvPicPr>
          <p:cNvPr id="9" name="Oracle red badge logo" descr="Oracle logo in white on red staging background"/>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40415743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 name="Rectangle 9" descr="Full slide 4-color photo can be inserted here"/>
          <p:cNvSpPr/>
          <p:nvPr userDrawn="1"/>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CF1ADDA7-97C7-4211-866A-24676DF31518}" type="datetime1">
              <a:rPr lang="en-US" smtClean="0"/>
              <a:pPr/>
              <a:t>6/17/2014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DC1C5"/>
                </a:solidFill>
              </a:defRPr>
            </a:lvl1pPr>
          </a:lstStyle>
          <a:p>
            <a:fld id="{C51EAA63-D034-42AE-91FA-B13B9518C7BE}" type="slidenum">
              <a:rPr/>
              <a:pPr/>
              <a:t>‹#›</a:t>
            </a:fld>
            <a:endParaRPr dirty="0"/>
          </a:p>
        </p:txBody>
      </p:sp>
      <p:pic>
        <p:nvPicPr>
          <p:cNvPr id="12"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26878214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Logo">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2FE63662-240D-46B6-B985-C639384D6CD2}" type="datetime1">
              <a:rPr lang="en-US" smtClean="0"/>
              <a:pPr/>
              <a:t>6/17/2014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3063780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and 2 Logos">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2" name="Rectangle 21" descr="Full slide 4-color photo can be inserted here. Customer/Partner and secondary logo can be included"/>
          <p:cNvSpPr/>
          <p:nvPr/>
        </p:nvSpPr>
        <p:spPr bwMode="hidden">
          <a:xfrm>
            <a:off x="0" y="0"/>
            <a:ext cx="12188825" cy="6858000"/>
          </a:xfrm>
          <a:prstGeom prst="rect">
            <a:avLst/>
          </a:prstGeom>
          <a:solidFill>
            <a:srgbClr val="46575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531814" y="739775"/>
            <a:ext cx="8763000" cy="1470025"/>
          </a:xfrm>
        </p:spPr>
        <p:txBody>
          <a:bodyPr/>
          <a:lstStyle>
            <a:lvl1pPr>
              <a:lnSpc>
                <a:spcPct val="80000"/>
              </a:lnSpc>
              <a:defRPr sz="4800"/>
            </a:lvl1pPr>
          </a:lstStyle>
          <a:p>
            <a:r>
              <a:rPr lang="en-US" smtClean="0"/>
              <a:t>Click to edit Master title style</a:t>
            </a:r>
            <a:endParaRPr dirty="0"/>
          </a:p>
        </p:txBody>
      </p:sp>
      <p:sp>
        <p:nvSpPr>
          <p:cNvPr id="3" name="Subtitle 2"/>
          <p:cNvSpPr>
            <a:spLocks noGrp="1"/>
          </p:cNvSpPr>
          <p:nvPr>
            <p:ph type="subTitle" idx="1"/>
          </p:nvPr>
        </p:nvSpPr>
        <p:spPr>
          <a:xfrm>
            <a:off x="531763" y="2286000"/>
            <a:ext cx="8764141" cy="914400"/>
          </a:xfrm>
        </p:spPr>
        <p:txBody>
          <a:bodyPr>
            <a:noAutofit/>
          </a:bodyPr>
          <a:lstStyle>
            <a:lvl1pPr marL="0" indent="0" algn="l">
              <a:spcBef>
                <a:spcPts val="0"/>
              </a:spcBef>
              <a:buNone/>
              <a:defRPr sz="24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13" name="Text Placeholder 12"/>
          <p:cNvSpPr>
            <a:spLocks noGrp="1"/>
          </p:cNvSpPr>
          <p:nvPr>
            <p:ph type="body" sz="quarter" idx="13" hasCustomPrompt="1"/>
          </p:nvPr>
        </p:nvSpPr>
        <p:spPr>
          <a:xfrm>
            <a:off x="531814" y="3429451"/>
            <a:ext cx="8763000" cy="2514149"/>
          </a:xfrm>
        </p:spPr>
        <p:txBody>
          <a:bodyPr>
            <a:noAutofit/>
          </a:bodyPr>
          <a:lstStyle>
            <a:lvl1pPr marL="1588" indent="0">
              <a:spcBef>
                <a:spcPts val="0"/>
              </a:spcBef>
              <a:buFontTx/>
              <a:buNone/>
              <a:defRPr sz="24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presenter’s name, title, division/business unit/organization and date</a:t>
            </a:r>
          </a:p>
        </p:txBody>
      </p:sp>
      <p:sp>
        <p:nvSpPr>
          <p:cNvPr id="4" name="Date Placeholder 3"/>
          <p:cNvSpPr>
            <a:spLocks noGrp="1"/>
          </p:cNvSpPr>
          <p:nvPr>
            <p:ph type="dt" sz="half" idx="10"/>
          </p:nvPr>
        </p:nvSpPr>
        <p:spPr/>
        <p:txBody>
          <a:bodyPr/>
          <a:lstStyle/>
          <a:p>
            <a:fld id="{B2A95738-860F-47C3-8A69-BE86637B4344}" type="datetime1">
              <a:rPr lang="en-US" smtClean="0"/>
              <a:pPr/>
              <a:t>6/17/2014</a:t>
            </a:fld>
            <a:endParaRPr dirty="0"/>
          </a:p>
        </p:txBody>
      </p:sp>
      <p:sp>
        <p:nvSpPr>
          <p:cNvPr id="11" name="TextBox 10"/>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a:xfrm>
            <a:off x="11276011" y="6934200"/>
            <a:ext cx="381661" cy="182880"/>
          </a:xfrm>
        </p:spPr>
        <p:txBody>
          <a:bodyPr/>
          <a:lstStyle>
            <a:lvl1pPr>
              <a:defRPr>
                <a:solidFill>
                  <a:srgbClr val="BCC0C4"/>
                </a:solidFill>
              </a:defRPr>
            </a:lvl1pPr>
          </a:lstStyle>
          <a:p>
            <a:fld id="{C51EAA63-D034-42AE-91FA-B13B9518C7BE}" type="slidenum">
              <a:rPr/>
              <a:pPr/>
              <a:t>‹#›</a:t>
            </a:fld>
            <a:endParaRPr dirty="0"/>
          </a:p>
        </p:txBody>
      </p:sp>
      <p:sp>
        <p:nvSpPr>
          <p:cNvPr id="12" name="Rectangle 11"/>
          <p:cNvSpPr/>
          <p:nvPr/>
        </p:nvSpPr>
        <p:spPr bwMode="white">
          <a:xfrm>
            <a:off x="9828212" y="0"/>
            <a:ext cx="1828800"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1" name="Text Placeholder 12"/>
          <p:cNvSpPr>
            <a:spLocks noGrp="1"/>
          </p:cNvSpPr>
          <p:nvPr>
            <p:ph type="body" sz="quarter" idx="15" hasCustomPrompt="1"/>
          </p:nvPr>
        </p:nvSpPr>
        <p:spPr>
          <a:xfrm>
            <a:off x="9904412" y="228600"/>
            <a:ext cx="1676400" cy="228600"/>
          </a:xfrm>
        </p:spPr>
        <p:txBody>
          <a:bodyPr anchor="b">
            <a:normAutofit/>
          </a:bodyPr>
          <a:lstStyle>
            <a:lvl1pPr marL="1588" indent="0" algn="ctr">
              <a:spcBef>
                <a:spcPts val="0"/>
              </a:spcBef>
              <a:buFontTx/>
              <a:buNone/>
              <a:defRPr sz="1400" baseline="0">
                <a:solidFill>
                  <a:schemeClr val="bg1"/>
                </a:solidFill>
              </a:defRPr>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pic>
        <p:nvPicPr>
          <p:cNvPr id="14"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15" name="Rectangle 14"/>
          <p:cNvSpPr/>
          <p:nvPr userDrawn="1"/>
        </p:nvSpPr>
        <p:spPr>
          <a:xfrm>
            <a:off x="9823443" y="5409983"/>
            <a:ext cx="1828800" cy="850392"/>
          </a:xfrm>
          <a:prstGeom prst="rect">
            <a:avLst/>
          </a:prstGeom>
          <a:solidFill>
            <a:schemeClr val="tx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pPr>
            <a:endParaRPr lang="en-US"/>
          </a:p>
        </p:txBody>
      </p:sp>
    </p:spTree>
    <p:extLst>
      <p:ext uri="{BB962C8B-B14F-4D97-AF65-F5344CB8AC3E}">
        <p14:creationId xmlns="" xmlns:p14="http://schemas.microsoft.com/office/powerpoint/2010/main" val="14166782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3" name="Content Placeholder 2"/>
          <p:cNvSpPr>
            <a:spLocks noGrp="1"/>
          </p:cNvSpPr>
          <p:nvPr>
            <p:ph idx="1"/>
          </p:nvPr>
        </p:nvSpPr>
        <p:spPr>
          <a:xfrm>
            <a:off x="531151" y="1524001"/>
            <a:ext cx="11126522"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D1217213-7067-45F6-AA3F-F48B20162144}" type="datetime1">
              <a:rPr lang="en-US" smtClean="0"/>
              <a:pPr/>
              <a:t>6/17/2014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0752384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dirty="0"/>
          </a:p>
        </p:txBody>
      </p:sp>
      <p:sp>
        <p:nvSpPr>
          <p:cNvPr id="7" name="Text Placeholder 12"/>
          <p:cNvSpPr>
            <a:spLocks noGrp="1"/>
          </p:cNvSpPr>
          <p:nvPr>
            <p:ph type="body" sz="quarter" idx="13" hasCustomPrompt="1"/>
          </p:nvPr>
        </p:nvSpPr>
        <p:spPr>
          <a:xfrm>
            <a:off x="531813" y="1373741"/>
            <a:ext cx="11125199"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Content Placeholder 2"/>
          <p:cNvSpPr>
            <a:spLocks noGrp="1"/>
          </p:cNvSpPr>
          <p:nvPr>
            <p:ph idx="1"/>
          </p:nvPr>
        </p:nvSpPr>
        <p:spPr>
          <a:xfrm>
            <a:off x="531151" y="1981200"/>
            <a:ext cx="11126522" cy="3962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6DA56411-17AE-4FB2-8DB8-51CF8311ADAE}" type="datetime1">
              <a:rPr lang="en-US" smtClean="0"/>
              <a:pPr/>
              <a:t>6/17/2014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7176835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rogram Agenda">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dirty="0"/>
          </a:p>
        </p:txBody>
      </p:sp>
      <p:sp>
        <p:nvSpPr>
          <p:cNvPr id="8" name="Text Placeholder 7"/>
          <p:cNvSpPr>
            <a:spLocks noGrp="1"/>
          </p:cNvSpPr>
          <p:nvPr>
            <p:ph type="body" sz="quarter" idx="13"/>
          </p:nvPr>
        </p:nvSpPr>
        <p:spPr>
          <a:xfrm>
            <a:off x="2795931" y="1981199"/>
            <a:ext cx="8861082" cy="3962401"/>
          </a:xfrm>
        </p:spPr>
        <p:txBody>
          <a:bodyPr>
            <a:noAutofit/>
          </a:bodyPr>
          <a:lstStyle>
            <a:lvl1pPr marL="1588" indent="0">
              <a:spcBef>
                <a:spcPts val="2400"/>
              </a:spcBef>
              <a:buNone/>
              <a:defRPr sz="2800"/>
            </a:lvl1pPr>
            <a:lvl2pPr marL="1588" indent="0">
              <a:spcBef>
                <a:spcPts val="2400"/>
              </a:spcBef>
              <a:buNone/>
              <a:defRPr sz="2800"/>
            </a:lvl2pPr>
            <a:lvl3pPr marL="1588" indent="0">
              <a:spcBef>
                <a:spcPts val="2400"/>
              </a:spcBef>
              <a:buNone/>
              <a:defRPr sz="2800"/>
            </a:lvl3pPr>
            <a:lvl4pPr marL="1588" indent="0">
              <a:spcBef>
                <a:spcPts val="2400"/>
              </a:spcBef>
              <a:buNone/>
              <a:defRPr sz="2800"/>
            </a:lvl4pPr>
            <a:lvl5pPr marL="1588" indent="0">
              <a:spcBef>
                <a:spcPts val="2400"/>
              </a:spcBef>
              <a:buNone/>
              <a:defRPr sz="2800"/>
            </a:lvl5pPr>
            <a:lvl6pPr marL="1588" indent="0">
              <a:spcBef>
                <a:spcPts val="2400"/>
              </a:spcBef>
              <a:buNone/>
              <a:defRPr sz="2800"/>
            </a:lvl6pPr>
            <a:lvl7pPr marL="1588" indent="0">
              <a:spcBef>
                <a:spcPts val="2400"/>
              </a:spcBef>
              <a:buNone/>
              <a:defRPr sz="2800"/>
            </a:lvl7pPr>
            <a:lvl8pPr marL="1588" indent="0">
              <a:spcBef>
                <a:spcPts val="2400"/>
              </a:spcBef>
              <a:buNone/>
              <a:defRPr sz="2800"/>
            </a:lvl8pPr>
            <a:lvl9pPr marL="1588" indent="0">
              <a:spcBef>
                <a:spcPts val="2400"/>
              </a:spcBef>
              <a:buNone/>
              <a:defRPr sz="2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noAutofit/>
          </a:bodyPr>
          <a:lstStyle/>
          <a:p>
            <a:fld id="{DCF5CD4E-7F9F-42C5-8A01-B2F247A8FCCC}" type="datetime1">
              <a:rPr lang="en-US" smtClean="0"/>
              <a:pPr/>
              <a:t>6/17/2014</a:t>
            </a:fld>
            <a:endParaRPr dirty="0"/>
          </a:p>
        </p:txBody>
      </p:sp>
      <p:sp>
        <p:nvSpPr>
          <p:cNvPr id="5" name="Footer Placeholder 4"/>
          <p:cNvSpPr>
            <a:spLocks noGrp="1"/>
          </p:cNvSpPr>
          <p:nvPr>
            <p:ph type="ftr" sz="quarter" idx="11"/>
          </p:nvPr>
        </p:nvSpPr>
        <p:spPr/>
        <p:txBody>
          <a:bodyPr>
            <a:noAutofit/>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68122964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without Picture">
    <p:spTree>
      <p:nvGrpSpPr>
        <p:cNvPr id="1" name=""/>
        <p:cNvGrpSpPr/>
        <p:nvPr/>
      </p:nvGrpSpPr>
      <p:grpSpPr>
        <a:xfrm>
          <a:off x="0" y="0"/>
          <a:ext cx="0" cy="0"/>
          <a:chOff x="0" y="0"/>
          <a:chExt cx="0" cy="0"/>
        </a:xfrm>
      </p:grpSpPr>
      <p:sp>
        <p:nvSpPr>
          <p:cNvPr id="2" name="Title 1"/>
          <p:cNvSpPr>
            <a:spLocks noGrp="1"/>
          </p:cNvSpPr>
          <p:nvPr>
            <p:ph type="title"/>
          </p:nvPr>
        </p:nvSpPr>
        <p:spPr>
          <a:xfrm>
            <a:off x="531813" y="2600324"/>
            <a:ext cx="11125200" cy="1371600"/>
          </a:xfrm>
        </p:spPr>
        <p:txBody>
          <a:bodyPr anchor="b"/>
          <a:lstStyle>
            <a:lvl1pPr algn="l">
              <a:lnSpc>
                <a:spcPct val="80000"/>
              </a:lnSpc>
              <a:defRPr sz="4800" b="0" cap="none" baseline="0"/>
            </a:lvl1pPr>
          </a:lstStyle>
          <a:p>
            <a:r>
              <a:rPr lang="en-US" smtClean="0"/>
              <a:t>Click to edit Master title style</a:t>
            </a:r>
            <a:endParaRPr/>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C227C0-8839-47DD-8D09-0CBDE4866CF2}" type="datetime1">
              <a:rPr lang="en-US" smtClean="0"/>
              <a:pPr/>
              <a:t>6/17/2014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51385333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8" name="Rectangle 17" descr="Full bleed 4-color photo can be insert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7" name="Group 6"/>
          <p:cNvGrpSpPr/>
          <p:nvPr/>
        </p:nvGrpSpPr>
        <p:grpSpPr bwMode="gray">
          <a:xfrm>
            <a:off x="-287" y="0"/>
            <a:ext cx="12189399" cy="6858000"/>
            <a:chOff x="-287" y="0"/>
            <a:chExt cx="12189399" cy="6858000"/>
          </a:xfrm>
        </p:grpSpPr>
        <p:sp>
          <p:nvSpPr>
            <p:cNvPr id="9" name="Rectangle 8"/>
            <p:cNvSpPr/>
            <p:nvPr/>
          </p:nvSpPr>
          <p:spPr bwMode="gray">
            <a:xfrm>
              <a:off x="-287" y="0"/>
              <a:ext cx="193962"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11995151" y="5854"/>
              <a:ext cx="193960" cy="685214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6400800"/>
              <a:ext cx="12189396"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0"/>
              <a:ext cx="12189398" cy="19202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2" name="Title 1"/>
          <p:cNvSpPr>
            <a:spLocks noGrp="1"/>
          </p:cNvSpPr>
          <p:nvPr>
            <p:ph type="title"/>
          </p:nvPr>
        </p:nvSpPr>
        <p:spPr>
          <a:xfrm>
            <a:off x="531813" y="2600324"/>
            <a:ext cx="11125200" cy="1371600"/>
          </a:xfrm>
        </p:spPr>
        <p:txBody>
          <a:bodyPr anchor="b">
            <a:noAutofit/>
          </a:bodyPr>
          <a:lstStyle>
            <a:lvl1pPr algn="l">
              <a:lnSpc>
                <a:spcPct val="80000"/>
              </a:lnSpc>
              <a:defRPr sz="4800" b="0" cap="none" baseline="0"/>
            </a:lvl1pPr>
          </a:lstStyle>
          <a:p>
            <a:r>
              <a:rPr lang="en-US" smtClean="0"/>
              <a:t>Click to edit Master title style</a:t>
            </a:r>
            <a:endParaRPr dirty="0"/>
          </a:p>
        </p:txBody>
      </p:sp>
      <p:sp>
        <p:nvSpPr>
          <p:cNvPr id="3" name="Text Placeholder 2"/>
          <p:cNvSpPr>
            <a:spLocks noGrp="1"/>
          </p:cNvSpPr>
          <p:nvPr>
            <p:ph type="body" idx="1"/>
          </p:nvPr>
        </p:nvSpPr>
        <p:spPr>
          <a:xfrm>
            <a:off x="531813" y="4038598"/>
            <a:ext cx="11125200" cy="914400"/>
          </a:xfrm>
        </p:spPr>
        <p:txBody>
          <a:bodyPr anchor="t">
            <a:noAutofit/>
          </a:bodyPr>
          <a:lstStyle>
            <a:lvl1pPr marL="0" indent="0">
              <a:spcBef>
                <a:spcPts val="0"/>
              </a:spcBef>
              <a:buNone/>
              <a:defRPr sz="2400" b="1">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noAutofit/>
          </a:bodyPr>
          <a:lstStyle>
            <a:lvl1pPr>
              <a:defRPr>
                <a:solidFill>
                  <a:schemeClr val="bg1">
                    <a:lumMod val="60000"/>
                    <a:lumOff val="40000"/>
                  </a:schemeClr>
                </a:solidFill>
              </a:defRPr>
            </a:lvl1pPr>
          </a:lstStyle>
          <a:p>
            <a:fld id="{7AA93BF7-2521-42A3-8683-42033A66216D}" type="datetime1">
              <a:rPr lang="en-US" smtClean="0"/>
              <a:pPr/>
              <a:t>6/17/2014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5" name="Footer Placeholder 4"/>
          <p:cNvSpPr>
            <a:spLocks noGrp="1"/>
          </p:cNvSpPr>
          <p:nvPr>
            <p:ph type="ftr" sz="quarter" idx="11"/>
          </p:nvPr>
        </p:nvSpPr>
        <p:spPr/>
        <p:txBody>
          <a:bodyPr>
            <a:noAutofit/>
          </a:bodyPr>
          <a:lstStyle>
            <a:lvl1pPr>
              <a:defRPr>
                <a:solidFill>
                  <a:schemeClr val="bg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12"/>
          </p:nvPr>
        </p:nvSpPr>
        <p:spPr/>
        <p:txBody>
          <a:bodyPr>
            <a:noAutofit/>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117667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nnouncement">
    <p:spTree>
      <p:nvGrpSpPr>
        <p:cNvPr id="1" name=""/>
        <p:cNvGrpSpPr/>
        <p:nvPr/>
      </p:nvGrpSpPr>
      <p:grpSpPr>
        <a:xfrm>
          <a:off x="0" y="0"/>
          <a:ext cx="0" cy="0"/>
          <a:chOff x="0" y="0"/>
          <a:chExt cx="0" cy="0"/>
        </a:xfrm>
      </p:grpSpPr>
      <p:sp>
        <p:nvSpPr>
          <p:cNvPr id="2" name="Title 1"/>
          <p:cNvSpPr>
            <a:spLocks noGrp="1"/>
          </p:cNvSpPr>
          <p:nvPr>
            <p:ph type="title"/>
          </p:nvPr>
        </p:nvSpPr>
        <p:spPr>
          <a:xfrm>
            <a:off x="531812" y="1905000"/>
            <a:ext cx="4800600" cy="1645920"/>
          </a:xfrm>
        </p:spPr>
        <p:txBody>
          <a:bodyPr anchor="b"/>
          <a:lstStyle>
            <a:lvl1pPr algn="l">
              <a:lnSpc>
                <a:spcPct val="80000"/>
              </a:lnSpc>
              <a:defRPr sz="4800" b="0"/>
            </a:lvl1pPr>
          </a:lstStyle>
          <a:p>
            <a:r>
              <a:rPr lang="en-US" smtClean="0"/>
              <a:t>Click to edit Master title style</a:t>
            </a:r>
            <a:endParaRPr dirty="0"/>
          </a:p>
        </p:txBody>
      </p:sp>
      <p:sp>
        <p:nvSpPr>
          <p:cNvPr id="4" name="Text Placeholder 3"/>
          <p:cNvSpPr>
            <a:spLocks noGrp="1"/>
          </p:cNvSpPr>
          <p:nvPr>
            <p:ph type="body" sz="half" idx="2"/>
          </p:nvPr>
        </p:nvSpPr>
        <p:spPr>
          <a:xfrm>
            <a:off x="531812" y="3657600"/>
            <a:ext cx="4800599" cy="1645920"/>
          </a:xfrm>
        </p:spPr>
        <p:txBody>
          <a:bodyPr>
            <a:noAutofit/>
          </a:bodyPr>
          <a:lstStyle>
            <a:lvl1pPr marL="0" indent="0">
              <a:spcBef>
                <a:spcPts val="0"/>
              </a:spcBef>
              <a:buNone/>
              <a:defRPr sz="2400" b="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Picture Placeholder 2" descr="A photo of your product can be included here"/>
          <p:cNvSpPr>
            <a:spLocks noGrp="1"/>
          </p:cNvSpPr>
          <p:nvPr>
            <p:ph type="pic" idx="1"/>
          </p:nvPr>
        </p:nvSpPr>
        <p:spPr>
          <a:xfrm>
            <a:off x="5588456" y="533400"/>
            <a:ext cx="6068558" cy="5410200"/>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34A9ABF4-DDD0-4CF8-9C11-293B7D40120E}"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67037058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mote Speaker Pictur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4F5A1D-C811-4E15-B455-425F1FFBDEA3}" type="datetime1">
              <a:rPr lang="en-US" smtClean="0"/>
              <a:pPr/>
              <a:t>6/17/2014</a:t>
            </a:fld>
            <a:endParaRPr lang="en-US" dirty="0"/>
          </a:p>
        </p:txBody>
      </p:sp>
      <p:sp>
        <p:nvSpPr>
          <p:cNvPr id="4" name="Footer Placeholder 3"/>
          <p:cNvSpPr>
            <a:spLocks noGrp="1"/>
          </p:cNvSpPr>
          <p:nvPr>
            <p:ph type="ftr" sz="quarter" idx="11"/>
          </p:nvPr>
        </p:nvSpPr>
        <p:spPr/>
        <p:txBody>
          <a:bodyPr/>
          <a:lstStyle/>
          <a:p>
            <a:r>
              <a:rPr lang="en-US" smtClean="0"/>
              <a:t>Oracle Confidential – Restricted</a:t>
            </a:r>
            <a:endParaRPr lang="en-US" dirty="0"/>
          </a:p>
        </p:txBody>
      </p:sp>
      <p:sp>
        <p:nvSpPr>
          <p:cNvPr id="5" name="Slide Number Placeholder 4"/>
          <p:cNvSpPr>
            <a:spLocks noGrp="1"/>
          </p:cNvSpPr>
          <p:nvPr>
            <p:ph type="sldNum" sz="quarter" idx="12"/>
          </p:nvPr>
        </p:nvSpPr>
        <p:spPr/>
        <p:txBody>
          <a:bodyPr/>
          <a:lstStyle/>
          <a:p>
            <a:fld id="{C51EAA63-D034-42AE-91FA-B13B9518C7BE}" type="slidenum">
              <a:rPr lang="en-US" smtClean="0"/>
              <a:pPr/>
              <a:t>‹#›</a:t>
            </a:fld>
            <a:endParaRPr lang="en-US" dirty="0"/>
          </a:p>
        </p:txBody>
      </p:sp>
      <p:sp>
        <p:nvSpPr>
          <p:cNvPr id="6" name="Picture Placeholder 2" descr="If presenting remotely, you can insert your photo here"/>
          <p:cNvSpPr>
            <a:spLocks noGrp="1" noChangeAspect="1"/>
          </p:cNvSpPr>
          <p:nvPr>
            <p:ph type="pic" idx="1"/>
          </p:nvPr>
        </p:nvSpPr>
        <p:spPr>
          <a:xfrm>
            <a:off x="2285999" y="1828800"/>
            <a:ext cx="3474720" cy="3841445"/>
          </a:xfrm>
          <a:no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1" name="Text Placeholder 10"/>
          <p:cNvSpPr>
            <a:spLocks noGrp="1"/>
          </p:cNvSpPr>
          <p:nvPr>
            <p:ph type="body" sz="quarter" idx="14"/>
          </p:nvPr>
        </p:nvSpPr>
        <p:spPr>
          <a:xfrm>
            <a:off x="6035040" y="1828799"/>
            <a:ext cx="5102352" cy="3840480"/>
          </a:xfrm>
        </p:spPr>
        <p:txBody>
          <a:bodyPr anchor="ctr" anchorCtr="0"/>
          <a:lstStyle>
            <a:lvl1pPr>
              <a:spcBef>
                <a:spcPts val="0"/>
              </a:spcBef>
              <a:spcAft>
                <a:spcPts val="800"/>
              </a:spcAft>
              <a:buClr>
                <a:schemeClr val="bg1"/>
              </a:buClr>
              <a:defRPr b="1"/>
            </a:lvl1pPr>
            <a:lvl2pPr marL="228600">
              <a:spcBef>
                <a:spcPts val="0"/>
              </a:spcBef>
              <a:buClr>
                <a:schemeClr val="bg1"/>
              </a:buClr>
              <a:defRPr/>
            </a:lvl2pPr>
          </a:lstStyle>
          <a:p>
            <a:pPr lvl="0"/>
            <a:r>
              <a:rPr lang="en-US" smtClean="0"/>
              <a:t>Click to edit Master text styles</a:t>
            </a:r>
          </a:p>
          <a:p>
            <a:pPr lvl="1"/>
            <a:r>
              <a:rPr lang="en-US" smtClean="0"/>
              <a:t>Second level</a:t>
            </a:r>
          </a:p>
        </p:txBody>
      </p:sp>
    </p:spTree>
    <p:extLst>
      <p:ext uri="{BB962C8B-B14F-4D97-AF65-F5344CB8AC3E}">
        <p14:creationId xmlns="" xmlns:p14="http://schemas.microsoft.com/office/powerpoint/2010/main" val="159625631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Log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FD353445-D0F5-48B8-96B4-5EB01AE08471}"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4509846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with Picture">
    <p:spTree>
      <p:nvGrpSpPr>
        <p:cNvPr id="1" name=""/>
        <p:cNvGrpSpPr/>
        <p:nvPr/>
      </p:nvGrpSpPr>
      <p:grpSpPr>
        <a:xfrm>
          <a:off x="0" y="0"/>
          <a:ext cx="0" cy="0"/>
          <a:chOff x="0" y="0"/>
          <a:chExt cx="0" cy="0"/>
        </a:xfrm>
      </p:grpSpPr>
      <p:sp>
        <p:nvSpPr>
          <p:cNvPr id="8" name="Picture Placeholder 15" descr="Customer photo can be included here"/>
          <p:cNvSpPr>
            <a:spLocks noGrp="1" noChangeAspect="1"/>
          </p:cNvSpPr>
          <p:nvPr>
            <p:ph type="pic" sz="quarter" idx="14" hasCustomPrompt="1"/>
          </p:nvPr>
        </p:nvSpPr>
        <p:spPr>
          <a:xfrm>
            <a:off x="531812" y="1905000"/>
            <a:ext cx="2194560" cy="3072384"/>
          </a:xfrm>
          <a:noFill/>
        </p:spPr>
        <p:txBody>
          <a:bodyPr tIns="91440">
            <a:noAutofit/>
          </a:bodyPr>
          <a:lstStyle>
            <a:lvl1pPr marL="0" indent="0" algn="ctr">
              <a:spcBef>
                <a:spcPts val="0"/>
              </a:spcBef>
              <a:buNone/>
              <a:defRPr sz="1800" baseline="0">
                <a:solidFill>
                  <a:schemeClr val="tx1"/>
                </a:solidFill>
              </a:defRPr>
            </a:lvl1pPr>
          </a:lstStyle>
          <a:p>
            <a:r>
              <a:rPr dirty="0"/>
              <a:t>Click icon to insert picture</a:t>
            </a:r>
          </a:p>
        </p:txBody>
      </p:sp>
      <p:sp>
        <p:nvSpPr>
          <p:cNvPr id="2" name="Title 1"/>
          <p:cNvSpPr>
            <a:spLocks noGrp="1"/>
          </p:cNvSpPr>
          <p:nvPr>
            <p:ph type="title" hasCustomPrompt="1"/>
          </p:nvPr>
        </p:nvSpPr>
        <p:spPr>
          <a:xfrm>
            <a:off x="3198812" y="1905000"/>
            <a:ext cx="8456613" cy="2209800"/>
          </a:xfrm>
        </p:spPr>
        <p:txBody>
          <a:bodyPr anchor="t"/>
          <a:lstStyle>
            <a:lvl1pPr marL="228600" indent="-228600" algn="l">
              <a:defRPr sz="4000" b="0"/>
            </a:lvl1pPr>
          </a:lstStyle>
          <a:p>
            <a:r>
              <a:rPr dirty="0"/>
              <a:t>“Click to type customer or partner quote surrounded by quotation marks.”</a:t>
            </a:r>
          </a:p>
        </p:txBody>
      </p:sp>
      <p:sp>
        <p:nvSpPr>
          <p:cNvPr id="4" name="Text Placeholder 3"/>
          <p:cNvSpPr>
            <a:spLocks noGrp="1"/>
          </p:cNvSpPr>
          <p:nvPr>
            <p:ph type="body" sz="half" idx="2" hasCustomPrompt="1"/>
          </p:nvPr>
        </p:nvSpPr>
        <p:spPr>
          <a:xfrm>
            <a:off x="3503611" y="4191000"/>
            <a:ext cx="8151813" cy="762000"/>
          </a:xfrm>
        </p:spPr>
        <p:txBody>
          <a:bodyPr>
            <a:noAutofit/>
          </a:bodyPr>
          <a:lstStyle>
            <a:lvl1pPr marL="292100" indent="-292100">
              <a:spcBef>
                <a:spcPts val="0"/>
              </a:spcBef>
              <a:buClr>
                <a:schemeClr val="tx1"/>
              </a:buClr>
              <a:buFont typeface="Arial" panose="020B0604020202020204" pitchFamily="34" charset="0"/>
              <a:buChar char="–"/>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dirty="0"/>
              <a:t>Click to add Name, Title, Company</a:t>
            </a:r>
          </a:p>
        </p:txBody>
      </p:sp>
      <p:sp>
        <p:nvSpPr>
          <p:cNvPr id="5" name="Date Placeholder 4"/>
          <p:cNvSpPr>
            <a:spLocks noGrp="1"/>
          </p:cNvSpPr>
          <p:nvPr>
            <p:ph type="dt" sz="half" idx="10"/>
          </p:nvPr>
        </p:nvSpPr>
        <p:spPr/>
        <p:txBody>
          <a:bodyPr/>
          <a:lstStyle/>
          <a:p>
            <a:fld id="{4E50BFB2-EC01-4FB2-8610-A03E458FA09B}"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10277668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3" y="1524001"/>
            <a:ext cx="5410199"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6246814" y="1524001"/>
            <a:ext cx="5410198"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974DF18-87F5-4DDC-BC34-42E302FF4834}"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2016615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Content Placeholder 2"/>
          <p:cNvSpPr>
            <a:spLocks noGrp="1"/>
          </p:cNvSpPr>
          <p:nvPr>
            <p:ph sz="half" idx="1"/>
          </p:nvPr>
        </p:nvSpPr>
        <p:spPr>
          <a:xfrm>
            <a:off x="531814"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9" name="Straight Connector 8"/>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half" idx="2"/>
          </p:nvPr>
        </p:nvSpPr>
        <p:spPr>
          <a:xfrm>
            <a:off x="435705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8" name="Content Placeholder 3"/>
          <p:cNvSpPr>
            <a:spLocks noGrp="1"/>
          </p:cNvSpPr>
          <p:nvPr>
            <p:ph sz="half" idx="13"/>
          </p:nvPr>
        </p:nvSpPr>
        <p:spPr>
          <a:xfrm>
            <a:off x="8182292" y="1524001"/>
            <a:ext cx="3474720" cy="4419600"/>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149E0205-C379-4178-AFA2-7977FC3851FA}"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5337141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1813" y="1524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Content Placeholder 3"/>
          <p:cNvSpPr>
            <a:spLocks noGrp="1"/>
          </p:cNvSpPr>
          <p:nvPr>
            <p:ph sz="half" idx="2"/>
          </p:nvPr>
        </p:nvSpPr>
        <p:spPr>
          <a:xfrm>
            <a:off x="6246814" y="1524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929AA801-5549-48D7-B7FA-58FA04F2342E}"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
        <p:nvSpPr>
          <p:cNvPr id="8" name="Content Placeholder 2"/>
          <p:cNvSpPr>
            <a:spLocks noGrp="1"/>
          </p:cNvSpPr>
          <p:nvPr>
            <p:ph sz="half" idx="13"/>
          </p:nvPr>
        </p:nvSpPr>
        <p:spPr>
          <a:xfrm>
            <a:off x="531813" y="3810001"/>
            <a:ext cx="5410199"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3"/>
          <p:cNvSpPr>
            <a:spLocks noGrp="1"/>
          </p:cNvSpPr>
          <p:nvPr>
            <p:ph sz="half" idx="14"/>
          </p:nvPr>
        </p:nvSpPr>
        <p:spPr>
          <a:xfrm>
            <a:off x="6246814" y="3810001"/>
            <a:ext cx="5410198" cy="2133599"/>
          </a:xfrm>
        </p:spPr>
        <p:txBody>
          <a:bodyPr>
            <a:noAutofit/>
          </a:bodyPr>
          <a:lstStyle>
            <a:lvl1pPr>
              <a:defRPr sz="2400"/>
            </a:lvl1pPr>
            <a:lvl2pPr>
              <a:defRPr sz="2000"/>
            </a:lvl2pPr>
            <a:lvl3pPr>
              <a:defRPr sz="1800"/>
            </a:lvl3pPr>
            <a:lvl4pPr>
              <a:defRPr sz="16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p:txBody>
          <a:bodyPr/>
          <a:lstStyle/>
          <a:p>
            <a:r>
              <a:rPr lang="en-US" smtClean="0"/>
              <a:t>Click to edit Master title style</a:t>
            </a:r>
            <a:endParaRPr dirty="0"/>
          </a:p>
        </p:txBody>
      </p:sp>
    </p:spTree>
    <p:extLst>
      <p:ext uri="{BB962C8B-B14F-4D97-AF65-F5344CB8AC3E}">
        <p14:creationId xmlns="" xmlns:p14="http://schemas.microsoft.com/office/powerpoint/2010/main" val="122633453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adrant for Infographic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dirty="0"/>
          </a:p>
        </p:txBody>
      </p:sp>
      <p:sp>
        <p:nvSpPr>
          <p:cNvPr id="12" name="Text Placeholder 11"/>
          <p:cNvSpPr>
            <a:spLocks noGrp="1"/>
          </p:cNvSpPr>
          <p:nvPr>
            <p:ph type="body" sz="quarter" idx="15"/>
          </p:nvPr>
        </p:nvSpPr>
        <p:spPr>
          <a:xfrm>
            <a:off x="2436811"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6"/>
          </p:nvPr>
        </p:nvSpPr>
        <p:spPr>
          <a:xfrm>
            <a:off x="8151812" y="1524001"/>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cxnSp>
        <p:nvCxnSpPr>
          <p:cNvPr id="13" name="Straight Connector 12"/>
          <p:cNvCxnSpPr/>
          <p:nvPr/>
        </p:nvCxnSpPr>
        <p:spPr bwMode="ltGray">
          <a:xfrm flipH="1">
            <a:off x="531813" y="3733800"/>
            <a:ext cx="11125201" cy="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7" name="Text Placeholder 11"/>
          <p:cNvSpPr>
            <a:spLocks noGrp="1"/>
          </p:cNvSpPr>
          <p:nvPr>
            <p:ph type="body" sz="quarter" idx="17"/>
          </p:nvPr>
        </p:nvSpPr>
        <p:spPr>
          <a:xfrm>
            <a:off x="2436811"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18" name="Text Placeholder 11"/>
          <p:cNvSpPr>
            <a:spLocks noGrp="1"/>
          </p:cNvSpPr>
          <p:nvPr>
            <p:ph type="body" sz="quarter" idx="18"/>
          </p:nvPr>
        </p:nvSpPr>
        <p:spPr>
          <a:xfrm>
            <a:off x="8151812" y="3931920"/>
            <a:ext cx="3505201" cy="2011680"/>
          </a:xfrm>
        </p:spPr>
        <p:txBody>
          <a:bodyPr anchor="ctr">
            <a:noAutofit/>
          </a:bodyPr>
          <a:lstStyle>
            <a:lvl1pPr marL="0" indent="0">
              <a:spcBef>
                <a:spcPts val="1200"/>
              </a:spcBef>
              <a:buFont typeface="Arial" panose="020B0604020202020204" pitchFamily="34" charset="0"/>
              <a:buNone/>
              <a:defRPr sz="24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BB2B38-BA7C-4FC2-B1E8-B9B7BDA06FBB}"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42812501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etric">
    <p:spTree>
      <p:nvGrpSpPr>
        <p:cNvPr id="1" name=""/>
        <p:cNvGrpSpPr/>
        <p:nvPr/>
      </p:nvGrpSpPr>
      <p:grpSpPr>
        <a:xfrm>
          <a:off x="0" y="0"/>
          <a:ext cx="0" cy="0"/>
          <a:chOff x="0" y="0"/>
          <a:chExt cx="0" cy="0"/>
        </a:xfrm>
      </p:grpSpPr>
      <p:sp>
        <p:nvSpPr>
          <p:cNvPr id="2" name="Title 1" descr="A large metric can be called out here in font size 166pt, Calibri"/>
          <p:cNvSpPr>
            <a:spLocks noGrp="1"/>
          </p:cNvSpPr>
          <p:nvPr>
            <p:ph type="title" hasCustomPrompt="1"/>
          </p:nvPr>
        </p:nvSpPr>
        <p:spPr>
          <a:xfrm>
            <a:off x="760412" y="1524000"/>
            <a:ext cx="4076700" cy="2743200"/>
          </a:xfrm>
        </p:spPr>
        <p:txBody>
          <a:bodyPr anchor="ctr"/>
          <a:lstStyle>
            <a:lvl1pPr algn="r">
              <a:defRPr sz="16600" b="1">
                <a:solidFill>
                  <a:schemeClr val="accent5"/>
                </a:solidFill>
              </a:defRPr>
            </a:lvl1pPr>
          </a:lstStyle>
          <a:p>
            <a:r>
              <a:rPr lang="en-US" dirty="0" smtClean="0"/>
              <a:t>XX</a:t>
            </a:r>
            <a:endParaRPr lang="en-US" dirty="0"/>
          </a:p>
        </p:txBody>
      </p:sp>
      <p:sp>
        <p:nvSpPr>
          <p:cNvPr id="12" name="Text Placeholder 11"/>
          <p:cNvSpPr>
            <a:spLocks noGrp="1"/>
          </p:cNvSpPr>
          <p:nvPr>
            <p:ph type="body" sz="quarter" idx="15"/>
          </p:nvPr>
        </p:nvSpPr>
        <p:spPr>
          <a:xfrm>
            <a:off x="5256213" y="1524000"/>
            <a:ext cx="5029200" cy="2743200"/>
          </a:xfrm>
        </p:spPr>
        <p:txBody>
          <a:bodyPr anchor="ctr">
            <a:noAutofit/>
          </a:bodyPr>
          <a:lstStyle>
            <a:lvl1pPr marL="0" indent="0">
              <a:spcBef>
                <a:spcPts val="1200"/>
              </a:spcBef>
              <a:buFont typeface="Arial" panose="020B0604020202020204" pitchFamily="34" charset="0"/>
              <a:buNone/>
              <a:defRPr sz="2800"/>
            </a:lvl1pPr>
            <a:lvl2pPr marL="171450" indent="-171450">
              <a:spcBef>
                <a:spcPts val="1200"/>
              </a:spcBef>
              <a:buFont typeface="Arial" panose="020B0604020202020204" pitchFamily="34" charset="0"/>
              <a:buChar char="•"/>
              <a:defRPr sz="2000"/>
            </a:lvl2pPr>
            <a:lvl3pPr marL="171450" indent="-171450">
              <a:spcBef>
                <a:spcPts val="1200"/>
              </a:spcBef>
              <a:buFont typeface="Arial" panose="020B0604020202020204" pitchFamily="34" charset="0"/>
              <a:buChar char="•"/>
              <a:defRPr sz="2000"/>
            </a:lvl3pPr>
            <a:lvl4pPr marL="171450" indent="-171450">
              <a:spcBef>
                <a:spcPts val="1200"/>
              </a:spcBef>
              <a:buFont typeface="Arial" panose="020B0604020202020204" pitchFamily="34" charset="0"/>
              <a:buChar char="•"/>
              <a:defRPr sz="2000"/>
            </a:lvl4pPr>
            <a:lvl5pPr marL="171450" indent="-171450">
              <a:spcBef>
                <a:spcPts val="1200"/>
              </a:spcBef>
              <a:buFont typeface="Arial" panose="020B0604020202020204" pitchFamily="34" charset="0"/>
              <a:buChar char="•"/>
              <a:defRPr sz="2000"/>
            </a:lvl5pPr>
            <a:lvl6pPr marL="171450" indent="-171450">
              <a:spcBef>
                <a:spcPts val="1200"/>
              </a:spcBef>
              <a:buFont typeface="Arial" panose="020B0604020202020204" pitchFamily="34" charset="0"/>
              <a:buChar char="•"/>
              <a:defRPr sz="2000"/>
            </a:lvl6pPr>
            <a:lvl7pPr marL="171450" indent="-171450">
              <a:spcBef>
                <a:spcPts val="1200"/>
              </a:spcBef>
              <a:buFont typeface="Arial" panose="020B0604020202020204" pitchFamily="34" charset="0"/>
              <a:buChar char="•"/>
              <a:defRPr sz="2000"/>
            </a:lvl7pPr>
            <a:lvl8pPr marL="171450" indent="-171450">
              <a:spcBef>
                <a:spcPts val="1200"/>
              </a:spcBef>
              <a:buFont typeface="Arial" panose="020B0604020202020204" pitchFamily="34" charset="0"/>
              <a:buChar char="•"/>
              <a:defRPr sz="2000"/>
            </a:lvl8pPr>
            <a:lvl9pPr marL="171450" indent="-171450">
              <a:spcBef>
                <a:spcPts val="1200"/>
              </a:spcBef>
              <a:buFont typeface="Arial" panose="020B0604020202020204" pitchFamily="34" charset="0"/>
              <a:buChar char="•"/>
              <a:defRPr sz="2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E8186B2-078A-4E8E-A15F-069F2FBF3A1F}"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739386509"/>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Text Placeholder 2"/>
          <p:cNvSpPr>
            <a:spLocks noGrp="1"/>
          </p:cNvSpPr>
          <p:nvPr>
            <p:ph type="body" idx="1"/>
          </p:nvPr>
        </p:nvSpPr>
        <p:spPr>
          <a:xfrm>
            <a:off x="531812"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31812"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cxnSp>
        <p:nvCxnSpPr>
          <p:cNvPr id="10" name="Straight Connector 9"/>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3"/>
          </p:nvPr>
        </p:nvSpPr>
        <p:spPr>
          <a:xfrm>
            <a:off x="6243764" y="1524000"/>
            <a:ext cx="5413248" cy="762000"/>
          </a:xfrm>
        </p:spPr>
        <p:txBody>
          <a:bodyPr anchor="ctr">
            <a:noAutofit/>
          </a:bodyPr>
          <a:lstStyle>
            <a:lvl1pPr marL="0" indent="0">
              <a:spcBef>
                <a:spcPts val="0"/>
              </a:spcBef>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43764" y="2362200"/>
            <a:ext cx="5413248" cy="35814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7" name="Date Placeholder 6"/>
          <p:cNvSpPr>
            <a:spLocks noGrp="1"/>
          </p:cNvSpPr>
          <p:nvPr>
            <p:ph type="dt" sz="half" idx="10"/>
          </p:nvPr>
        </p:nvSpPr>
        <p:spPr/>
        <p:txBody>
          <a:bodyPr>
            <a:noAutofit/>
          </a:bodyPr>
          <a:lstStyle/>
          <a:p>
            <a:fld id="{845BAFBF-5C06-46BD-9E2D-796B6D890440}" type="datetime1">
              <a:rPr lang="en-US" smtClean="0"/>
              <a:pPr/>
              <a:t>6/17/2014</a:t>
            </a:fld>
            <a:endParaRPr dirty="0"/>
          </a:p>
        </p:txBody>
      </p:sp>
      <p:sp>
        <p:nvSpPr>
          <p:cNvPr id="8" name="Footer Placeholder 7"/>
          <p:cNvSpPr>
            <a:spLocks noGrp="1"/>
          </p:cNvSpPr>
          <p:nvPr>
            <p:ph type="ftr" sz="quarter" idx="11"/>
          </p:nvPr>
        </p:nvSpPr>
        <p:spPr/>
        <p:txBody>
          <a:bodyPr>
            <a:noAutofit/>
          </a:bodyPr>
          <a:lstStyle/>
          <a:p>
            <a:r>
              <a:rPr lang="en-US" smtClean="0"/>
              <a:t>Oracle Confidential – Restricted</a:t>
            </a:r>
            <a:endParaRPr dirty="0"/>
          </a:p>
        </p:txBody>
      </p:sp>
      <p:sp>
        <p:nvSpPr>
          <p:cNvPr id="9" name="Slide Number Placeholder 8"/>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37870018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4F37B68-E812-4911-A7B1-027D5221C358}" type="datetime1">
              <a:rPr lang="en-US" smtClean="0"/>
              <a:pPr/>
              <a:t>6/17/2014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33769938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mtClean="0"/>
              <a:t>Click to edit Master title style</a:t>
            </a:r>
            <a:endParaRPr dirty="0"/>
          </a:p>
        </p:txBody>
      </p:sp>
      <p:sp>
        <p:nvSpPr>
          <p:cNvPr id="6" name="Text Placeholder 12"/>
          <p:cNvSpPr>
            <a:spLocks noGrp="1"/>
          </p:cNvSpPr>
          <p:nvPr>
            <p:ph type="body" sz="quarter" idx="13" hasCustomPrompt="1"/>
          </p:nvPr>
        </p:nvSpPr>
        <p:spPr>
          <a:xfrm>
            <a:off x="531814" y="1373741"/>
            <a:ext cx="11125198" cy="343299"/>
          </a:xfrm>
        </p:spPr>
        <p:txBody>
          <a:bodyPr>
            <a:noAutofit/>
          </a:bodyPr>
          <a:lstStyle>
            <a:lvl1pPr marL="1588" indent="0">
              <a:spcBef>
                <a:spcPts val="0"/>
              </a:spcBef>
              <a:buFontTx/>
              <a:buNone/>
              <a:defRPr sz="2400" b="1"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subtitle</a:t>
            </a:r>
          </a:p>
        </p:txBody>
      </p:sp>
      <p:sp>
        <p:nvSpPr>
          <p:cNvPr id="3" name="Date Placeholder 2"/>
          <p:cNvSpPr>
            <a:spLocks noGrp="1"/>
          </p:cNvSpPr>
          <p:nvPr>
            <p:ph type="dt" sz="half" idx="10"/>
          </p:nvPr>
        </p:nvSpPr>
        <p:spPr/>
        <p:txBody>
          <a:bodyPr/>
          <a:lstStyle/>
          <a:p>
            <a:fld id="{F2EDDDE1-09D9-4708-9A45-5F4C0C36FB2E}" type="datetime1">
              <a:rPr lang="en-US" smtClean="0"/>
              <a:pPr/>
              <a:t>6/17/2014</a:t>
            </a:fld>
            <a:endParaRPr dirty="0"/>
          </a:p>
        </p:txBody>
      </p:sp>
      <p:sp>
        <p:nvSpPr>
          <p:cNvPr id="4" name="Footer Placeholder 3"/>
          <p:cNvSpPr>
            <a:spLocks noGrp="1"/>
          </p:cNvSpPr>
          <p:nvPr>
            <p:ph type="ftr" sz="quarter" idx="11"/>
          </p:nvPr>
        </p:nvSpPr>
        <p:spPr/>
        <p:txBody>
          <a:bodyPr/>
          <a:lstStyle/>
          <a:p>
            <a:r>
              <a:rPr lang="en-US" smtClean="0"/>
              <a:t>Oracle Confidential – Restricted</a:t>
            </a:r>
            <a:endParaRPr dirty="0"/>
          </a:p>
        </p:txBody>
      </p:sp>
      <p:sp>
        <p:nvSpPr>
          <p:cNvPr id="5" name="Slide Number Placeholder 4"/>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4163620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1AB3C0-9FBB-4254-8DD9-2EA799EE0983}" type="datetime1">
              <a:rPr lang="en-US" smtClean="0"/>
              <a:pPr/>
              <a:t>6/17/2014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60822934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Content Placeholder 2" descr="Chart using colors from the approved palette included here"/>
          <p:cNvSpPr>
            <a:spLocks noGrp="1"/>
          </p:cNvSpPr>
          <p:nvPr>
            <p:ph idx="1"/>
          </p:nvPr>
        </p:nvSpPr>
        <p:spPr>
          <a:xfrm>
            <a:off x="531662" y="1524000"/>
            <a:ext cx="7589520" cy="4419600"/>
          </a:xfrm>
        </p:spPr>
        <p:txBody>
          <a:bodyPr>
            <a:noAutofit/>
          </a:bodyPr>
          <a:lstStyle>
            <a:lvl1pPr>
              <a:defRPr sz="2800"/>
            </a:lvl1pPr>
            <a:lvl2pPr>
              <a:defRPr sz="2400"/>
            </a:lvl2pPr>
            <a:lvl3pPr>
              <a:defRPr sz="20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Text Placeholder 3"/>
          <p:cNvSpPr>
            <a:spLocks noGrp="1"/>
          </p:cNvSpPr>
          <p:nvPr>
            <p:ph type="body" sz="half" idx="2"/>
          </p:nvPr>
        </p:nvSpPr>
        <p:spPr>
          <a:xfrm>
            <a:off x="8777288" y="1524001"/>
            <a:ext cx="2879725"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E22F28-5B76-4B7F-8D13-858A8B7E2FF5}"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45785070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4-color photo can be included here"/>
          <p:cNvSpPr>
            <a:spLocks noGrp="1"/>
          </p:cNvSpPr>
          <p:nvPr>
            <p:ph type="pic" idx="1"/>
          </p:nvPr>
        </p:nvSpPr>
        <p:spPr bwMode="gray">
          <a:xfrm>
            <a:off x="531813" y="1524000"/>
            <a:ext cx="6095999" cy="4416725"/>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008812" y="1524000"/>
            <a:ext cx="4648201" cy="4419600"/>
          </a:xfrm>
        </p:spPr>
        <p:txBody>
          <a:bodyPr>
            <a:no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BFA67F-57FE-44FF-B611-4DE98DABEF9E}"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305827476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1" name="Title 10"/>
          <p:cNvSpPr>
            <a:spLocks noGrp="1"/>
          </p:cNvSpPr>
          <p:nvPr>
            <p:ph type="title"/>
          </p:nvPr>
        </p:nvSpPr>
        <p:spPr/>
        <p:txBody>
          <a:bodyPr>
            <a:noAutofit/>
          </a:bodyPr>
          <a:lstStyle/>
          <a:p>
            <a:r>
              <a:rPr lang="en-US" smtClean="0"/>
              <a:t>Click to edit Master title style</a:t>
            </a:r>
            <a:endParaRPr dirty="0"/>
          </a:p>
        </p:txBody>
      </p:sp>
      <p:sp>
        <p:nvSpPr>
          <p:cNvPr id="3" name="Picture Placeholder 2" descr="Two 4-color photos can be included here"/>
          <p:cNvSpPr>
            <a:spLocks noGrp="1"/>
          </p:cNvSpPr>
          <p:nvPr>
            <p:ph type="pic" idx="1"/>
          </p:nvPr>
        </p:nvSpPr>
        <p:spPr bwMode="gray">
          <a:xfrm>
            <a:off x="531813"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8" name="Straight Connector 7"/>
          <p:cNvCxnSpPr/>
          <p:nvPr/>
        </p:nvCxnSpPr>
        <p:spPr bwMode="ltGray">
          <a:xfrm>
            <a:off x="6094413"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6246812" y="1524000"/>
            <a:ext cx="5413248" cy="347472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6246811" y="5105400"/>
            <a:ext cx="5410200" cy="838200"/>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5A6E9D-1FA8-469A-B383-CCAEB8E327A7}"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90898225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smtClean="0"/>
              <a:t>Click to edit Master title style</a:t>
            </a:r>
            <a:endParaRPr dirty="0"/>
          </a:p>
        </p:txBody>
      </p:sp>
      <p:sp>
        <p:nvSpPr>
          <p:cNvPr id="3" name="Picture Placeholder 2" descr="Three 4-color photos can be included here"/>
          <p:cNvSpPr>
            <a:spLocks noGrp="1"/>
          </p:cNvSpPr>
          <p:nvPr>
            <p:ph type="pic" idx="1"/>
          </p:nvPr>
        </p:nvSpPr>
        <p:spPr bwMode="gray">
          <a:xfrm>
            <a:off x="531813"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53181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1" name="Straight Connector 10"/>
          <p:cNvCxnSpPr/>
          <p:nvPr/>
        </p:nvCxnSpPr>
        <p:spPr bwMode="ltGray">
          <a:xfrm>
            <a:off x="418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9" name="Picture Placeholder 2"/>
          <p:cNvSpPr>
            <a:spLocks noGrp="1"/>
          </p:cNvSpPr>
          <p:nvPr>
            <p:ph type="pic" idx="13"/>
          </p:nvPr>
        </p:nvSpPr>
        <p:spPr bwMode="gray">
          <a:xfrm>
            <a:off x="435705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0" name="Text Placeholder 3"/>
          <p:cNvSpPr>
            <a:spLocks noGrp="1"/>
          </p:cNvSpPr>
          <p:nvPr>
            <p:ph type="body" sz="half" idx="14"/>
          </p:nvPr>
        </p:nvSpPr>
        <p:spPr>
          <a:xfrm>
            <a:off x="435705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2" name="Straight Connector 11"/>
          <p:cNvCxnSpPr/>
          <p:nvPr/>
        </p:nvCxnSpPr>
        <p:spPr bwMode="ltGray">
          <a:xfrm>
            <a:off x="7999412" y="1524000"/>
            <a:ext cx="0" cy="4419600"/>
          </a:xfrm>
          <a:prstGeom prst="line">
            <a:avLst/>
          </a:prstGeom>
          <a:ln w="19050">
            <a:solidFill>
              <a:schemeClr val="bg2"/>
            </a:solidFill>
            <a:miter lim="800000"/>
          </a:ln>
        </p:spPr>
        <p:style>
          <a:lnRef idx="1">
            <a:schemeClr val="accent1"/>
          </a:lnRef>
          <a:fillRef idx="0">
            <a:schemeClr val="accent1"/>
          </a:fillRef>
          <a:effectRef idx="0">
            <a:schemeClr val="accent1"/>
          </a:effectRef>
          <a:fontRef idx="minor">
            <a:schemeClr val="tx1"/>
          </a:fontRef>
        </p:style>
      </p:cxnSp>
      <p:sp>
        <p:nvSpPr>
          <p:cNvPr id="13" name="Picture Placeholder 2"/>
          <p:cNvSpPr>
            <a:spLocks noGrp="1"/>
          </p:cNvSpPr>
          <p:nvPr>
            <p:ph type="pic" idx="15"/>
          </p:nvPr>
        </p:nvSpPr>
        <p:spPr bwMode="gray">
          <a:xfrm>
            <a:off x="8182292" y="1524000"/>
            <a:ext cx="3474720" cy="3048000"/>
          </a:xfrm>
          <a:solidFill>
            <a:schemeClr val="bg2"/>
          </a:solidFill>
        </p:spPr>
        <p:txBody>
          <a:bodyPr tIns="182880">
            <a:no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14" name="Text Placeholder 3"/>
          <p:cNvSpPr>
            <a:spLocks noGrp="1"/>
          </p:cNvSpPr>
          <p:nvPr>
            <p:ph type="body" sz="half" idx="16"/>
          </p:nvPr>
        </p:nvSpPr>
        <p:spPr>
          <a:xfrm>
            <a:off x="8182292" y="4701396"/>
            <a:ext cx="3474720" cy="1242204"/>
          </a:xfrm>
        </p:spPr>
        <p:txBody>
          <a:bodyPr>
            <a:no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F4026C-4C51-4904-B8DA-9E5143CCE540}"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9085471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pic>
        <p:nvPicPr>
          <p:cNvPr id="2" name="Picture 1" descr="Photos, screen captures, graphics can be inserted in a white mobile phone and tablet"/>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916717" y="1522826"/>
            <a:ext cx="6495366" cy="4567423"/>
          </a:xfrm>
          <a:prstGeom prst="rect">
            <a:avLst/>
          </a:prstGeom>
        </p:spPr>
      </p:pic>
      <p:sp>
        <p:nvSpPr>
          <p:cNvPr id="9" name="Picture Placeholder 2"/>
          <p:cNvSpPr>
            <a:spLocks noGrp="1"/>
          </p:cNvSpPr>
          <p:nvPr>
            <p:ph type="pic" idx="13"/>
          </p:nvPr>
        </p:nvSpPr>
        <p:spPr bwMode="gray">
          <a:xfrm>
            <a:off x="4532312" y="1850231"/>
            <a:ext cx="5246688" cy="3969544"/>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F9782F33-CFE0-43CE-B5B3-2F7978690BC3}"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2" name="Picture 11" descr="Photos, screen captures, graphics can be inserted in a white mobile phone and tablet"/>
          <p:cNvPicPr>
            <a:picLocks noChangeAspect="1"/>
          </p:cNvPicPr>
          <p:nvPr userDrawn="1"/>
        </p:nvPicPr>
        <p:blipFill rotWithShape="1">
          <a:blip r:embed="rId3" cstate="print">
            <a:extLst>
              <a:ext uri="{28A0092B-C50C-407E-A947-70E740481C1C}">
                <a14:useLocalDpi xmlns="" xmlns:a14="http://schemas.microsoft.com/office/drawing/2010/main" val="0"/>
              </a:ext>
            </a:extLst>
          </a:blip>
          <a:srcRect/>
          <a:stretch/>
        </p:blipFill>
        <p:spPr>
          <a:xfrm>
            <a:off x="1770062" y="1828800"/>
            <a:ext cx="1840875" cy="3887139"/>
          </a:xfrm>
          <a:prstGeom prst="rect">
            <a:avLst/>
          </a:prstGeom>
        </p:spPr>
      </p:pic>
      <p:sp>
        <p:nvSpPr>
          <p:cNvPr id="13" name="Picture Placeholder 2"/>
          <p:cNvSpPr>
            <a:spLocks noGrp="1"/>
          </p:cNvSpPr>
          <p:nvPr>
            <p:ph type="pic" idx="1"/>
          </p:nvPr>
        </p:nvSpPr>
        <p:spPr bwMode="gray">
          <a:xfrm>
            <a:off x="1888693" y="23726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74544451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2" y="406400"/>
            <a:ext cx="5852160" cy="889000"/>
          </a:xfrm>
        </p:spPr>
        <p:txBody>
          <a:bodyPr anchor="b">
            <a:noAutofit/>
          </a:bodyPr>
          <a:lstStyle>
            <a:lvl1pPr algn="l">
              <a:defRPr sz="3600" b="0"/>
            </a:lvl1pPr>
          </a:lstStyle>
          <a:p>
            <a:r>
              <a:rPr lang="en-US" smtClean="0"/>
              <a:t>Click to edit Master title style</a:t>
            </a:r>
            <a:endParaRPr dirty="0"/>
          </a:p>
        </p:txBody>
      </p:sp>
      <p:pic>
        <p:nvPicPr>
          <p:cNvPr id="13" name="Picture 12" descr="Photos, screen captures, graphics can be inserted in a white mobile phone and tablet"/>
          <p:cNvPicPr>
            <a:picLocks noChangeAspect="1"/>
          </p:cNvPicPr>
          <p:nvPr/>
        </p:nvPicPr>
        <p:blipFill rotWithShape="1">
          <a:blip r:embed="rId2" cstate="print">
            <a:extLst>
              <a:ext uri="{28A0092B-C50C-407E-A947-70E740481C1C}">
                <a14:useLocalDpi xmlns="" xmlns:a14="http://schemas.microsoft.com/office/drawing/2010/main" val="0"/>
              </a:ext>
            </a:extLst>
          </a:blip>
          <a:srcRect/>
          <a:stretch/>
        </p:blipFill>
        <p:spPr>
          <a:xfrm>
            <a:off x="3960812" y="1905000"/>
            <a:ext cx="1840875" cy="3887139"/>
          </a:xfrm>
          <a:prstGeom prst="rect">
            <a:avLst/>
          </a:prstGeom>
        </p:spPr>
      </p:pic>
      <p:sp>
        <p:nvSpPr>
          <p:cNvPr id="14" name="Picture Placeholder 2"/>
          <p:cNvSpPr>
            <a:spLocks noGrp="1"/>
          </p:cNvSpPr>
          <p:nvPr>
            <p:ph type="pic" idx="1"/>
          </p:nvPr>
        </p:nvSpPr>
        <p:spPr bwMode="gray">
          <a:xfrm>
            <a:off x="4079443" y="2448864"/>
            <a:ext cx="1618488" cy="2834640"/>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0" name="Picture 9" descr="Photos, screen captures, graphics can be inserted in a white mobile phone and tablet"/>
          <p:cNvPicPr>
            <a:picLocks noChangeAspect="1"/>
          </p:cNvPicPr>
          <p:nvPr/>
        </p:nvPicPr>
        <p:blipFill rotWithShape="1">
          <a:blip r:embed="rId3" cstate="print">
            <a:extLst>
              <a:ext uri="{28A0092B-C50C-407E-A947-70E740481C1C}">
                <a14:useLocalDpi xmlns="" xmlns:a14="http://schemas.microsoft.com/office/drawing/2010/main" val="0"/>
              </a:ext>
            </a:extLst>
          </a:blip>
          <a:srcRect r="7518"/>
          <a:stretch/>
        </p:blipFill>
        <p:spPr>
          <a:xfrm rot="5400000">
            <a:off x="5748377" y="1113567"/>
            <a:ext cx="6007047" cy="4567423"/>
          </a:xfrm>
          <a:prstGeom prst="rect">
            <a:avLst/>
          </a:prstGeom>
        </p:spPr>
      </p:pic>
      <p:sp>
        <p:nvSpPr>
          <p:cNvPr id="9" name="Picture Placeholder 2"/>
          <p:cNvSpPr>
            <a:spLocks noGrp="1"/>
          </p:cNvSpPr>
          <p:nvPr>
            <p:ph type="pic" idx="13"/>
          </p:nvPr>
        </p:nvSpPr>
        <p:spPr bwMode="gray">
          <a:xfrm>
            <a:off x="6747673" y="1013144"/>
            <a:ext cx="3962137" cy="5252348"/>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5" name="Date Placeholder 4"/>
          <p:cNvSpPr>
            <a:spLocks noGrp="1"/>
          </p:cNvSpPr>
          <p:nvPr>
            <p:ph type="dt" sz="half" idx="10"/>
          </p:nvPr>
        </p:nvSpPr>
        <p:spPr/>
        <p:txBody>
          <a:bodyPr/>
          <a:lstStyle/>
          <a:p>
            <a:fld id="{4DA61A40-B1E3-4275-A809-F8A3A1C1ECFF}"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7206340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ndroid Smartphone and Tablet: Horizontal">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6DB8EF0F-D37A-4ACA-961B-FD648CD1D561}"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4" name="Picture 13"/>
          <p:cNvPicPr>
            <a:picLocks noChangeAspect="1"/>
          </p:cNvPicPr>
          <p:nvPr userDrawn="1"/>
        </p:nvPicPr>
        <p:blipFill>
          <a:blip r:embed="rId2" cstate="screen">
            <a:extLst>
              <a:ext uri="{28A0092B-C50C-407E-A947-70E740481C1C}">
                <a14:useLocalDpi xmlns="" xmlns:a14="http://schemas.microsoft.com/office/drawing/2010/main" val="0"/>
              </a:ext>
            </a:extLst>
          </a:blip>
          <a:stretch>
            <a:fillRect/>
          </a:stretch>
        </p:blipFill>
        <p:spPr>
          <a:xfrm>
            <a:off x="4257675" y="1584167"/>
            <a:ext cx="5829300" cy="4109594"/>
          </a:xfrm>
          <a:prstGeom prst="rect">
            <a:avLst/>
          </a:prstGeom>
        </p:spPr>
      </p:pic>
      <p:sp>
        <p:nvSpPr>
          <p:cNvPr id="16" name="Picture Placeholder 2"/>
          <p:cNvSpPr>
            <a:spLocks noGrp="1"/>
          </p:cNvSpPr>
          <p:nvPr>
            <p:ph type="pic" idx="13"/>
          </p:nvPr>
        </p:nvSpPr>
        <p:spPr bwMode="gray">
          <a:xfrm>
            <a:off x="4532312" y="1971675"/>
            <a:ext cx="5246688" cy="33242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8" name="Picture 7"/>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1761299" y="1981200"/>
            <a:ext cx="1877251" cy="3634952"/>
          </a:xfrm>
          <a:prstGeom prst="rect">
            <a:avLst/>
          </a:prstGeom>
        </p:spPr>
      </p:pic>
      <p:sp>
        <p:nvSpPr>
          <p:cNvPr id="18" name="Picture Placeholder 2"/>
          <p:cNvSpPr>
            <a:spLocks noGrp="1"/>
          </p:cNvSpPr>
          <p:nvPr>
            <p:ph type="pic" idx="1"/>
          </p:nvPr>
        </p:nvSpPr>
        <p:spPr bwMode="gray">
          <a:xfrm>
            <a:off x="1885137" y="2363138"/>
            <a:ext cx="1631569"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86081927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droid Smartphone and Tablet: Vertical">
    <p:spTree>
      <p:nvGrpSpPr>
        <p:cNvPr id="1" name=""/>
        <p:cNvGrpSpPr/>
        <p:nvPr/>
      </p:nvGrpSpPr>
      <p:grpSpPr>
        <a:xfrm>
          <a:off x="0" y="0"/>
          <a:ext cx="0" cy="0"/>
          <a:chOff x="0" y="0"/>
          <a:chExt cx="0" cy="0"/>
        </a:xfrm>
      </p:grpSpPr>
      <p:sp>
        <p:nvSpPr>
          <p:cNvPr id="2" name="Title 1"/>
          <p:cNvSpPr>
            <a:spLocks noGrp="1"/>
          </p:cNvSpPr>
          <p:nvPr>
            <p:ph type="title"/>
          </p:nvPr>
        </p:nvSpPr>
        <p:spPr>
          <a:xfrm>
            <a:off x="531811" y="406400"/>
            <a:ext cx="5852160" cy="889000"/>
          </a:xfrm>
        </p:spPr>
        <p:txBody>
          <a:bodyPr anchor="b">
            <a:noAutofit/>
          </a:bodyPr>
          <a:lstStyle>
            <a:lvl1pPr algn="l">
              <a:defRPr sz="3600" b="0"/>
            </a:lvl1pPr>
          </a:lstStyle>
          <a:p>
            <a:r>
              <a:rPr lang="en-US" smtClean="0"/>
              <a:t>Click to edit Master title style</a:t>
            </a:r>
            <a:endParaRPr dirty="0"/>
          </a:p>
        </p:txBody>
      </p:sp>
      <p:sp>
        <p:nvSpPr>
          <p:cNvPr id="5" name="Date Placeholder 4"/>
          <p:cNvSpPr>
            <a:spLocks noGrp="1"/>
          </p:cNvSpPr>
          <p:nvPr>
            <p:ph type="dt" sz="half" idx="10"/>
          </p:nvPr>
        </p:nvSpPr>
        <p:spPr/>
        <p:txBody>
          <a:bodyPr/>
          <a:lstStyle/>
          <a:p>
            <a:fld id="{DE17ACF5-C56E-4134-A65C-83E9EA3F45EF}" type="datetime1">
              <a:rPr lang="en-US" smtClean="0"/>
              <a:pPr/>
              <a:t>6/17/2014</a:t>
            </a:fld>
            <a:endParaRPr dirty="0"/>
          </a:p>
        </p:txBody>
      </p:sp>
      <p:sp>
        <p:nvSpPr>
          <p:cNvPr id="6" name="Footer Placeholder 5"/>
          <p:cNvSpPr>
            <a:spLocks noGrp="1"/>
          </p:cNvSpPr>
          <p:nvPr>
            <p:ph type="ftr" sz="quarter" idx="11"/>
          </p:nvPr>
        </p:nvSpPr>
        <p:spPr/>
        <p:txBody>
          <a:body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p>
            <a:fld id="{C51EAA63-D034-42AE-91FA-B13B9518C7BE}" type="slidenum">
              <a:rPr/>
              <a:pPr/>
              <a:t>‹#›</a:t>
            </a:fld>
            <a:endParaRPr dirty="0"/>
          </a:p>
        </p:txBody>
      </p:sp>
      <p:pic>
        <p:nvPicPr>
          <p:cNvPr id="13" name="Picture 12"/>
          <p:cNvPicPr>
            <a:picLocks noChangeAspect="1"/>
          </p:cNvPicPr>
          <p:nvPr userDrawn="1"/>
        </p:nvPicPr>
        <p:blipFill rotWithShape="1">
          <a:blip r:embed="rId2" cstate="screen">
            <a:extLst>
              <a:ext uri="{28A0092B-C50C-407E-A947-70E740481C1C}">
                <a14:useLocalDpi xmlns="" xmlns:a14="http://schemas.microsoft.com/office/drawing/2010/main" val="0"/>
              </a:ext>
            </a:extLst>
          </a:blip>
          <a:srcRect r="3674"/>
          <a:stretch/>
        </p:blipFill>
        <p:spPr>
          <a:xfrm rot="5400000">
            <a:off x="5794266" y="1258781"/>
            <a:ext cx="5935471" cy="4345394"/>
          </a:xfrm>
          <a:prstGeom prst="rect">
            <a:avLst/>
          </a:prstGeom>
        </p:spPr>
      </p:pic>
      <p:sp>
        <p:nvSpPr>
          <p:cNvPr id="11" name="Picture Placeholder 2"/>
          <p:cNvSpPr>
            <a:spLocks noGrp="1"/>
          </p:cNvSpPr>
          <p:nvPr>
            <p:ph type="pic" idx="13"/>
          </p:nvPr>
        </p:nvSpPr>
        <p:spPr bwMode="gray">
          <a:xfrm>
            <a:off x="7019925" y="771524"/>
            <a:ext cx="3486149" cy="5534025"/>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pic>
        <p:nvPicPr>
          <p:cNvPr id="17" name="Picture 16"/>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a:xfrm>
            <a:off x="3961574" y="2019300"/>
            <a:ext cx="1877251" cy="3634952"/>
          </a:xfrm>
          <a:prstGeom prst="rect">
            <a:avLst/>
          </a:prstGeom>
        </p:spPr>
      </p:pic>
      <p:sp>
        <p:nvSpPr>
          <p:cNvPr id="18" name="Picture Placeholder 2"/>
          <p:cNvSpPr>
            <a:spLocks noGrp="1"/>
          </p:cNvSpPr>
          <p:nvPr>
            <p:ph type="pic" idx="14"/>
          </p:nvPr>
        </p:nvSpPr>
        <p:spPr bwMode="gray">
          <a:xfrm>
            <a:off x="4088968" y="2401238"/>
            <a:ext cx="1618488" cy="2894661"/>
          </a:xfrm>
          <a:solidFill>
            <a:schemeClr val="bg2"/>
          </a:solidFill>
          <a:ln w="12700">
            <a:solidFill>
              <a:schemeClr val="bg2"/>
            </a:solidFill>
          </a:ln>
        </p:spPr>
        <p:txBody>
          <a:bodyPr tIns="18288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Tree>
    <p:extLst>
      <p:ext uri="{BB962C8B-B14F-4D97-AF65-F5344CB8AC3E}">
        <p14:creationId xmlns="" xmlns:p14="http://schemas.microsoft.com/office/powerpoint/2010/main" val="18766017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3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Metric with Picture">
    <p:bg>
      <p:bgPr>
        <a:blipFill dpi="0" rotWithShape="1">
          <a:blip r:embed="rId2" cstate="print">
            <a:lum/>
            <a:extLst>
              <a:ext uri="{28A0092B-C50C-407E-A947-70E740481C1C}">
                <a14:useLocalDpi xmlns=""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Rectangle 7" descr="A large metric, brief statement, and 4-color photo can be included here"/>
          <p:cNvSpPr/>
          <p:nvPr/>
        </p:nvSpPr>
        <p:spPr bwMode="hidden">
          <a:xfrm>
            <a:off x="0" y="0"/>
            <a:ext cx="12188825" cy="6858000"/>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2" name="Group 1"/>
          <p:cNvGrpSpPr/>
          <p:nvPr/>
        </p:nvGrpSpPr>
        <p:grpSpPr>
          <a:xfrm>
            <a:off x="-287" y="0"/>
            <a:ext cx="12189399" cy="6858000"/>
            <a:chOff x="-287" y="0"/>
            <a:chExt cx="12189399" cy="6858000"/>
          </a:xfrm>
        </p:grpSpPr>
        <p:sp>
          <p:nvSpPr>
            <p:cNvPr id="10" name="Rectangle 9"/>
            <p:cNvSpPr/>
            <p:nvPr/>
          </p:nvSpPr>
          <p:spPr bwMode="gray">
            <a:xfrm>
              <a:off x="-287" y="0"/>
              <a:ext cx="193962"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11995151" y="5854"/>
              <a:ext cx="193960" cy="6852146"/>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Rectangle 11"/>
            <p:cNvSpPr/>
            <p:nvPr/>
          </p:nvSpPr>
          <p:spPr bwMode="gray">
            <a:xfrm>
              <a:off x="-286" y="6400800"/>
              <a:ext cx="12189396" cy="457200"/>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ectangle 12"/>
            <p:cNvSpPr/>
            <p:nvPr/>
          </p:nvSpPr>
          <p:spPr bwMode="gray">
            <a:xfrm>
              <a:off x="-286" y="0"/>
              <a:ext cx="12189398" cy="192024"/>
            </a:xfrm>
            <a:prstGeom prst="rect">
              <a:avLst/>
            </a:prstGeom>
            <a:solidFill>
              <a:srgbClr val="DCE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sp>
        <p:nvSpPr>
          <p:cNvPr id="3" name="Title 2"/>
          <p:cNvSpPr>
            <a:spLocks noGrp="1"/>
          </p:cNvSpPr>
          <p:nvPr>
            <p:ph type="title" hasCustomPrompt="1"/>
          </p:nvPr>
        </p:nvSpPr>
        <p:spPr>
          <a:xfrm>
            <a:off x="760412" y="609600"/>
            <a:ext cx="4572000" cy="2044700"/>
          </a:xfrm>
        </p:spPr>
        <p:txBody>
          <a:bodyPr/>
          <a:lstStyle>
            <a:lvl1pPr>
              <a:defRPr sz="13800" b="1"/>
            </a:lvl1pPr>
          </a:lstStyle>
          <a:p>
            <a:r>
              <a:rPr lang="en-US" dirty="0" smtClean="0"/>
              <a:t>XX</a:t>
            </a:r>
            <a:endParaRPr lang="en-US" dirty="0"/>
          </a:p>
        </p:txBody>
      </p:sp>
      <p:sp>
        <p:nvSpPr>
          <p:cNvPr id="22" name="Text Placeholder 12"/>
          <p:cNvSpPr>
            <a:spLocks noGrp="1"/>
          </p:cNvSpPr>
          <p:nvPr>
            <p:ph type="body" sz="quarter" idx="13" hasCustomPrompt="1"/>
          </p:nvPr>
        </p:nvSpPr>
        <p:spPr>
          <a:xfrm>
            <a:off x="760412" y="2666999"/>
            <a:ext cx="4572000" cy="1960881"/>
          </a:xfrm>
        </p:spPr>
        <p:txBody>
          <a:bodyPr>
            <a:noAutofit/>
          </a:bodyPr>
          <a:lstStyle>
            <a:lvl1pPr marL="1588" indent="0">
              <a:spcBef>
                <a:spcPts val="0"/>
              </a:spcBef>
              <a:buFontTx/>
              <a:buNone/>
              <a:defRPr sz="2800" baseline="0"/>
            </a:lvl1pPr>
            <a:lvl2pPr marL="1588" indent="0">
              <a:buFontTx/>
              <a:buNone/>
              <a:defRPr sz="2400"/>
            </a:lvl2pPr>
            <a:lvl3pPr marL="1588" indent="0">
              <a:buFontTx/>
              <a:buNone/>
              <a:defRPr sz="2400"/>
            </a:lvl3pPr>
            <a:lvl4pPr marL="1588" indent="0">
              <a:buFontTx/>
              <a:buNone/>
              <a:defRPr sz="2400"/>
            </a:lvl4pPr>
            <a:lvl5pPr marL="1588" indent="0">
              <a:buFontTx/>
              <a:buNone/>
              <a:defRPr sz="2400"/>
            </a:lvl5pPr>
            <a:lvl6pPr marL="1588" indent="0">
              <a:buFontTx/>
              <a:buNone/>
              <a:defRPr sz="2400"/>
            </a:lvl6pPr>
            <a:lvl7pPr marL="1588" indent="0">
              <a:buFontTx/>
              <a:buNone/>
              <a:defRPr sz="2400"/>
            </a:lvl7pPr>
            <a:lvl8pPr marL="1588" indent="0">
              <a:buFontTx/>
              <a:buNone/>
              <a:defRPr sz="2400"/>
            </a:lvl8pPr>
            <a:lvl9pPr marL="1588" indent="0">
              <a:buFontTx/>
              <a:buNone/>
              <a:defRPr sz="2400"/>
            </a:lvl9pPr>
          </a:lstStyle>
          <a:p>
            <a:pPr lvl="0"/>
            <a:r>
              <a:rPr dirty="0"/>
              <a:t>Click to add text</a:t>
            </a:r>
          </a:p>
        </p:txBody>
      </p:sp>
      <p:sp>
        <p:nvSpPr>
          <p:cNvPr id="5" name="Date Placeholder 4"/>
          <p:cNvSpPr>
            <a:spLocks noGrp="1"/>
          </p:cNvSpPr>
          <p:nvPr>
            <p:ph type="dt" sz="half" idx="10"/>
          </p:nvPr>
        </p:nvSpPr>
        <p:spPr/>
        <p:txBody>
          <a:bodyPr/>
          <a:lstStyle>
            <a:lvl1pPr>
              <a:defRPr>
                <a:solidFill>
                  <a:schemeClr val="bg1">
                    <a:lumMod val="60000"/>
                    <a:lumOff val="40000"/>
                  </a:schemeClr>
                </a:solidFill>
              </a:defRPr>
            </a:lvl1pPr>
          </a:lstStyle>
          <a:p>
            <a:fld id="{45B6B4DE-AF26-4070-A212-CBD38247A374}" type="datetime1">
              <a:rPr lang="en-US" smtClean="0"/>
              <a:pPr/>
              <a:t>6/17/2014</a:t>
            </a:fld>
            <a:endParaRPr dirty="0"/>
          </a:p>
        </p:txBody>
      </p:sp>
      <p:sp>
        <p:nvSpPr>
          <p:cNvPr id="14" name="TextBox 13"/>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bg1">
                    <a:lumMod val="60000"/>
                    <a:lumOff val="40000"/>
                  </a:schemeClr>
                </a:solidFill>
              </a:rPr>
              <a:t>Copyright © 2014 Oracle and/or its affiliates. All rights reserved.  |</a:t>
            </a:r>
          </a:p>
        </p:txBody>
      </p:sp>
      <p:sp>
        <p:nvSpPr>
          <p:cNvPr id="6" name="Footer Placeholder 5"/>
          <p:cNvSpPr>
            <a:spLocks noGrp="1"/>
          </p:cNvSpPr>
          <p:nvPr>
            <p:ph type="ftr" sz="quarter" idx="11"/>
          </p:nvPr>
        </p:nvSpPr>
        <p:spPr/>
        <p:txBody>
          <a:bodyPr/>
          <a:lstStyle>
            <a:lvl1pPr>
              <a:defRPr>
                <a:solidFill>
                  <a:schemeClr val="bg1">
                    <a:lumMod val="60000"/>
                    <a:lumOff val="40000"/>
                  </a:schemeClr>
                </a:solidFill>
              </a:defRPr>
            </a:lvl1pPr>
          </a:lstStyle>
          <a:p>
            <a:r>
              <a:rPr lang="en-US" smtClean="0"/>
              <a:t>Oracle Confidential – Restricted</a:t>
            </a:r>
            <a:endParaRPr dirty="0"/>
          </a:p>
        </p:txBody>
      </p:sp>
      <p:sp>
        <p:nvSpPr>
          <p:cNvPr id="7" name="Slide Number Placeholder 6"/>
          <p:cNvSpPr>
            <a:spLocks noGrp="1"/>
          </p:cNvSpPr>
          <p:nvPr>
            <p:ph type="sldNum" sz="quarter" idx="12"/>
          </p:nvPr>
        </p:nvSpPr>
        <p:spPr/>
        <p:txBody>
          <a:bodyPr/>
          <a:lstStyle>
            <a:lvl1pPr>
              <a:defRPr>
                <a:solidFill>
                  <a:schemeClr val="bg1">
                    <a:lumMod val="60000"/>
                    <a:lumOff val="40000"/>
                  </a:schemeClr>
                </a:solidFill>
              </a:defRPr>
            </a:lvl1pPr>
          </a:lstStyle>
          <a:p>
            <a:fld id="{C51EAA63-D034-42AE-91FA-B13B9518C7BE}" type="slidenum">
              <a:rPr/>
              <a:pPr/>
              <a:t>‹#›</a:t>
            </a:fld>
            <a:endParaRPr dirty="0"/>
          </a:p>
        </p:txBody>
      </p:sp>
      <p:pic>
        <p:nvPicPr>
          <p:cNvPr id="15" name="Oracle red badge logo" descr="Oracle logo in white on red staging background"/>
          <p:cNvPicPr>
            <a:picLocks noChangeAspect="1"/>
          </p:cNvPicPr>
          <p:nvPr userDrawn="1"/>
        </p:nvPicPr>
        <p:blipFill>
          <a:blip r:embed="rId3"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Tree>
    <p:extLst>
      <p:ext uri="{BB962C8B-B14F-4D97-AF65-F5344CB8AC3E}">
        <p14:creationId xmlns="" xmlns:p14="http://schemas.microsoft.com/office/powerpoint/2010/main" val="13818175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afe Harbor Front">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433C6311-DA19-49D9-9C51-E3229778F6B5}" type="datetime1">
              <a:rPr lang="en-US" smtClean="0"/>
              <a:pPr/>
              <a:t>6/17/2014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59788944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afe Harbor Back">
    <p:spTree>
      <p:nvGrpSpPr>
        <p:cNvPr id="1" name=""/>
        <p:cNvGrpSpPr/>
        <p:nvPr/>
      </p:nvGrpSpPr>
      <p:grpSpPr>
        <a:xfrm>
          <a:off x="0" y="0"/>
          <a:ext cx="0" cy="0"/>
          <a:chOff x="0" y="0"/>
          <a:chExt cx="0" cy="0"/>
        </a:xfrm>
      </p:grpSpPr>
      <p:sp>
        <p:nvSpPr>
          <p:cNvPr id="5" name="TextBox 4"/>
          <p:cNvSpPr txBox="1"/>
          <p:nvPr/>
        </p:nvSpPr>
        <p:spPr>
          <a:xfrm>
            <a:off x="531812" y="1371600"/>
            <a:ext cx="11125200" cy="889000"/>
          </a:xfrm>
          <a:prstGeom prst="rect">
            <a:avLst/>
          </a:prstGeom>
          <a:noFill/>
        </p:spPr>
        <p:txBody>
          <a:bodyPr wrap="none" lIns="0" tIns="0" rIns="0" bIns="0" rtlCol="0" anchor="b">
            <a:noAutofit/>
          </a:bodyPr>
          <a:lstStyle/>
          <a:p>
            <a:pPr>
              <a:lnSpc>
                <a:spcPct val="90000"/>
              </a:lnSpc>
            </a:pPr>
            <a:r>
              <a:rPr sz="3200" dirty="0">
                <a:latin typeface="+mj-lt"/>
              </a:rPr>
              <a:t>Safe Harbor</a:t>
            </a:r>
            <a:r>
              <a:rPr sz="3200" baseline="0" dirty="0">
                <a:latin typeface="+mj-lt"/>
              </a:rPr>
              <a:t> Statement</a:t>
            </a:r>
            <a:endParaRPr sz="3200" dirty="0">
              <a:latin typeface="+mj-lt"/>
            </a:endParaRPr>
          </a:p>
        </p:txBody>
      </p:sp>
      <p:sp>
        <p:nvSpPr>
          <p:cNvPr id="6" name="TextBox 5"/>
          <p:cNvSpPr txBox="1"/>
          <p:nvPr/>
        </p:nvSpPr>
        <p:spPr>
          <a:xfrm>
            <a:off x="531812" y="2514600"/>
            <a:ext cx="11125200" cy="2286000"/>
          </a:xfrm>
          <a:prstGeom prst="rect">
            <a:avLst/>
          </a:prstGeom>
          <a:noFill/>
        </p:spPr>
        <p:txBody>
          <a:bodyPr wrap="square" lIns="0" tIns="0" rIns="0" bIns="0" rtlCol="0" anchor="t">
            <a:noAutofit/>
          </a:bodyPr>
          <a:lstStyle/>
          <a:p>
            <a:pPr>
              <a:lnSpc>
                <a:spcPct val="90000"/>
              </a:lnSpc>
            </a:pPr>
            <a:r>
              <a:rPr sz="2400" dirty="0">
                <a:latin typeface="+mn-lt"/>
              </a:rPr>
              <a:t>The preceding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and timing of any features or functionality described for Oracle’s products remains at the sole discretion of Oracle.</a:t>
            </a:r>
          </a:p>
        </p:txBody>
      </p:sp>
      <p:sp>
        <p:nvSpPr>
          <p:cNvPr id="2" name="Date Placeholder 1"/>
          <p:cNvSpPr>
            <a:spLocks noGrp="1"/>
          </p:cNvSpPr>
          <p:nvPr>
            <p:ph type="dt" sz="half" idx="10"/>
          </p:nvPr>
        </p:nvSpPr>
        <p:spPr/>
        <p:txBody>
          <a:bodyPr>
            <a:noAutofit/>
          </a:bodyPr>
          <a:lstStyle/>
          <a:p>
            <a:fld id="{5E413D62-0112-40FB-9637-2D5605CC0260}" type="datetime1">
              <a:rPr lang="en-US" smtClean="0"/>
              <a:pPr/>
              <a:t>6/17/2014</a:t>
            </a:fld>
            <a:endParaRPr dirty="0"/>
          </a:p>
        </p:txBody>
      </p:sp>
      <p:sp>
        <p:nvSpPr>
          <p:cNvPr id="3" name="Footer Placeholder 2"/>
          <p:cNvSpPr>
            <a:spLocks noGrp="1"/>
          </p:cNvSpPr>
          <p:nvPr>
            <p:ph type="ftr" sz="quarter" idx="11"/>
          </p:nvPr>
        </p:nvSpPr>
        <p:spPr/>
        <p:txBody>
          <a:bodyPr>
            <a:noAutofit/>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noAutofit/>
          </a:bodyPr>
          <a:lstStyle/>
          <a:p>
            <a:fld id="{C51EAA63-D034-42AE-91FA-B13B9518C7BE}" type="slidenum">
              <a:rPr/>
              <a:pPr/>
              <a:t>‹#›</a:t>
            </a:fld>
            <a:endParaRPr dirty="0"/>
          </a:p>
        </p:txBody>
      </p:sp>
    </p:spTree>
    <p:extLst>
      <p:ext uri="{BB962C8B-B14F-4D97-AF65-F5344CB8AC3E}">
        <p14:creationId xmlns="" xmlns:p14="http://schemas.microsoft.com/office/powerpoint/2010/main" val="235887190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Positioning Statemen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2E7506-F134-443D-9C1E-30B34FFFC222}" type="datetime1">
              <a:rPr lang="en-US" smtClean="0"/>
              <a:pPr/>
              <a:t>6/17/2014</a:t>
            </a:fld>
            <a:endParaRPr dirty="0"/>
          </a:p>
        </p:txBody>
      </p:sp>
      <p:sp>
        <p:nvSpPr>
          <p:cNvPr id="3" name="Footer Placeholder 2"/>
          <p:cNvSpPr>
            <a:spLocks noGrp="1"/>
          </p:cNvSpPr>
          <p:nvPr>
            <p:ph type="ftr" sz="quarter" idx="11"/>
          </p:nvPr>
        </p:nvSpPr>
        <p:spPr/>
        <p:txBody>
          <a:bodyPr/>
          <a:lstStyle/>
          <a:p>
            <a:r>
              <a:rPr lang="en-US" smtClean="0"/>
              <a:t>Oracle Confidential – Restricted</a:t>
            </a:r>
            <a:endParaRPr dirty="0"/>
          </a:p>
        </p:txBody>
      </p:sp>
      <p:sp>
        <p:nvSpPr>
          <p:cNvPr id="4" name="Slide Number Placeholder 3"/>
          <p:cNvSpPr>
            <a:spLocks noGrp="1"/>
          </p:cNvSpPr>
          <p:nvPr>
            <p:ph type="sldNum" sz="quarter" idx="12"/>
          </p:nvPr>
        </p:nvSpPr>
        <p:spPr/>
        <p:txBody>
          <a:bodyPr/>
          <a:lstStyle/>
          <a:p>
            <a:fld id="{C51EAA63-D034-42AE-91FA-B13B9518C7BE}" type="slidenum">
              <a:rPr/>
              <a:pPr/>
              <a:t>‹#›</a:t>
            </a:fld>
            <a:endParaRPr dirty="0"/>
          </a:p>
        </p:txBody>
      </p:sp>
      <p:pic>
        <p:nvPicPr>
          <p:cNvPr id="8" name="Picture 7" descr="&quot;Hardware and Software Engineered to work together&quot; tagline in red and black"/>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820860" y="2313432"/>
            <a:ext cx="6547104" cy="1832339"/>
          </a:xfrm>
          <a:prstGeom prst="rect">
            <a:avLst/>
          </a:prstGeom>
        </p:spPr>
      </p:pic>
    </p:spTree>
    <p:extLst>
      <p:ext uri="{BB962C8B-B14F-4D97-AF65-F5344CB8AC3E}">
        <p14:creationId xmlns="" xmlns:p14="http://schemas.microsoft.com/office/powerpoint/2010/main" val="370913749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Oracle logo">
    <p:bg bwMode="ltGray">
      <p:bgRef idx="1001">
        <a:schemeClr val="bg1"/>
      </p:bgRef>
    </p:bg>
    <p:spTree>
      <p:nvGrpSpPr>
        <p:cNvPr id="1" name=""/>
        <p:cNvGrpSpPr/>
        <p:nvPr/>
      </p:nvGrpSpPr>
      <p:grpSpPr>
        <a:xfrm>
          <a:off x="0" y="0"/>
          <a:ext cx="0" cy="0"/>
          <a:chOff x="0" y="0"/>
          <a:chExt cx="0" cy="0"/>
        </a:xfrm>
      </p:grpSpPr>
      <p:pic>
        <p:nvPicPr>
          <p:cNvPr id="2" name="Picture 1" descr="Oracle logo in white on red staging background. Light blue frame around perimete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bwMode="hidden">
          <a:xfrm>
            <a:off x="138023" y="129398"/>
            <a:ext cx="11912778" cy="6547450"/>
          </a:xfrm>
          <a:prstGeom prst="rect">
            <a:avLst/>
          </a:prstGeom>
          <a:noFill/>
          <a:ln>
            <a:noFill/>
          </a:ln>
        </p:spPr>
      </p:pic>
      <p:grpSp>
        <p:nvGrpSpPr>
          <p:cNvPr id="3" name="Group 2"/>
          <p:cNvGrpSpPr/>
          <p:nvPr userDrawn="1"/>
        </p:nvGrpSpPr>
        <p:grpSpPr>
          <a:xfrm>
            <a:off x="-287" y="0"/>
            <a:ext cx="12189399" cy="6858000"/>
            <a:chOff x="-287" y="0"/>
            <a:chExt cx="12189399" cy="6858000"/>
          </a:xfrm>
        </p:grpSpPr>
        <p:sp>
          <p:nvSpPr>
            <p:cNvPr id="6" name="Rectangle 5"/>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ectangle 7"/>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1" name="Picture 10"/>
          <p:cNvPicPr>
            <a:picLocks noChangeAspect="1"/>
          </p:cNvPicPr>
          <p:nvPr userDrawn="1"/>
        </p:nvPicPr>
        <p:blipFill>
          <a:blip r:embed="rId3" cstate="screen">
            <a:extLst>
              <a:ext uri="{28A0092B-C50C-407E-A947-70E740481C1C}">
                <a14:useLocalDpi xmlns="" xmlns:a14="http://schemas.microsoft.com/office/drawing/2010/main" val="0"/>
              </a:ext>
            </a:extLst>
          </a:blip>
          <a:stretch>
            <a:fillRect/>
          </a:stretch>
        </p:blipFill>
        <p:spPr bwMode="black">
          <a:xfrm>
            <a:off x="3822128" y="2843826"/>
            <a:ext cx="4544568" cy="569547"/>
          </a:xfrm>
          <a:prstGeom prst="rect">
            <a:avLst/>
          </a:prstGeom>
        </p:spPr>
      </p:pic>
    </p:spTree>
    <p:extLst>
      <p:ext uri="{BB962C8B-B14F-4D97-AF65-F5344CB8AC3E}">
        <p14:creationId xmlns="" xmlns:p14="http://schemas.microsoft.com/office/powerpoint/2010/main" val="1065755523"/>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31151" y="1524001"/>
            <a:ext cx="11126522" cy="4419600"/>
          </a:xfrm>
        </p:spPr>
        <p:txBody>
          <a:bodyPr vert="eaVert">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noAutofit/>
          </a:bodyPr>
          <a:lstStyle/>
          <a:p>
            <a:fld id="{8832B646-3C92-453B-B2EA-88631AD9A8A8}" type="datetime1">
              <a:rPr lang="en-US" smtClean="0"/>
              <a:pPr/>
              <a:t>6/17/2014</a:t>
            </a:fld>
            <a:endParaRPr lang="en-US"/>
          </a:p>
        </p:txBody>
      </p:sp>
      <p:sp>
        <p:nvSpPr>
          <p:cNvPr id="5" name="Footer Placeholder 4"/>
          <p:cNvSpPr>
            <a:spLocks noGrp="1"/>
          </p:cNvSpPr>
          <p:nvPr>
            <p:ph type="ftr" sz="quarter" idx="11"/>
          </p:nvPr>
        </p:nvSpPr>
        <p:spPr/>
        <p:txBody>
          <a:bodyPr>
            <a:noAutofit/>
          </a:bodyPr>
          <a:lstStyle/>
          <a:p>
            <a:r>
              <a:rPr lang="en-US" smtClean="0"/>
              <a:t>Oracle Confidential – Restricted</a:t>
            </a:r>
            <a:endParaRPr lang="en-US"/>
          </a:p>
        </p:txBody>
      </p:sp>
      <p:sp>
        <p:nvSpPr>
          <p:cNvPr id="6" name="Slide Number Placeholder 5"/>
          <p:cNvSpPr>
            <a:spLocks noGrp="1"/>
          </p:cNvSpPr>
          <p:nvPr>
            <p:ph type="sldNum" sz="quarter" idx="12"/>
          </p:nvPr>
        </p:nvSpPr>
        <p:spPr/>
        <p:txBody>
          <a:bodyPr>
            <a:noAutofit/>
          </a:bodyPr>
          <a:lstStyle/>
          <a:p>
            <a:fld id="{D4EAF17A-378C-49D5-A479-C71FF9D7F1E7}" type="slidenum">
              <a:rPr lang="en-US" smtClean="0"/>
              <a:pPr/>
              <a:t>‹#›</a:t>
            </a:fld>
            <a:endParaRPr lang="en-US"/>
          </a:p>
        </p:txBody>
      </p:sp>
    </p:spTree>
    <p:extLst>
      <p:ext uri="{BB962C8B-B14F-4D97-AF65-F5344CB8AC3E}">
        <p14:creationId xmlns="" xmlns:p14="http://schemas.microsoft.com/office/powerpoint/2010/main" val="38621871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285413" y="533400"/>
            <a:ext cx="1371600" cy="5410200"/>
          </a:xfrm>
        </p:spPr>
        <p:txBody>
          <a:bodyPr vert="eaVert"/>
          <a:lstStyle>
            <a:lvl1pPr>
              <a:defRPr/>
            </a:lvl1pPr>
          </a:lstStyle>
          <a:p>
            <a:r>
              <a:rPr lang="en-US" smtClean="0"/>
              <a:t>Click to edit Master title style</a:t>
            </a:r>
            <a:endParaRPr dirty="0"/>
          </a:p>
        </p:txBody>
      </p:sp>
      <p:sp>
        <p:nvSpPr>
          <p:cNvPr id="3" name="Vertical Text Placeholder 2"/>
          <p:cNvSpPr>
            <a:spLocks noGrp="1"/>
          </p:cNvSpPr>
          <p:nvPr>
            <p:ph type="body" orient="vert" idx="1"/>
          </p:nvPr>
        </p:nvSpPr>
        <p:spPr>
          <a:xfrm>
            <a:off x="531813" y="533400"/>
            <a:ext cx="9524999"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18FF4CD1-EE8B-48BD-B401-7FA40BD7ABA8}" type="datetime1">
              <a:rPr lang="en-US" smtClean="0"/>
              <a:pPr/>
              <a:t>6/17/2014</a:t>
            </a:fld>
            <a:endParaRPr dirty="0"/>
          </a:p>
        </p:txBody>
      </p:sp>
      <p:sp>
        <p:nvSpPr>
          <p:cNvPr id="5" name="Footer Placeholder 4"/>
          <p:cNvSpPr>
            <a:spLocks noGrp="1"/>
          </p:cNvSpPr>
          <p:nvPr>
            <p:ph type="ftr" sz="quarter" idx="11"/>
          </p:nvPr>
        </p:nvSpPr>
        <p:spPr/>
        <p:txBody>
          <a:bodyPr/>
          <a:lstStyle/>
          <a:p>
            <a:r>
              <a:rPr lang="en-US" smtClean="0"/>
              <a:t>Oracle Confidential – Restricted</a:t>
            </a:r>
            <a:endParaRPr dirty="0"/>
          </a:p>
        </p:txBody>
      </p:sp>
      <p:sp>
        <p:nvSpPr>
          <p:cNvPr id="6" name="Slide Number Placeholder 5"/>
          <p:cNvSpPr>
            <a:spLocks noGrp="1"/>
          </p:cNvSpPr>
          <p:nvPr>
            <p:ph type="sldNum" sz="quarter" idx="12"/>
          </p:nvPr>
        </p:nvSpPr>
        <p:spPr/>
        <p:txBody>
          <a:bodyPr/>
          <a:lstStyle/>
          <a:p>
            <a:fld id="{C51EAA63-D034-42AE-91FA-B13B9518C7BE}" type="slidenum">
              <a:rPr/>
              <a:pPr/>
              <a:t>‹#›</a:t>
            </a:fld>
            <a:endParaRPr dirty="0"/>
          </a:p>
        </p:txBody>
      </p:sp>
    </p:spTree>
    <p:extLst>
      <p:ext uri="{BB962C8B-B14F-4D97-AF65-F5344CB8AC3E}">
        <p14:creationId xmlns="" xmlns:p14="http://schemas.microsoft.com/office/powerpoint/2010/main" val="217345457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Border"/>
          <p:cNvGrpSpPr/>
          <p:nvPr/>
        </p:nvGrpSpPr>
        <p:grpSpPr>
          <a:xfrm>
            <a:off x="-287" y="0"/>
            <a:ext cx="12189399" cy="6858000"/>
            <a:chOff x="-287" y="0"/>
            <a:chExt cx="12189399" cy="6858000"/>
          </a:xfrm>
        </p:grpSpPr>
        <p:sp>
          <p:nvSpPr>
            <p:cNvPr id="8" name="Rectangle 7"/>
            <p:cNvSpPr/>
            <p:nvPr/>
          </p:nvSpPr>
          <p:spPr bwMode="gray">
            <a:xfrm>
              <a:off x="-287" y="0"/>
              <a:ext cx="193962"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Rectangle 8"/>
            <p:cNvSpPr/>
            <p:nvPr/>
          </p:nvSpPr>
          <p:spPr bwMode="gray">
            <a:xfrm>
              <a:off x="11995151" y="5854"/>
              <a:ext cx="193960"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bwMode="gray">
            <a:xfrm>
              <a:off x="-286" y="6400800"/>
              <a:ext cx="12189396"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ectangle 10"/>
            <p:cNvSpPr/>
            <p:nvPr/>
          </p:nvSpPr>
          <p:spPr bwMode="gray">
            <a:xfrm>
              <a:off x="-286" y="0"/>
              <a:ext cx="12189398" cy="1920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pic>
        <p:nvPicPr>
          <p:cNvPr id="19" name="Oracle red badge logo" descr="Oracle logo in white on red staging background"/>
          <p:cNvPicPr>
            <a:picLocks noChangeAspect="1"/>
          </p:cNvPicPr>
          <p:nvPr/>
        </p:nvPicPr>
        <p:blipFill>
          <a:blip r:embed="rId40" cstate="print">
            <a:extLst>
              <a:ext uri="{28A0092B-C50C-407E-A947-70E740481C1C}">
                <a14:useLocalDpi xmlns="" xmlns:a14="http://schemas.microsoft.com/office/drawing/2010/main" val="0"/>
              </a:ext>
            </a:extLst>
          </a:blip>
          <a:stretch>
            <a:fillRect/>
          </a:stretch>
        </p:blipFill>
        <p:spPr bwMode="ltGray">
          <a:xfrm>
            <a:off x="531812" y="6263640"/>
            <a:ext cx="1622861" cy="594360"/>
          </a:xfrm>
          <a:prstGeom prst="rect">
            <a:avLst/>
          </a:prstGeom>
        </p:spPr>
      </p:pic>
      <p:sp>
        <p:nvSpPr>
          <p:cNvPr id="2" name="Title Placeholder 1"/>
          <p:cNvSpPr>
            <a:spLocks noGrp="1"/>
          </p:cNvSpPr>
          <p:nvPr>
            <p:ph type="title"/>
          </p:nvPr>
        </p:nvSpPr>
        <p:spPr>
          <a:xfrm>
            <a:off x="531812" y="406400"/>
            <a:ext cx="11125200" cy="889000"/>
          </a:xfrm>
          <a:prstGeom prst="rect">
            <a:avLst/>
          </a:prstGeom>
        </p:spPr>
        <p:txBody>
          <a:bodyPr vert="horz" lIns="0" tIns="0" rIns="0" bIns="0" rtlCol="0" anchor="b">
            <a:noAutofit/>
          </a:bodyPr>
          <a:lstStyle/>
          <a:p>
            <a:r>
              <a:rPr lang="en-US" smtClean="0"/>
              <a:t>Click to edit Master title style</a:t>
            </a:r>
            <a:endParaRPr dirty="0"/>
          </a:p>
        </p:txBody>
      </p:sp>
      <p:sp>
        <p:nvSpPr>
          <p:cNvPr id="3" name="Text Placeholder 2"/>
          <p:cNvSpPr>
            <a:spLocks noGrp="1"/>
          </p:cNvSpPr>
          <p:nvPr>
            <p:ph type="body" idx="1"/>
          </p:nvPr>
        </p:nvSpPr>
        <p:spPr>
          <a:xfrm>
            <a:off x="531151" y="1524001"/>
            <a:ext cx="11126522" cy="4419600"/>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4563214" y="6556248"/>
            <a:ext cx="1226398"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13DF617A-E759-4BFC-AEBE-EF78442EAD81}" type="datetime1">
              <a:rPr lang="en-US" smtClean="0"/>
              <a:pPr/>
              <a:t>6/17/2014</a:t>
            </a:fld>
            <a:endParaRPr dirty="0"/>
          </a:p>
        </p:txBody>
      </p:sp>
      <p:sp>
        <p:nvSpPr>
          <p:cNvPr id="15" name="TextBox 14"/>
          <p:cNvSpPr txBox="1"/>
          <p:nvPr/>
        </p:nvSpPr>
        <p:spPr>
          <a:xfrm>
            <a:off x="5989638" y="6556248"/>
            <a:ext cx="2787651" cy="182880"/>
          </a:xfrm>
          <a:prstGeom prst="rect">
            <a:avLst/>
          </a:prstGeom>
          <a:noFill/>
        </p:spPr>
        <p:txBody>
          <a:bodyPr wrap="none" lIns="0" tIns="0" rIns="0" bIns="0" rtlCol="0" anchor="ctr" anchorCtr="0">
            <a:noAutofit/>
          </a:bodyPr>
          <a:lstStyle/>
          <a:p>
            <a:r>
              <a:rPr sz="800" dirty="0">
                <a:solidFill>
                  <a:schemeClr val="tx1">
                    <a:lumMod val="60000"/>
                    <a:lumOff val="40000"/>
                  </a:schemeClr>
                </a:solidFill>
              </a:rPr>
              <a:t>Copyright © 2014 Oracle and/or its affiliates. All rights reserved.  |</a:t>
            </a:r>
          </a:p>
        </p:txBody>
      </p:sp>
      <p:sp>
        <p:nvSpPr>
          <p:cNvPr id="5" name="Footer Placeholder 4"/>
          <p:cNvSpPr>
            <a:spLocks noGrp="1"/>
          </p:cNvSpPr>
          <p:nvPr>
            <p:ph type="ftr" sz="quarter" idx="3"/>
          </p:nvPr>
        </p:nvSpPr>
        <p:spPr>
          <a:xfrm>
            <a:off x="8777289" y="6556248"/>
            <a:ext cx="2498723" cy="182880"/>
          </a:xfrm>
          <a:prstGeom prst="rect">
            <a:avLst/>
          </a:prstGeom>
        </p:spPr>
        <p:txBody>
          <a:bodyPr vert="horz" wrap="none" lIns="0" tIns="0" rIns="0" bIns="0" rtlCol="0" anchor="ctr"/>
          <a:lstStyle>
            <a:lvl1pPr algn="l">
              <a:defRPr sz="800">
                <a:solidFill>
                  <a:schemeClr val="tx1">
                    <a:lumMod val="60000"/>
                    <a:lumOff val="40000"/>
                  </a:schemeClr>
                </a:solidFill>
              </a:defRPr>
            </a:lvl1pPr>
          </a:lstStyle>
          <a:p>
            <a:r>
              <a:rPr lang="en-US" smtClean="0"/>
              <a:t>Oracle Confidential – Restricted</a:t>
            </a:r>
            <a:endParaRPr dirty="0"/>
          </a:p>
        </p:txBody>
      </p:sp>
      <p:sp>
        <p:nvSpPr>
          <p:cNvPr id="6" name="Slide Number Placeholder 5"/>
          <p:cNvSpPr>
            <a:spLocks noGrp="1"/>
          </p:cNvSpPr>
          <p:nvPr>
            <p:ph type="sldNum" sz="quarter" idx="4"/>
          </p:nvPr>
        </p:nvSpPr>
        <p:spPr>
          <a:xfrm>
            <a:off x="11276011" y="6556248"/>
            <a:ext cx="381661" cy="182880"/>
          </a:xfrm>
          <a:prstGeom prst="rect">
            <a:avLst/>
          </a:prstGeom>
        </p:spPr>
        <p:txBody>
          <a:bodyPr vert="horz" wrap="none" lIns="0" tIns="0" rIns="0" bIns="0" rtlCol="0" anchor="ctr"/>
          <a:lstStyle>
            <a:lvl1pPr algn="r">
              <a:defRPr sz="800">
                <a:solidFill>
                  <a:schemeClr val="tx1">
                    <a:lumMod val="60000"/>
                    <a:lumOff val="40000"/>
                  </a:schemeClr>
                </a:solidFill>
              </a:defRPr>
            </a:lvl1pPr>
          </a:lstStyle>
          <a:p>
            <a:fld id="{C51EAA63-D034-42AE-91FA-B13B9518C7BE}" type="slidenum">
              <a:rPr/>
              <a:pPr/>
              <a:t>‹#›</a:t>
            </a:fld>
            <a:endParaRPr dirty="0"/>
          </a:p>
        </p:txBody>
      </p:sp>
    </p:spTree>
    <p:extLst>
      <p:ext uri="{BB962C8B-B14F-4D97-AF65-F5344CB8AC3E}">
        <p14:creationId xmlns="" xmlns:p14="http://schemas.microsoft.com/office/powerpoint/2010/main" val="319306202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2" r:id="rId3"/>
    <p:sldLayoutId id="2147483689" r:id="rId4"/>
    <p:sldLayoutId id="2147483693" r:id="rId5"/>
    <p:sldLayoutId id="2147483650" r:id="rId6"/>
    <p:sldLayoutId id="2147483663" r:id="rId7"/>
    <p:sldLayoutId id="2147483686" r:id="rId8"/>
    <p:sldLayoutId id="2147483651" r:id="rId9"/>
    <p:sldLayoutId id="2147483665" r:id="rId10"/>
    <p:sldLayoutId id="2147483669" r:id="rId11"/>
    <p:sldLayoutId id="2147483692" r:id="rId12"/>
    <p:sldLayoutId id="2147483683" r:id="rId13"/>
    <p:sldLayoutId id="2147483670" r:id="rId14"/>
    <p:sldLayoutId id="2147483652" r:id="rId15"/>
    <p:sldLayoutId id="2147483671" r:id="rId16"/>
    <p:sldLayoutId id="2147483672" r:id="rId17"/>
    <p:sldLayoutId id="2147483679" r:id="rId18"/>
    <p:sldLayoutId id="2147483685" r:id="rId19"/>
    <p:sldLayoutId id="2147483688" r:id="rId20"/>
    <p:sldLayoutId id="2147483654" r:id="rId21"/>
    <p:sldLayoutId id="2147483666" r:id="rId22"/>
    <p:sldLayoutId id="2147483655" r:id="rId23"/>
    <p:sldLayoutId id="2147483656" r:id="rId24"/>
    <p:sldLayoutId id="2147483657" r:id="rId25"/>
    <p:sldLayoutId id="2147483673" r:id="rId26"/>
    <p:sldLayoutId id="2147483674" r:id="rId27"/>
    <p:sldLayoutId id="2147483682" r:id="rId28"/>
    <p:sldLayoutId id="2147483684" r:id="rId29"/>
    <p:sldLayoutId id="2147483690" r:id="rId30"/>
    <p:sldLayoutId id="2147483691" r:id="rId31"/>
    <p:sldLayoutId id="2147483668" r:id="rId32"/>
    <p:sldLayoutId id="2147483675" r:id="rId33"/>
    <p:sldLayoutId id="2147483676" r:id="rId34"/>
    <p:sldLayoutId id="2147483667" r:id="rId35"/>
    <p:sldLayoutId id="2147483661" r:id="rId36"/>
    <p:sldLayoutId id="2147483687" r:id="rId37"/>
    <p:sldLayoutId id="2147483659" r:id="rId38"/>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Clr>
          <a:schemeClr val="tx1">
            <a:lumMod val="60000"/>
            <a:lumOff val="40000"/>
          </a:schemeClr>
        </a:buClr>
        <a:buFont typeface="Arial" panose="020B0604020202020204" pitchFamily="34" charset="0"/>
        <a:buChar char="•"/>
        <a:defRPr sz="2800" kern="1200">
          <a:solidFill>
            <a:schemeClr val="tx1"/>
          </a:solidFill>
          <a:latin typeface="+mn-lt"/>
          <a:ea typeface="+mn-ea"/>
          <a:cs typeface="+mn-cs"/>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3839" userDrawn="1">
          <p15:clr>
            <a:srgbClr val="F26B43"/>
          </p15:clr>
        </p15:guide>
        <p15:guide id="4"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17613" y="327025"/>
            <a:ext cx="10971212" cy="542925"/>
          </a:xfrm>
        </p:spPr>
        <p:txBody>
          <a:bodyPr/>
          <a:lstStyle/>
          <a:p>
            <a:r>
              <a:rPr lang="en-US" dirty="0" smtClean="0"/>
              <a:t>Enterprise Business Context Diagram Template</a:t>
            </a:r>
            <a:endParaRPr lang="en-US" dirty="0"/>
          </a:p>
        </p:txBody>
      </p:sp>
      <p:grpSp>
        <p:nvGrpSpPr>
          <p:cNvPr id="3" name="Group 13"/>
          <p:cNvGrpSpPr>
            <a:grpSpLocks/>
          </p:cNvGrpSpPr>
          <p:nvPr/>
        </p:nvGrpSpPr>
        <p:grpSpPr bwMode="auto">
          <a:xfrm>
            <a:off x="10197265" y="3323326"/>
            <a:ext cx="1188146" cy="1459140"/>
            <a:chOff x="7125942" y="3429000"/>
            <a:chExt cx="891059" cy="1460393"/>
          </a:xfrm>
        </p:grpSpPr>
        <p:grpSp>
          <p:nvGrpSpPr>
            <p:cNvPr id="4" name="Group 68"/>
            <p:cNvGrpSpPr>
              <a:grpSpLocks/>
            </p:cNvGrpSpPr>
            <p:nvPr/>
          </p:nvGrpSpPr>
          <p:grpSpPr bwMode="auto">
            <a:xfrm>
              <a:off x="7504720" y="3429000"/>
              <a:ext cx="374346" cy="637047"/>
              <a:chOff x="8050212" y="4384675"/>
              <a:chExt cx="595315" cy="1013083"/>
            </a:xfrm>
          </p:grpSpPr>
          <p:sp>
            <p:nvSpPr>
              <p:cNvPr id="8"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9"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10"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11"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12"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sp>
            <p:nvSpPr>
              <p:cNvPr id="13" name="Line 71"/>
              <p:cNvSpPr>
                <a:spLocks noChangeShapeType="1"/>
              </p:cNvSpPr>
              <p:nvPr/>
            </p:nvSpPr>
            <p:spPr bwMode="auto">
              <a:xfrm flipH="1">
                <a:off x="8288338" y="4479949"/>
                <a:ext cx="190501" cy="174670"/>
              </a:xfrm>
              <a:prstGeom prst="line">
                <a:avLst/>
              </a:prstGeom>
              <a:noFill/>
              <a:ln w="28575">
                <a:solidFill>
                  <a:schemeClr val="tx1"/>
                </a:solidFill>
                <a:round/>
                <a:headEnd/>
                <a:tailEnd/>
              </a:ln>
            </p:spPr>
            <p:txBody>
              <a:bodyPr lIns="87920" tIns="43960" rIns="87920" bIns="43960" anchor="ctr">
                <a:spAutoFit/>
              </a:bodyPr>
              <a:lstStyle/>
              <a:p>
                <a:endParaRPr lang="en-US"/>
              </a:p>
            </p:txBody>
          </p:sp>
        </p:grpSp>
        <p:sp>
          <p:nvSpPr>
            <p:cNvPr id="7" name="Text Box 72"/>
            <p:cNvSpPr txBox="1">
              <a:spLocks noChangeArrowheads="1"/>
            </p:cNvSpPr>
            <p:nvPr/>
          </p:nvSpPr>
          <p:spPr bwMode="auto">
            <a:xfrm>
              <a:off x="7125942" y="4150095"/>
              <a:ext cx="891059" cy="739298"/>
            </a:xfrm>
            <a:prstGeom prst="rect">
              <a:avLst/>
            </a:prstGeom>
            <a:noFill/>
            <a:ln w="12700" algn="ctr">
              <a:noFill/>
              <a:miter lim="800000"/>
              <a:headEnd/>
              <a:tailEnd/>
            </a:ln>
          </p:spPr>
          <p:txBody>
            <a:bodyPr wrap="none">
              <a:spAutoFit/>
            </a:bodyPr>
            <a:lstStyle/>
            <a:p>
              <a:r>
                <a:rPr lang="en-US" sz="2100" dirty="0"/>
                <a:t>Business </a:t>
              </a:r>
            </a:p>
            <a:p>
              <a:pPr algn="ctr"/>
              <a:r>
                <a:rPr lang="en-US" sz="2100" dirty="0"/>
                <a:t>Actor</a:t>
              </a:r>
            </a:p>
          </p:txBody>
        </p:sp>
      </p:grpSp>
      <p:grpSp>
        <p:nvGrpSpPr>
          <p:cNvPr id="5" name="Group 23"/>
          <p:cNvGrpSpPr>
            <a:grpSpLocks/>
          </p:cNvGrpSpPr>
          <p:nvPr/>
        </p:nvGrpSpPr>
        <p:grpSpPr bwMode="auto">
          <a:xfrm>
            <a:off x="497265" y="1486589"/>
            <a:ext cx="1188146" cy="1373225"/>
            <a:chOff x="7213045" y="3429004"/>
            <a:chExt cx="892415" cy="1373918"/>
          </a:xfrm>
        </p:grpSpPr>
        <p:grpSp>
          <p:nvGrpSpPr>
            <p:cNvPr id="6" name="Group 68"/>
            <p:cNvGrpSpPr>
              <a:grpSpLocks/>
            </p:cNvGrpSpPr>
            <p:nvPr/>
          </p:nvGrpSpPr>
          <p:grpSpPr bwMode="auto">
            <a:xfrm>
              <a:off x="7504720" y="3429004"/>
              <a:ext cx="374346" cy="637047"/>
              <a:chOff x="8050212" y="4384675"/>
              <a:chExt cx="595315" cy="1013083"/>
            </a:xfrm>
          </p:grpSpPr>
          <p:sp>
            <p:nvSpPr>
              <p:cNvPr id="17"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18"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19"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20"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21"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sp>
            <p:nvSpPr>
              <p:cNvPr id="22" name="Line 71"/>
              <p:cNvSpPr>
                <a:spLocks noChangeShapeType="1"/>
              </p:cNvSpPr>
              <p:nvPr/>
            </p:nvSpPr>
            <p:spPr bwMode="auto">
              <a:xfrm flipH="1">
                <a:off x="8288338" y="4479949"/>
                <a:ext cx="190501" cy="174670"/>
              </a:xfrm>
              <a:prstGeom prst="line">
                <a:avLst/>
              </a:prstGeom>
              <a:noFill/>
              <a:ln w="28575">
                <a:solidFill>
                  <a:schemeClr val="tx1"/>
                </a:solidFill>
                <a:round/>
                <a:headEnd/>
                <a:tailEnd/>
              </a:ln>
            </p:spPr>
            <p:txBody>
              <a:bodyPr lIns="87920" tIns="43960" rIns="87920" bIns="43960" anchor="ctr">
                <a:spAutoFit/>
              </a:bodyPr>
              <a:lstStyle/>
              <a:p>
                <a:endParaRPr lang="en-US"/>
              </a:p>
            </p:txBody>
          </p:sp>
        </p:grpSp>
        <p:sp>
          <p:nvSpPr>
            <p:cNvPr id="16" name="Text Box 72"/>
            <p:cNvSpPr txBox="1">
              <a:spLocks noChangeArrowheads="1"/>
            </p:cNvSpPr>
            <p:nvPr/>
          </p:nvSpPr>
          <p:spPr bwMode="auto">
            <a:xfrm>
              <a:off x="7213045" y="4063885"/>
              <a:ext cx="892415" cy="739037"/>
            </a:xfrm>
            <a:prstGeom prst="rect">
              <a:avLst/>
            </a:prstGeom>
            <a:noFill/>
            <a:ln w="12700" algn="ctr">
              <a:noFill/>
              <a:miter lim="800000"/>
              <a:headEnd/>
              <a:tailEnd/>
            </a:ln>
          </p:spPr>
          <p:txBody>
            <a:bodyPr wrap="none">
              <a:spAutoFit/>
            </a:bodyPr>
            <a:lstStyle/>
            <a:p>
              <a:pPr algn="ctr"/>
              <a:r>
                <a:rPr lang="en-US" sz="2100" dirty="0"/>
                <a:t>Business </a:t>
              </a:r>
            </a:p>
            <a:p>
              <a:pPr algn="ctr"/>
              <a:r>
                <a:rPr lang="en-US" sz="2100" dirty="0"/>
                <a:t>Actor</a:t>
              </a:r>
            </a:p>
          </p:txBody>
        </p:sp>
      </p:grpSp>
      <p:grpSp>
        <p:nvGrpSpPr>
          <p:cNvPr id="14" name="Group 32"/>
          <p:cNvGrpSpPr>
            <a:grpSpLocks/>
          </p:cNvGrpSpPr>
          <p:nvPr/>
        </p:nvGrpSpPr>
        <p:grpSpPr bwMode="auto">
          <a:xfrm>
            <a:off x="10575241" y="1473886"/>
            <a:ext cx="1258038" cy="1479774"/>
            <a:chOff x="7409154" y="3429006"/>
            <a:chExt cx="944280" cy="1481027"/>
          </a:xfrm>
        </p:grpSpPr>
        <p:grpSp>
          <p:nvGrpSpPr>
            <p:cNvPr id="15" name="Group 68"/>
            <p:cNvGrpSpPr>
              <a:grpSpLocks/>
            </p:cNvGrpSpPr>
            <p:nvPr/>
          </p:nvGrpSpPr>
          <p:grpSpPr bwMode="auto">
            <a:xfrm>
              <a:off x="7504720" y="3429006"/>
              <a:ext cx="374346" cy="637047"/>
              <a:chOff x="8050212" y="4384675"/>
              <a:chExt cx="595315" cy="1013083"/>
            </a:xfrm>
          </p:grpSpPr>
          <p:sp>
            <p:nvSpPr>
              <p:cNvPr id="26" name="Oval 66"/>
              <p:cNvSpPr>
                <a:spLocks noChangeArrowheads="1"/>
              </p:cNvSpPr>
              <p:nvPr/>
            </p:nvSpPr>
            <p:spPr bwMode="auto">
              <a:xfrm>
                <a:off x="8215313" y="4384675"/>
                <a:ext cx="295276" cy="298526"/>
              </a:xfrm>
              <a:prstGeom prst="ellipse">
                <a:avLst/>
              </a:prstGeom>
              <a:noFill/>
              <a:ln w="28575">
                <a:solidFill>
                  <a:srgbClr val="000000"/>
                </a:solidFill>
                <a:round/>
                <a:headEnd/>
                <a:tailEnd/>
              </a:ln>
            </p:spPr>
            <p:txBody>
              <a:bodyPr/>
              <a:lstStyle/>
              <a:p>
                <a:endParaRPr lang="en-US" sz="2100" dirty="0"/>
              </a:p>
            </p:txBody>
          </p:sp>
          <p:sp>
            <p:nvSpPr>
              <p:cNvPr id="27" name="Line 67"/>
              <p:cNvSpPr>
                <a:spLocks noChangeShapeType="1"/>
              </p:cNvSpPr>
              <p:nvPr/>
            </p:nvSpPr>
            <p:spPr bwMode="auto">
              <a:xfrm>
                <a:off x="8359777" y="4675261"/>
                <a:ext cx="0" cy="422383"/>
              </a:xfrm>
              <a:prstGeom prst="line">
                <a:avLst/>
              </a:prstGeom>
              <a:noFill/>
              <a:ln w="28575">
                <a:solidFill>
                  <a:srgbClr val="000000"/>
                </a:solidFill>
                <a:round/>
                <a:headEnd/>
                <a:tailEnd/>
              </a:ln>
            </p:spPr>
            <p:txBody>
              <a:bodyPr/>
              <a:lstStyle/>
              <a:p>
                <a:endParaRPr lang="en-US"/>
              </a:p>
            </p:txBody>
          </p:sp>
          <p:sp>
            <p:nvSpPr>
              <p:cNvPr id="28" name="Line 68"/>
              <p:cNvSpPr>
                <a:spLocks noChangeShapeType="1"/>
              </p:cNvSpPr>
              <p:nvPr/>
            </p:nvSpPr>
            <p:spPr bwMode="auto">
              <a:xfrm flipH="1">
                <a:off x="8050212" y="5107172"/>
                <a:ext cx="293688" cy="290586"/>
              </a:xfrm>
              <a:prstGeom prst="line">
                <a:avLst/>
              </a:prstGeom>
              <a:noFill/>
              <a:ln w="28575">
                <a:solidFill>
                  <a:srgbClr val="000000"/>
                </a:solidFill>
                <a:round/>
                <a:headEnd/>
                <a:tailEnd/>
              </a:ln>
            </p:spPr>
            <p:txBody>
              <a:bodyPr/>
              <a:lstStyle/>
              <a:p>
                <a:endParaRPr lang="en-US"/>
              </a:p>
            </p:txBody>
          </p:sp>
          <p:sp>
            <p:nvSpPr>
              <p:cNvPr id="29" name="Line 69"/>
              <p:cNvSpPr>
                <a:spLocks noChangeShapeType="1"/>
              </p:cNvSpPr>
              <p:nvPr/>
            </p:nvSpPr>
            <p:spPr bwMode="auto">
              <a:xfrm>
                <a:off x="8088313" y="4875338"/>
                <a:ext cx="549277" cy="0"/>
              </a:xfrm>
              <a:prstGeom prst="line">
                <a:avLst/>
              </a:prstGeom>
              <a:noFill/>
              <a:ln w="28575">
                <a:solidFill>
                  <a:srgbClr val="000000"/>
                </a:solidFill>
                <a:round/>
                <a:headEnd/>
                <a:tailEnd/>
              </a:ln>
            </p:spPr>
            <p:txBody>
              <a:bodyPr/>
              <a:lstStyle/>
              <a:p>
                <a:endParaRPr lang="en-US"/>
              </a:p>
            </p:txBody>
          </p:sp>
          <p:sp>
            <p:nvSpPr>
              <p:cNvPr id="30" name="Line 70"/>
              <p:cNvSpPr>
                <a:spLocks noChangeShapeType="1"/>
              </p:cNvSpPr>
              <p:nvPr/>
            </p:nvSpPr>
            <p:spPr bwMode="auto">
              <a:xfrm>
                <a:off x="8351839" y="5099233"/>
                <a:ext cx="293688" cy="290586"/>
              </a:xfrm>
              <a:prstGeom prst="line">
                <a:avLst/>
              </a:prstGeom>
              <a:noFill/>
              <a:ln w="28575">
                <a:solidFill>
                  <a:srgbClr val="000000"/>
                </a:solidFill>
                <a:round/>
                <a:headEnd/>
                <a:tailEnd/>
              </a:ln>
            </p:spPr>
            <p:txBody>
              <a:bodyPr/>
              <a:lstStyle/>
              <a:p>
                <a:endParaRPr lang="en-US"/>
              </a:p>
            </p:txBody>
          </p:sp>
          <p:sp>
            <p:nvSpPr>
              <p:cNvPr id="31" name="Line 71"/>
              <p:cNvSpPr>
                <a:spLocks noChangeShapeType="1"/>
              </p:cNvSpPr>
              <p:nvPr/>
            </p:nvSpPr>
            <p:spPr bwMode="auto">
              <a:xfrm flipH="1">
                <a:off x="8288338" y="4479949"/>
                <a:ext cx="190501" cy="174670"/>
              </a:xfrm>
              <a:prstGeom prst="line">
                <a:avLst/>
              </a:prstGeom>
              <a:noFill/>
              <a:ln w="28575">
                <a:solidFill>
                  <a:schemeClr val="tx1"/>
                </a:solidFill>
                <a:round/>
                <a:headEnd/>
                <a:tailEnd/>
              </a:ln>
            </p:spPr>
            <p:txBody>
              <a:bodyPr lIns="87920" tIns="43960" rIns="87920" bIns="43960" anchor="ctr">
                <a:spAutoFit/>
              </a:bodyPr>
              <a:lstStyle/>
              <a:p>
                <a:endParaRPr lang="en-US"/>
              </a:p>
            </p:txBody>
          </p:sp>
        </p:grpSp>
        <p:sp>
          <p:nvSpPr>
            <p:cNvPr id="25" name="Text Box 72"/>
            <p:cNvSpPr txBox="1">
              <a:spLocks noChangeArrowheads="1"/>
            </p:cNvSpPr>
            <p:nvPr/>
          </p:nvSpPr>
          <p:spPr bwMode="auto">
            <a:xfrm>
              <a:off x="7409154" y="4170743"/>
              <a:ext cx="944280" cy="739290"/>
            </a:xfrm>
            <a:prstGeom prst="rect">
              <a:avLst/>
            </a:prstGeom>
            <a:noFill/>
            <a:ln w="12700" algn="ctr">
              <a:noFill/>
              <a:miter lim="800000"/>
              <a:headEnd/>
              <a:tailEnd/>
            </a:ln>
          </p:spPr>
          <p:txBody>
            <a:bodyPr wrap="none">
              <a:spAutoFit/>
            </a:bodyPr>
            <a:lstStyle/>
            <a:p>
              <a:pPr algn="ctr"/>
              <a:r>
                <a:rPr lang="en-US" sz="2100" dirty="0"/>
                <a:t>Business </a:t>
              </a:r>
            </a:p>
            <a:p>
              <a:r>
                <a:rPr lang="en-US" sz="2100" dirty="0"/>
                <a:t>Actor</a:t>
              </a:r>
            </a:p>
          </p:txBody>
        </p:sp>
      </p:grpSp>
      <p:cxnSp>
        <p:nvCxnSpPr>
          <p:cNvPr id="32" name="Straight Connector 47"/>
          <p:cNvCxnSpPr>
            <a:cxnSpLocks noChangeShapeType="1"/>
          </p:cNvCxnSpPr>
          <p:nvPr/>
        </p:nvCxnSpPr>
        <p:spPr bwMode="auto">
          <a:xfrm>
            <a:off x="1563513" y="1791388"/>
            <a:ext cx="9040045" cy="0"/>
          </a:xfrm>
          <a:prstGeom prst="line">
            <a:avLst/>
          </a:prstGeom>
          <a:noFill/>
          <a:ln w="25400" algn="ctr">
            <a:solidFill>
              <a:schemeClr val="tx1"/>
            </a:solidFill>
            <a:round/>
            <a:headEnd/>
            <a:tailEnd/>
          </a:ln>
        </p:spPr>
      </p:cxnSp>
      <p:cxnSp>
        <p:nvCxnSpPr>
          <p:cNvPr id="33" name="Straight Connector 48"/>
          <p:cNvCxnSpPr>
            <a:cxnSpLocks noChangeShapeType="1"/>
          </p:cNvCxnSpPr>
          <p:nvPr/>
        </p:nvCxnSpPr>
        <p:spPr bwMode="auto">
          <a:xfrm>
            <a:off x="1563513" y="3620188"/>
            <a:ext cx="9040045" cy="0"/>
          </a:xfrm>
          <a:prstGeom prst="line">
            <a:avLst/>
          </a:prstGeom>
          <a:noFill/>
          <a:ln w="25400" algn="ctr">
            <a:solidFill>
              <a:schemeClr val="tx1"/>
            </a:solidFill>
            <a:round/>
            <a:headEnd/>
            <a:tailEnd/>
          </a:ln>
        </p:spPr>
      </p:cxnSp>
      <p:sp>
        <p:nvSpPr>
          <p:cNvPr id="34" name="Rectangle 41"/>
          <p:cNvSpPr>
            <a:spLocks noChangeArrowheads="1"/>
          </p:cNvSpPr>
          <p:nvPr/>
        </p:nvSpPr>
        <p:spPr bwMode="auto">
          <a:xfrm>
            <a:off x="4811753" y="969063"/>
            <a:ext cx="2645144" cy="3489325"/>
          </a:xfrm>
          <a:prstGeom prst="rect">
            <a:avLst/>
          </a:prstGeom>
          <a:solidFill>
            <a:schemeClr val="bg1"/>
          </a:solidFill>
          <a:ln w="12700" algn="ctr">
            <a:solidFill>
              <a:schemeClr val="tx1"/>
            </a:solidFill>
            <a:round/>
            <a:headEnd/>
            <a:tailEnd type="triangle" w="lg" len="lg"/>
          </a:ln>
        </p:spPr>
        <p:txBody>
          <a:bodyPr lIns="121899" tIns="60949" rIns="121899" bIns="60949" anchor="ctr" anchorCtr="1"/>
          <a:lstStyle/>
          <a:p>
            <a:pPr algn="ctr"/>
            <a:r>
              <a:rPr lang="en-US" sz="3200" dirty="0">
                <a:solidFill>
                  <a:schemeClr val="tx2"/>
                </a:solidFill>
              </a:rPr>
              <a:t>NAME </a:t>
            </a:r>
          </a:p>
          <a:p>
            <a:pPr algn="ctr"/>
            <a:r>
              <a:rPr lang="en-US" sz="3200" dirty="0">
                <a:solidFill>
                  <a:schemeClr val="tx2"/>
                </a:solidFill>
              </a:rPr>
              <a:t>OF </a:t>
            </a:r>
          </a:p>
          <a:p>
            <a:pPr algn="ctr"/>
            <a:r>
              <a:rPr lang="en-US" sz="3200" dirty="0">
                <a:solidFill>
                  <a:schemeClr val="tx2"/>
                </a:solidFill>
              </a:rPr>
              <a:t>Business </a:t>
            </a:r>
          </a:p>
          <a:p>
            <a:pPr algn="ctr"/>
            <a:r>
              <a:rPr lang="en-US" sz="3200" dirty="0">
                <a:solidFill>
                  <a:schemeClr val="tx2"/>
                </a:solidFill>
              </a:rPr>
              <a:t>AREA</a:t>
            </a:r>
          </a:p>
        </p:txBody>
      </p:sp>
      <p:cxnSp>
        <p:nvCxnSpPr>
          <p:cNvPr id="35" name="Straight Arrow Connector 50"/>
          <p:cNvCxnSpPr>
            <a:cxnSpLocks noChangeShapeType="1"/>
          </p:cNvCxnSpPr>
          <p:nvPr/>
        </p:nvCxnSpPr>
        <p:spPr bwMode="auto">
          <a:xfrm>
            <a:off x="2731608" y="1637401"/>
            <a:ext cx="1218883" cy="1588"/>
          </a:xfrm>
          <a:prstGeom prst="straightConnector1">
            <a:avLst/>
          </a:prstGeom>
          <a:noFill/>
          <a:ln w="25400" algn="ctr">
            <a:solidFill>
              <a:schemeClr val="tx1"/>
            </a:solidFill>
            <a:round/>
            <a:headEnd/>
            <a:tailEnd type="arrow" w="lg" len="lg"/>
          </a:ln>
        </p:spPr>
      </p:cxnSp>
      <p:cxnSp>
        <p:nvCxnSpPr>
          <p:cNvPr id="36" name="Straight Arrow Connector 51"/>
          <p:cNvCxnSpPr>
            <a:cxnSpLocks noChangeShapeType="1"/>
          </p:cNvCxnSpPr>
          <p:nvPr/>
        </p:nvCxnSpPr>
        <p:spPr bwMode="auto">
          <a:xfrm flipH="1">
            <a:off x="2731608" y="1943788"/>
            <a:ext cx="1218883" cy="1587"/>
          </a:xfrm>
          <a:prstGeom prst="straightConnector1">
            <a:avLst/>
          </a:prstGeom>
          <a:noFill/>
          <a:ln w="25400" algn="ctr">
            <a:solidFill>
              <a:schemeClr val="tx1"/>
            </a:solidFill>
            <a:round/>
            <a:headEnd/>
            <a:tailEnd type="arrow" w="lg" len="lg"/>
          </a:ln>
        </p:spPr>
      </p:cxnSp>
      <p:cxnSp>
        <p:nvCxnSpPr>
          <p:cNvPr id="37" name="Straight Arrow Connector 56"/>
          <p:cNvCxnSpPr>
            <a:cxnSpLocks noChangeShapeType="1"/>
          </p:cNvCxnSpPr>
          <p:nvPr/>
        </p:nvCxnSpPr>
        <p:spPr bwMode="auto">
          <a:xfrm flipH="1">
            <a:off x="8470513" y="1637401"/>
            <a:ext cx="1218883" cy="1588"/>
          </a:xfrm>
          <a:prstGeom prst="straightConnector1">
            <a:avLst/>
          </a:prstGeom>
          <a:noFill/>
          <a:ln w="25400" algn="ctr">
            <a:solidFill>
              <a:schemeClr val="tx1"/>
            </a:solidFill>
            <a:round/>
            <a:headEnd/>
            <a:tailEnd type="arrow" w="lg" len="lg"/>
          </a:ln>
        </p:spPr>
      </p:cxnSp>
      <p:cxnSp>
        <p:nvCxnSpPr>
          <p:cNvPr id="38" name="Straight Arrow Connector 57"/>
          <p:cNvCxnSpPr>
            <a:cxnSpLocks noChangeShapeType="1"/>
          </p:cNvCxnSpPr>
          <p:nvPr/>
        </p:nvCxnSpPr>
        <p:spPr bwMode="auto">
          <a:xfrm>
            <a:off x="8470513" y="1943788"/>
            <a:ext cx="1218883" cy="1587"/>
          </a:xfrm>
          <a:prstGeom prst="straightConnector1">
            <a:avLst/>
          </a:prstGeom>
          <a:noFill/>
          <a:ln w="25400" algn="ctr">
            <a:solidFill>
              <a:schemeClr val="tx1"/>
            </a:solidFill>
            <a:round/>
            <a:headEnd/>
            <a:tailEnd type="arrow" w="lg" len="lg"/>
          </a:ln>
        </p:spPr>
      </p:cxnSp>
      <p:sp>
        <p:nvSpPr>
          <p:cNvPr id="39" name="TextBox 58"/>
          <p:cNvSpPr txBox="1">
            <a:spLocks noChangeArrowheads="1"/>
          </p:cNvSpPr>
          <p:nvPr/>
        </p:nvSpPr>
        <p:spPr bwMode="auto">
          <a:xfrm>
            <a:off x="1665086" y="859982"/>
            <a:ext cx="2844059" cy="769419"/>
          </a:xfrm>
          <a:prstGeom prst="rect">
            <a:avLst/>
          </a:prstGeom>
          <a:noFill/>
          <a:ln w="9525">
            <a:noFill/>
            <a:miter lim="800000"/>
            <a:headEnd/>
            <a:tailEnd/>
          </a:ln>
        </p:spPr>
        <p:txBody>
          <a:bodyPr lIns="121899" tIns="60949" rIns="121899" bIns="60949">
            <a:spAutoFit/>
          </a:bodyPr>
          <a:lstStyle/>
          <a:p>
            <a:r>
              <a:rPr lang="en-US" sz="2100" dirty="0"/>
              <a:t>Inbound Info Name</a:t>
            </a:r>
          </a:p>
          <a:p>
            <a:r>
              <a:rPr lang="en-US" sz="2100" dirty="0"/>
              <a:t>Inbound Info Name</a:t>
            </a:r>
          </a:p>
        </p:txBody>
      </p:sp>
      <p:sp>
        <p:nvSpPr>
          <p:cNvPr id="40" name="TextBox 59"/>
          <p:cNvSpPr txBox="1">
            <a:spLocks noChangeArrowheads="1"/>
          </p:cNvSpPr>
          <p:nvPr/>
        </p:nvSpPr>
        <p:spPr bwMode="auto">
          <a:xfrm>
            <a:off x="1665086" y="2037450"/>
            <a:ext cx="3148780" cy="451405"/>
          </a:xfrm>
          <a:prstGeom prst="rect">
            <a:avLst/>
          </a:prstGeom>
          <a:noFill/>
          <a:ln w="9525">
            <a:noFill/>
            <a:miter lim="800000"/>
            <a:headEnd/>
            <a:tailEnd/>
          </a:ln>
        </p:spPr>
        <p:txBody>
          <a:bodyPr lIns="121899" tIns="60949" rIns="121899" bIns="60949">
            <a:spAutoFit/>
          </a:bodyPr>
          <a:lstStyle/>
          <a:p>
            <a:r>
              <a:rPr lang="en-US" sz="2100" dirty="0"/>
              <a:t>Outbound Info Name</a:t>
            </a:r>
          </a:p>
        </p:txBody>
      </p:sp>
      <p:sp>
        <p:nvSpPr>
          <p:cNvPr id="41" name="TextBox 60"/>
          <p:cNvSpPr txBox="1">
            <a:spLocks noChangeArrowheads="1"/>
          </p:cNvSpPr>
          <p:nvPr/>
        </p:nvSpPr>
        <p:spPr bwMode="auto">
          <a:xfrm>
            <a:off x="7632532" y="1174307"/>
            <a:ext cx="2894846" cy="451405"/>
          </a:xfrm>
          <a:prstGeom prst="rect">
            <a:avLst/>
          </a:prstGeom>
          <a:noFill/>
          <a:ln w="9525">
            <a:noFill/>
            <a:miter lim="800000"/>
            <a:headEnd/>
            <a:tailEnd/>
          </a:ln>
        </p:spPr>
        <p:txBody>
          <a:bodyPr lIns="121899" tIns="60949" rIns="121899" bIns="60949">
            <a:spAutoFit/>
          </a:bodyPr>
          <a:lstStyle/>
          <a:p>
            <a:r>
              <a:rPr lang="en-US" sz="2100" dirty="0"/>
              <a:t>Inbound Info Name</a:t>
            </a:r>
          </a:p>
        </p:txBody>
      </p:sp>
      <p:cxnSp>
        <p:nvCxnSpPr>
          <p:cNvPr id="42" name="Straight Arrow Connector 62"/>
          <p:cNvCxnSpPr>
            <a:cxnSpLocks noChangeShapeType="1"/>
          </p:cNvCxnSpPr>
          <p:nvPr/>
        </p:nvCxnSpPr>
        <p:spPr bwMode="auto">
          <a:xfrm>
            <a:off x="2731608" y="3461437"/>
            <a:ext cx="1218883" cy="1587"/>
          </a:xfrm>
          <a:prstGeom prst="straightConnector1">
            <a:avLst/>
          </a:prstGeom>
          <a:noFill/>
          <a:ln w="25400" algn="ctr">
            <a:solidFill>
              <a:schemeClr val="tx1"/>
            </a:solidFill>
            <a:round/>
            <a:headEnd/>
            <a:tailEnd type="arrow" w="lg" len="lg"/>
          </a:ln>
        </p:spPr>
      </p:cxnSp>
      <p:cxnSp>
        <p:nvCxnSpPr>
          <p:cNvPr id="43" name="Straight Arrow Connector 63"/>
          <p:cNvCxnSpPr>
            <a:cxnSpLocks noChangeShapeType="1"/>
          </p:cNvCxnSpPr>
          <p:nvPr/>
        </p:nvCxnSpPr>
        <p:spPr bwMode="auto">
          <a:xfrm flipH="1">
            <a:off x="2731608" y="3767825"/>
            <a:ext cx="1218883" cy="1588"/>
          </a:xfrm>
          <a:prstGeom prst="straightConnector1">
            <a:avLst/>
          </a:prstGeom>
          <a:noFill/>
          <a:ln w="25400" algn="ctr">
            <a:solidFill>
              <a:schemeClr val="tx1"/>
            </a:solidFill>
            <a:round/>
            <a:headEnd/>
            <a:tailEnd type="arrow" w="lg" len="lg"/>
          </a:ln>
        </p:spPr>
      </p:cxnSp>
      <p:cxnSp>
        <p:nvCxnSpPr>
          <p:cNvPr id="44" name="Straight Arrow Connector 64"/>
          <p:cNvCxnSpPr>
            <a:cxnSpLocks noChangeShapeType="1"/>
          </p:cNvCxnSpPr>
          <p:nvPr/>
        </p:nvCxnSpPr>
        <p:spPr bwMode="auto">
          <a:xfrm flipH="1">
            <a:off x="8470513" y="3461437"/>
            <a:ext cx="1218883" cy="1587"/>
          </a:xfrm>
          <a:prstGeom prst="straightConnector1">
            <a:avLst/>
          </a:prstGeom>
          <a:noFill/>
          <a:ln w="25400" algn="ctr">
            <a:solidFill>
              <a:schemeClr val="tx1"/>
            </a:solidFill>
            <a:round/>
            <a:headEnd/>
            <a:tailEnd type="arrow" w="lg" len="lg"/>
          </a:ln>
        </p:spPr>
      </p:cxnSp>
      <p:cxnSp>
        <p:nvCxnSpPr>
          <p:cNvPr id="45" name="Straight Arrow Connector 65"/>
          <p:cNvCxnSpPr>
            <a:cxnSpLocks noChangeShapeType="1"/>
          </p:cNvCxnSpPr>
          <p:nvPr/>
        </p:nvCxnSpPr>
        <p:spPr bwMode="auto">
          <a:xfrm>
            <a:off x="8470513" y="3767825"/>
            <a:ext cx="1218883" cy="1588"/>
          </a:xfrm>
          <a:prstGeom prst="straightConnector1">
            <a:avLst/>
          </a:prstGeom>
          <a:noFill/>
          <a:ln w="25400" algn="ctr">
            <a:solidFill>
              <a:schemeClr val="tx1"/>
            </a:solidFill>
            <a:round/>
            <a:headEnd/>
            <a:tailEnd type="arrow" w="lg" len="lg"/>
          </a:ln>
        </p:spPr>
      </p:cxnSp>
      <p:sp>
        <p:nvSpPr>
          <p:cNvPr id="46" name="TextBox 66"/>
          <p:cNvSpPr txBox="1">
            <a:spLocks noChangeArrowheads="1"/>
          </p:cNvSpPr>
          <p:nvPr/>
        </p:nvSpPr>
        <p:spPr bwMode="auto">
          <a:xfrm>
            <a:off x="1665086" y="3023291"/>
            <a:ext cx="3453500" cy="451405"/>
          </a:xfrm>
          <a:prstGeom prst="rect">
            <a:avLst/>
          </a:prstGeom>
          <a:noFill/>
          <a:ln w="9525">
            <a:noFill/>
            <a:miter lim="800000"/>
            <a:headEnd/>
            <a:tailEnd/>
          </a:ln>
        </p:spPr>
        <p:txBody>
          <a:bodyPr lIns="121899" tIns="60949" rIns="121899" bIns="60949">
            <a:spAutoFit/>
          </a:bodyPr>
          <a:lstStyle/>
          <a:p>
            <a:r>
              <a:rPr lang="en-US" sz="2100" dirty="0"/>
              <a:t>Inbound Info Name</a:t>
            </a:r>
          </a:p>
        </p:txBody>
      </p:sp>
      <p:sp>
        <p:nvSpPr>
          <p:cNvPr id="47" name="TextBox 67"/>
          <p:cNvSpPr txBox="1">
            <a:spLocks noChangeArrowheads="1"/>
          </p:cNvSpPr>
          <p:nvPr/>
        </p:nvSpPr>
        <p:spPr bwMode="auto">
          <a:xfrm>
            <a:off x="1665086" y="3815451"/>
            <a:ext cx="3047206" cy="1092585"/>
          </a:xfrm>
          <a:prstGeom prst="rect">
            <a:avLst/>
          </a:prstGeom>
          <a:noFill/>
          <a:ln w="9525">
            <a:noFill/>
            <a:miter lim="800000"/>
            <a:headEnd/>
            <a:tailEnd/>
          </a:ln>
        </p:spPr>
        <p:txBody>
          <a:bodyPr lIns="121899" tIns="60949" rIns="121899" bIns="60949">
            <a:spAutoFit/>
          </a:bodyPr>
          <a:lstStyle/>
          <a:p>
            <a:r>
              <a:rPr lang="en-US" sz="2100" dirty="0"/>
              <a:t>Outbound Info Name</a:t>
            </a:r>
          </a:p>
          <a:p>
            <a:r>
              <a:rPr lang="en-US" sz="2100" dirty="0"/>
              <a:t>Outbound Info Name</a:t>
            </a:r>
          </a:p>
          <a:p>
            <a:endParaRPr lang="en-US" sz="2100" dirty="0"/>
          </a:p>
        </p:txBody>
      </p:sp>
      <p:sp>
        <p:nvSpPr>
          <p:cNvPr id="48" name="TextBox 68"/>
          <p:cNvSpPr txBox="1">
            <a:spLocks noChangeArrowheads="1"/>
          </p:cNvSpPr>
          <p:nvPr/>
        </p:nvSpPr>
        <p:spPr bwMode="auto">
          <a:xfrm>
            <a:off x="7759499" y="3002198"/>
            <a:ext cx="2683234" cy="451405"/>
          </a:xfrm>
          <a:prstGeom prst="rect">
            <a:avLst/>
          </a:prstGeom>
          <a:noFill/>
          <a:ln w="9525">
            <a:noFill/>
            <a:miter lim="800000"/>
            <a:headEnd/>
            <a:tailEnd/>
          </a:ln>
        </p:spPr>
        <p:txBody>
          <a:bodyPr lIns="121899" tIns="60949" rIns="121899" bIns="60949">
            <a:spAutoFit/>
          </a:bodyPr>
          <a:lstStyle/>
          <a:p>
            <a:r>
              <a:rPr lang="en-US" sz="2100" dirty="0"/>
              <a:t>Inbound Info Name</a:t>
            </a:r>
          </a:p>
        </p:txBody>
      </p:sp>
      <p:sp>
        <p:nvSpPr>
          <p:cNvPr id="49" name="TextBox 69"/>
          <p:cNvSpPr txBox="1">
            <a:spLocks noChangeArrowheads="1"/>
          </p:cNvSpPr>
          <p:nvPr/>
        </p:nvSpPr>
        <p:spPr bwMode="auto">
          <a:xfrm>
            <a:off x="7759499" y="3815450"/>
            <a:ext cx="3199567" cy="451405"/>
          </a:xfrm>
          <a:prstGeom prst="rect">
            <a:avLst/>
          </a:prstGeom>
          <a:noFill/>
          <a:ln w="9525">
            <a:noFill/>
            <a:miter lim="800000"/>
            <a:headEnd/>
            <a:tailEnd/>
          </a:ln>
        </p:spPr>
        <p:txBody>
          <a:bodyPr lIns="121899" tIns="60949" rIns="121899" bIns="60949">
            <a:spAutoFit/>
          </a:bodyPr>
          <a:lstStyle/>
          <a:p>
            <a:r>
              <a:rPr lang="en-US" sz="2100" dirty="0"/>
              <a:t>Outbound Info Name</a:t>
            </a:r>
          </a:p>
        </p:txBody>
      </p:sp>
      <p:sp>
        <p:nvSpPr>
          <p:cNvPr id="50" name="TextBox 60"/>
          <p:cNvSpPr txBox="1">
            <a:spLocks noChangeArrowheads="1"/>
          </p:cNvSpPr>
          <p:nvPr/>
        </p:nvSpPr>
        <p:spPr bwMode="auto">
          <a:xfrm>
            <a:off x="7632532" y="1958306"/>
            <a:ext cx="2894846" cy="769419"/>
          </a:xfrm>
          <a:prstGeom prst="rect">
            <a:avLst/>
          </a:prstGeom>
          <a:noFill/>
          <a:ln w="9525">
            <a:noFill/>
            <a:miter lim="800000"/>
            <a:headEnd/>
            <a:tailEnd/>
          </a:ln>
        </p:spPr>
        <p:txBody>
          <a:bodyPr lIns="121899" tIns="60949" rIns="121899" bIns="60949">
            <a:spAutoFit/>
          </a:bodyPr>
          <a:lstStyle/>
          <a:p>
            <a:r>
              <a:rPr lang="en-US" sz="2100" dirty="0"/>
              <a:t>Outbound Info Name</a:t>
            </a:r>
          </a:p>
          <a:p>
            <a:r>
              <a:rPr lang="en-US" sz="2100" dirty="0"/>
              <a:t>Outbound Info Name</a:t>
            </a:r>
          </a:p>
        </p:txBody>
      </p:sp>
      <p:sp>
        <p:nvSpPr>
          <p:cNvPr id="51" name="Rounded Rectangle 50"/>
          <p:cNvSpPr/>
          <p:nvPr/>
        </p:nvSpPr>
        <p:spPr bwMode="auto">
          <a:xfrm>
            <a:off x="1117309" y="4887685"/>
            <a:ext cx="9954207" cy="1143000"/>
          </a:xfrm>
          <a:prstGeom prst="roundRect">
            <a:avLst/>
          </a:prstGeom>
          <a:solidFill>
            <a:srgbClr val="FF0000"/>
          </a:solidFill>
          <a:ln w="12700" cap="flat" cmpd="sng" algn="ctr">
            <a:solidFill>
              <a:schemeClr val="tx1"/>
            </a:solidFill>
            <a:prstDash val="solid"/>
            <a:round/>
            <a:headEnd type="none" w="med" len="med"/>
            <a:tailEnd type="triangle" w="lg" len="lg"/>
          </a:ln>
          <a:effectLst/>
          <a:scene3d>
            <a:camera prst="orthographicFront"/>
            <a:lightRig rig="threePt" dir="t"/>
          </a:scene3d>
          <a:sp3d prstMaterial="dkEdge">
            <a:bevelT w="127000" h="127000"/>
          </a:sp3d>
        </p:spPr>
        <p:txBody>
          <a:bodyPr lIns="121899" tIns="60949" rIns="121899" bIns="60949"/>
          <a:lstStyle/>
          <a:p>
            <a:pPr algn="ctr">
              <a:defRPr/>
            </a:pPr>
            <a:r>
              <a:rPr lang="en-US" sz="2100" b="1" dirty="0">
                <a:solidFill>
                  <a:schemeClr val="bg1"/>
                </a:solidFill>
              </a:rPr>
              <a:t>Simple picture of business and the actors who participate in the business, impact the business or are impacted by the business </a:t>
            </a:r>
          </a:p>
          <a:p>
            <a:pPr algn="ctr">
              <a:defRPr/>
            </a:pPr>
            <a:r>
              <a:rPr lang="en-US" sz="2100" i="1" dirty="0">
                <a:solidFill>
                  <a:schemeClr val="bg1"/>
                </a:solidFill>
                <a:cs typeface="Arial" pitchFamily="34" charset="0"/>
              </a:rPr>
              <a:t>Note: Names of information flows should be nouns or noun phrases</a:t>
            </a:r>
          </a:p>
          <a:p>
            <a:pPr algn="ctr">
              <a:defRPr/>
            </a:pPr>
            <a:endParaRPr lang="en-US" sz="2100" b="1" dirty="0">
              <a:solidFill>
                <a:schemeClr val="bg1"/>
              </a:solidFill>
            </a:endParaRPr>
          </a:p>
        </p:txBody>
      </p:sp>
      <p:sp>
        <p:nvSpPr>
          <p:cNvPr id="52" name="Slide Number Placeholder 51"/>
          <p:cNvSpPr>
            <a:spLocks noGrp="1"/>
          </p:cNvSpPr>
          <p:nvPr>
            <p:ph type="sldNum" sz="quarter" idx="12"/>
          </p:nvPr>
        </p:nvSpPr>
        <p:spPr/>
        <p:txBody>
          <a:bodyPr/>
          <a:lstStyle/>
          <a:p>
            <a:fld id="{C51EAA63-D034-42AE-91FA-B13B9518C7BE}" type="slidenum">
              <a:rPr lang="en-US" smtClean="0"/>
              <a:pPr/>
              <a:t>1</a:t>
            </a:fld>
            <a:endParaRPr lang="en-US" dirty="0"/>
          </a:p>
        </p:txBody>
      </p:sp>
      <p:sp>
        <p:nvSpPr>
          <p:cNvPr id="53" name="Footer Placeholder 52"/>
          <p:cNvSpPr>
            <a:spLocks noGrp="1"/>
          </p:cNvSpPr>
          <p:nvPr>
            <p:ph type="ftr" sz="quarter" idx="11"/>
          </p:nvPr>
        </p:nvSpPr>
        <p:spPr/>
        <p:txBody>
          <a:bodyPr/>
          <a:lstStyle/>
          <a:p>
            <a:r>
              <a:rPr lang="en-US" smtClean="0"/>
              <a:t>Oracle Confidential – Restricted</a:t>
            </a:r>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nk">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solidFill>
        <a:ln w="19050">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5"/>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extLst>
    <a:ext uri="{05A4C25C-085E-4340-85A3-A5531E510DB2}">
      <thm15:themeFamily xmlns="" xmlns:thm15="http://schemas.microsoft.com/office/thememl/2012/main" name="Oracle_16x9_2014_521" id="{11138A86-4CFD-4AAE-84ED-85FDB159739F}" vid="{ADD436DE-0EC9-4932-BD4C-5E9FA04FA01B}"/>
    </a:ext>
  </a:extLst>
</a:theme>
</file>

<file path=ppt/theme/theme2.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racle">
      <a:dk1>
        <a:srgbClr val="5F5F5F"/>
      </a:dk1>
      <a:lt1>
        <a:srgbClr val="FFFFFF"/>
      </a:lt1>
      <a:dk2>
        <a:srgbClr val="7F7F7F"/>
      </a:dk2>
      <a:lt2>
        <a:srgbClr val="DCE3E4"/>
      </a:lt2>
      <a:accent1>
        <a:srgbClr val="FF0000"/>
      </a:accent1>
      <a:accent2>
        <a:srgbClr val="8A133B"/>
      </a:accent2>
      <a:accent3>
        <a:srgbClr val="FF7700"/>
      </a:accent3>
      <a:accent4>
        <a:srgbClr val="46575E"/>
      </a:accent4>
      <a:accent5>
        <a:srgbClr val="8DA6B1"/>
      </a:accent5>
      <a:accent6>
        <a:srgbClr val="B0C3C8"/>
      </a:accent6>
      <a:hlink>
        <a:srgbClr val="8DA6B1"/>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13</TotalTime>
  <Words>87</Words>
  <Application>Microsoft Office PowerPoint</Application>
  <PresentationFormat>Custom</PresentationFormat>
  <Paragraphs>26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blank</vt:lpstr>
      <vt:lpstr>Enterprise Business Context Diagram Template</vt:lpstr>
    </vt:vector>
  </TitlesOfParts>
  <Company>Oracle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BA.045 Enterprise Business Context Diagram</dc:title>
  <dc:creator>Oracle Global Methods</dc:creator>
  <cp:keywords>OUM</cp:keywords>
  <dc:description>Copyright © 2014 Oracle and/or its affiliates.  All rights reserved.</dc:description>
  <cp:lastModifiedBy>masander</cp:lastModifiedBy>
  <cp:revision>3</cp:revision>
  <dcterms:created xsi:type="dcterms:W3CDTF">2014-06-16T21:02:19Z</dcterms:created>
  <dcterms:modified xsi:type="dcterms:W3CDTF">2014-06-17T18:38:24Z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2343037</vt:lpwstr>
  </property>
  <property fmtid="{D5CDD505-2E9C-101B-9397-08002B2CF9AE}" pid="3" name="NXPowerLiteSettings">
    <vt:lpwstr>F98007B004F000</vt:lpwstr>
  </property>
  <property fmtid="{D5CDD505-2E9C-101B-9397-08002B2CF9AE}" pid="4" name="NXPowerLiteVersion">
    <vt:lpwstr>D5.0.2</vt:lpwstr>
  </property>
</Properties>
</file>