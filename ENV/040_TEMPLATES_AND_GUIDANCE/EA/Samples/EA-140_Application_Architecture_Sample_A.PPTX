
<file path=[Content_Types].xml><?xml version="1.0" encoding="utf-8"?>
<Types xmlns="http://schemas.openxmlformats.org/package/2006/content-types">
  <Override PartName="/ppt/notesSlides/notesSlide2.xml" ContentType="application/vnd.openxmlformats-officedocument.presentationml.notesSlide+xml"/>
  <Override PartName="/ppt/diagrams/drawing2.xml" ContentType="application/vnd.ms-office.drawingml.diagramDrawing+xml"/>
  <Override PartName="/ppt/diagrams/data17.xml" ContentType="application/vnd.openxmlformats-officedocument.drawingml.diagramData+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diagrams/quickStyle2.xml" ContentType="application/vnd.openxmlformats-officedocument.drawingml.diagramStyle+xml"/>
  <Override PartName="/ppt/diagrams/colors11.xml" ContentType="application/vnd.openxmlformats-officedocument.drawingml.diagramColors+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diagrams/layout9.xml" ContentType="application/vnd.openxmlformats-officedocument.drawingml.diagramLayout+xml"/>
  <Override PartName="/ppt/diagrams/data13.xml" ContentType="application/vnd.openxmlformats-officedocument.drawingml.diagramData+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diagrams/quickStyle17.xml" ContentType="application/vnd.openxmlformats-officedocument.drawingml.diagramStyle+xml"/>
  <Override PartName="/ppt/diagrams/drawing18.xml" ContentType="application/vnd.ms-office.drawingml.diagramDrawing+xml"/>
  <Override PartName="/ppt/diagrams/data20.xml" ContentType="application/vnd.openxmlformats-officedocument.drawingml.diagramData+xml"/>
  <Override PartName="/ppt/slides/slide10.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diagrams/layout5.xml" ContentType="application/vnd.openxmlformats-officedocument.drawingml.diagramLayout+xml"/>
  <Override PartName="/ppt/diagrams/data6.xml" ContentType="application/vnd.openxmlformats-officedocument.drawingml.diagramData+xml"/>
  <Override PartName="/ppt/diagrams/layout17.xml" ContentType="application/vnd.openxmlformats-officedocument.drawingml.diagramLayout+xml"/>
  <Override PartName="/docProps/custom.xml" ContentType="application/vnd.openxmlformats-officedocument.custom-properties+xml"/>
  <Override PartName="/ppt/diagrams/colors8.xml" ContentType="application/vnd.openxmlformats-officedocument.drawingml.diagramColors+xml"/>
  <Override PartName="/ppt/diagrams/quickStyle13.xml" ContentType="application/vnd.openxmlformats-officedocument.drawingml.diagramStyle+xml"/>
  <Override PartName="/ppt/diagrams/drawing14.xml" ContentType="application/vnd.ms-office.drawingml.diagramDrawing+xml"/>
  <Override PartName="/ppt/diagrams/layout1.xml" ContentType="application/vnd.openxmlformats-officedocument.drawingml.diagramLayout+xml"/>
  <Override PartName="/ppt/diagrams/data2.xml" ContentType="application/vnd.openxmlformats-officedocument.drawingml.diagramData+xml"/>
  <Override PartName="/ppt/diagrams/drawing7.xml" ContentType="application/vnd.ms-office.drawingml.diagramDrawing+xml"/>
  <Override PartName="/ppt/diagrams/layout13.xml" ContentType="application/vnd.openxmlformats-officedocument.drawingml.diagramLayout+xml"/>
  <Override PartName="/ppt/diagrams/quickStyle20.xml" ContentType="application/vnd.openxmlformats-officedocument.drawingml.diagramStyle+xml"/>
  <Override PartName="/ppt/slides/slide9.xml" ContentType="application/vnd.openxmlformats-officedocument.presentationml.slide+xml"/>
  <Override PartName="/ppt/viewProps.xml" ContentType="application/vnd.openxmlformats-officedocument.presentationml.viewProps+xml"/>
  <Override PartName="/ppt/diagrams/colors4.xml" ContentType="application/vnd.openxmlformats-officedocument.drawingml.diagramColors+xml"/>
  <Override PartName="/ppt/diagrams/quickStyle7.xml" ContentType="application/vnd.openxmlformats-officedocument.drawingml.diagramStyle+xml"/>
  <Override PartName="/ppt/diagrams/drawing10.xml" ContentType="application/vnd.ms-office.drawingml.diagramDrawing+xml"/>
  <Override PartName="/ppt/diagrams/colors16.xml" ContentType="application/vnd.openxmlformats-officedocument.drawingml.diagramColors+xml"/>
  <Override PartName="/ppt/diagrams/data18.xml" ContentType="application/vnd.openxmlformats-officedocument.drawingml.diagramData+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diagrams/drawing3.xml" ContentType="application/vnd.ms-office.drawingml.diagramDrawing+xml"/>
  <Override PartName="/ppt/diagrams/colors12.xml" ContentType="application/vnd.openxmlformats-officedocument.drawingml.diagramColors+xml"/>
  <Override PartName="/ppt/diagrams/layout20.xml" ContentType="application/vnd.openxmlformats-officedocument.drawingml.diagramLayout+xml"/>
  <Override PartName="/ppt/notesSlides/notesSlide3.xml" ContentType="application/vnd.openxmlformats-officedocument.presentationml.notesSlide+xml"/>
  <Override PartName="/ppt/presProps.xml" ContentType="application/vnd.openxmlformats-officedocument.presentationml.presProps+xml"/>
  <Override PartName="/ppt/slideLayouts/slideLayout18.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diagrams/data14.xml" ContentType="application/vnd.openxmlformats-officedocument.drawingml.diagramData+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diagrams/drawing19.xml" ContentType="application/vnd.ms-office.drawingml.diagramDrawing+xml"/>
  <Override PartName="/ppt/presentation.xml" ContentType="application/vnd.openxmlformats-officedocument.presentationml.presentation.main+xml"/>
  <Override PartName="/ppt/tags/tag1.xml" ContentType="application/vnd.openxmlformats-officedocument.presentationml.tags+xml"/>
  <Override PartName="/ppt/slideLayouts/slideLayout14.xml" ContentType="application/vnd.openxmlformats-officedocument.presentationml.slideLayout+xml"/>
  <Override PartName="/ppt/slideLayouts/slideLayout32.xml" ContentType="application/vnd.openxmlformats-officedocument.presentationml.slideLayout+xml"/>
  <Override PartName="/ppt/diagrams/layout6.xml" ContentType="application/vnd.openxmlformats-officedocument.drawingml.diagramLayout+xml"/>
  <Override PartName="/ppt/diagrams/data10.xml" ContentType="application/vnd.openxmlformats-officedocument.drawingml.diagramData+xml"/>
  <Override PartName="/ppt/diagrams/quickStyle18.xml" ContentType="application/vnd.openxmlformats-officedocument.drawingml.diagramStyle+xml"/>
  <Override PartName="/docProps/app.xml" ContentType="application/vnd.openxmlformats-officedocument.extended-properties+xml"/>
  <Override PartName="/ppt/slides/slide11.xml" ContentType="application/vnd.openxmlformats-officedocument.presentationml.slide+xml"/>
  <Override PartName="/ppt/slideLayouts/slideLayout21.xml" ContentType="application/vnd.openxmlformats-officedocument.presentationml.slideLayout+xml"/>
  <Override PartName="/ppt/diagrams/data7.xml" ContentType="application/vnd.openxmlformats-officedocument.drawingml.diagramData+xml"/>
  <Override PartName="/ppt/diagrams/colors9.xml" ContentType="application/vnd.openxmlformats-officedocument.drawingml.diagramColors+xml"/>
  <Override PartName="/ppt/diagrams/quickStyle14.xml" ContentType="application/vnd.openxmlformats-officedocument.drawingml.diagramStyle+xml"/>
  <Override PartName="/ppt/diagrams/drawing15.xml" ContentType="application/vnd.ms-office.drawingml.diagramDrawing+xml"/>
  <Override PartName="/ppt/diagrams/layout18.xml" ContentType="application/vnd.openxmlformats-officedocument.drawingml.diagram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drawing8.xml" ContentType="application/vnd.ms-office.drawingml.diagramDrawing+xml"/>
  <Override PartName="/ppt/diagrams/data3.xml" ContentType="application/vnd.openxmlformats-officedocument.drawingml.diagramData+xml"/>
  <Override PartName="/ppt/diagrams/colors5.xml" ContentType="application/vnd.openxmlformats-officedocument.drawingml.diagramColors+xml"/>
  <Override PartName="/ppt/diagrams/drawing6.xml" ContentType="application/vnd.ms-office.drawingml.diagramDrawing+xml"/>
  <Override PartName="/ppt/diagrams/quickStyle8.xml" ContentType="application/vnd.openxmlformats-officedocument.drawingml.diagramStyle+xml"/>
  <Override PartName="/ppt/diagrams/quickStyle10.xml" ContentType="application/vnd.openxmlformats-officedocument.drawingml.diagramStyle+xml"/>
  <Override PartName="/ppt/diagrams/drawing11.xml" ContentType="application/vnd.ms-office.drawingml.diagramDrawing+xml"/>
  <Override PartName="/ppt/diagrams/layout14.xml" ContentType="application/vnd.openxmlformats-officedocument.drawingml.diagramLayout+xml"/>
  <Override PartName="/ppt/diagrams/colors17.xml" ContentType="application/vnd.openxmlformats-officedocument.drawingml.diagramColors+xml"/>
  <Override PartName="/ppt/diagrams/drawing20.xml" ContentType="application/vnd.ms-office.drawingml.diagramDrawing+xml"/>
  <Override PartName="/ppt/slides/slide8.xml" ContentType="application/vnd.openxmlformats-officedocument.presentationml.slide+xml"/>
  <Override PartName="/ppt/handoutMasters/handoutMaster1.xml" ContentType="application/vnd.openxmlformats-officedocument.presentationml.handoutMaster+xml"/>
  <Override PartName="/ppt/diagrams/data1.xml" ContentType="application/vnd.openxmlformats-officedocument.drawingml.diagramData+xml"/>
  <Override PartName="/ppt/diagrams/colors3.xml" ContentType="application/vnd.openxmlformats-officedocument.drawingml.diagramColors+xml"/>
  <Override PartName="/ppt/diagrams/drawing4.xml" ContentType="application/vnd.ms-office.drawingml.diagramDrawing+xml"/>
  <Override PartName="/ppt/diagrams/quickStyle6.xml" ContentType="application/vnd.openxmlformats-officedocument.drawingml.diagramStyle+xml"/>
  <Override PartName="/ppt/diagrams/layout12.xml" ContentType="application/vnd.openxmlformats-officedocument.drawingml.diagramLayout+xml"/>
  <Override PartName="/ppt/diagrams/colors15.xml" ContentType="application/vnd.openxmlformats-officedocument.drawingml.diagramColors+xml"/>
  <Override PartName="/ppt/diagrams/data19.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diagrams/layout10.xml" ContentType="application/vnd.openxmlformats-officedocument.drawingml.diagramLayout+xml"/>
  <Override PartName="/ppt/diagrams/colors13.xml" ContentType="application/vnd.openxmlformats-officedocument.drawingml.diagramColor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diagrams/data15.xml" ContentType="application/vnd.openxmlformats-officedocument.drawingml.diagramData+xml"/>
  <Override PartName="/ppt/diagrams/colors20.xml" ContentType="application/vnd.openxmlformats-officedocument.drawingml.diagramColors+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diagrams/data11.xml" ContentType="application/vnd.openxmlformats-officedocument.drawingml.diagramData+xml"/>
  <Override PartName="/ppt/diagrams/quickStyle19.xml" ContentType="application/vnd.openxmlformats-officedocument.drawingml.diagramStyle+xml"/>
  <Default Extension="rels" ContentType="application/vnd.openxmlformats-package.relationships+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diagrams/layout7.xml" ContentType="application/vnd.openxmlformats-officedocument.drawingml.diagramLayout+xml"/>
  <Override PartName="/ppt/diagrams/data8.xml" ContentType="application/vnd.openxmlformats-officedocument.drawingml.diagramData+xml"/>
  <Override PartName="/ppt/slides/slide12.xml" ContentType="application/vnd.openxmlformats-officedocument.presentationml.slide+xml"/>
  <Override PartName="/ppt/slideLayouts/slideLayout11.xml" ContentType="application/vnd.openxmlformats-officedocument.presentationml.slideLayout+xml"/>
  <Override PartName="/ppt/diagrams/quickStyle15.xml" ContentType="application/vnd.openxmlformats-officedocument.drawingml.diagramStyle+xml"/>
  <Override PartName="/ppt/diagrams/drawing16.xml" ContentType="application/vnd.ms-office.drawingml.diagramDrawing+xml"/>
  <Override PartName="/ppt/diagrams/layout19.xml" ContentType="application/vnd.openxmlformats-officedocument.drawingml.diagramLayout+xml"/>
  <Override PartName="/ppt/diagrams/layout3.xml" ContentType="application/vnd.openxmlformats-officedocument.drawingml.diagramLayout+xml"/>
  <Override PartName="/ppt/diagrams/data4.xml" ContentType="application/vnd.openxmlformats-officedocument.drawingml.diagramData+xml"/>
  <Override PartName="/ppt/diagrams/drawing9.xml" ContentType="application/vnd.ms-office.drawingml.diagramDrawing+xml"/>
  <Override PartName="/ppt/diagrams/layout15.xml" ContentType="application/vnd.openxmlformats-officedocument.drawingml.diagramLayout+xml"/>
  <Override PartName="/ppt/diagrams/colors6.xml" ContentType="application/vnd.openxmlformats-officedocument.drawingml.diagramColors+xml"/>
  <Override PartName="/ppt/diagrams/quickStyle9.xml" ContentType="application/vnd.openxmlformats-officedocument.drawingml.diagramStyle+xml"/>
  <Override PartName="/ppt/diagrams/quickStyle11.xml" ContentType="application/vnd.openxmlformats-officedocument.drawingml.diagramStyle+xml"/>
  <Override PartName="/ppt/diagrams/drawing12.xml" ContentType="application/vnd.ms-office.drawingml.diagramDrawing+xml"/>
  <Override PartName="/ppt/diagrams/colors18.xml" ContentType="application/vnd.openxmlformats-officedocument.drawingml.diagramColors+xml"/>
  <Override PartName="/ppt/slides/slide7.xml" ContentType="application/vnd.openxmlformats-officedocument.presentationml.slide+xml"/>
  <Override PartName="/ppt/slideLayouts/slideLayout9.xml" ContentType="application/vnd.openxmlformats-officedocument.presentationml.slideLayout+xml"/>
  <Override PartName="/ppt/diagrams/drawing5.xml" ContentType="application/vnd.ms-office.drawingml.diagramDrawing+xml"/>
  <Override PartName="/ppt/diagrams/layout11.xml" ContentType="application/vnd.openxmlformats-officedocument.drawingml.diagramLayout+xml"/>
  <Override PartName="/ppt/diagrams/colors14.xml" ContentType="application/vnd.openxmlformats-officedocument.drawingml.diagramColors+xml"/>
  <Override PartName="/ppt/slideLayouts/slideLayout38.xml" ContentType="application/vnd.openxmlformats-officedocument.presentationml.slideLayout+xml"/>
  <Override PartName="/ppt/notesSlides/notesSlide1.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diagrams/data16.xml" ContentType="application/vnd.openxmlformats-officedocument.drawingml.diagramData+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diagrams/drawing1.xml" ContentType="application/vnd.ms-office.drawingml.diagramDrawing+xml"/>
  <Override PartName="/ppt/diagrams/colors10.xml" ContentType="application/vnd.openxmlformats-officedocument.drawingml.diagramColors+xml"/>
  <Override PartName="/ppt/slideLayouts/slideLayout16.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diagrams/quickStyle1.xml" ContentType="application/vnd.openxmlformats-officedocument.drawingml.diagramStyle+xml"/>
  <Override PartName="/ppt/diagrams/layout8.xml" ContentType="application/vnd.openxmlformats-officedocument.drawingml.diagramLayout+xml"/>
  <Override PartName="/ppt/diagrams/data12.xml" ContentType="application/vnd.openxmlformats-officedocument.drawingml.diagramData+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diagrams/data9.xml" ContentType="application/vnd.openxmlformats-officedocument.drawingml.diagramData+xml"/>
  <Override PartName="/ppt/diagrams/quickStyle16.xml" ContentType="application/vnd.openxmlformats-officedocument.drawingml.diagramStyle+xml"/>
  <Override PartName="/ppt/diagrams/drawing17.xml" ContentType="application/vnd.ms-office.drawingml.diagramDrawing+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diagrams/layout4.xml" ContentType="application/vnd.openxmlformats-officedocument.drawingml.diagramLayout+xml"/>
  <Override PartName="/ppt/diagrams/data5.xml" ContentType="application/vnd.openxmlformats-officedocument.drawingml.diagramData+xml"/>
  <Override PartName="/ppt/diagrams/colors7.xml" ContentType="application/vnd.openxmlformats-officedocument.drawingml.diagramColors+xml"/>
  <Override PartName="/ppt/diagrams/quickStyle12.xml" ContentType="application/vnd.openxmlformats-officedocument.drawingml.diagramStyle+xml"/>
  <Override PartName="/ppt/diagrams/drawing13.xml" ContentType="application/vnd.ms-office.drawingml.diagramDrawing+xml"/>
  <Override PartName="/ppt/diagrams/layout16.xml" ContentType="application/vnd.openxmlformats-officedocument.drawingml.diagramLayout+xml"/>
  <Override PartName="/ppt/diagrams/colors19.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354" r:id="rId2"/>
    <p:sldId id="258" r:id="rId3"/>
    <p:sldId id="355" r:id="rId4"/>
    <p:sldId id="356" r:id="rId5"/>
    <p:sldId id="358" r:id="rId6"/>
    <p:sldId id="359" r:id="rId7"/>
    <p:sldId id="361" r:id="rId8"/>
    <p:sldId id="362" r:id="rId9"/>
    <p:sldId id="363" r:id="rId10"/>
    <p:sldId id="364" r:id="rId11"/>
    <p:sldId id="365" r:id="rId12"/>
    <p:sldId id="366" r:id="rId13"/>
    <p:sldId id="367" r:id="rId14"/>
    <p:sldId id="368" r:id="rId15"/>
    <p:sldId id="369" r:id="rId16"/>
    <p:sldId id="370" r:id="rId17"/>
    <p:sldId id="289" r:id="rId18"/>
  </p:sldIdLst>
  <p:sldSz cx="12188825"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orient="horz" pos="3744">
          <p15:clr>
            <a:srgbClr val="A4A3A4"/>
          </p15:clr>
        </p15:guide>
        <p15:guide id="3" orient="horz" pos="960">
          <p15:clr>
            <a:srgbClr val="A4A3A4"/>
          </p15:clr>
        </p15:guide>
        <p15:guide id="4" orient="horz" pos="1248">
          <p15:clr>
            <a:srgbClr val="A4A3A4"/>
          </p15:clr>
        </p15:guide>
        <p15:guide id="5" pos="3839">
          <p15:clr>
            <a:srgbClr val="A4A3A4"/>
          </p15:clr>
        </p15:guide>
        <p15:guide id="6" pos="7343">
          <p15:clr>
            <a:srgbClr val="A4A3A4"/>
          </p15:clr>
        </p15:guide>
        <p15:guide id="7" pos="335">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5F5F5F"/>
    <a:srgbClr val="46575E"/>
    <a:srgbClr val="B0C3C8"/>
    <a:srgbClr val="8DA6B1"/>
    <a:srgbClr val="41555E"/>
    <a:srgbClr val="61808E"/>
    <a:srgbClr val="BBCAD0"/>
    <a:srgbClr val="D1DBE0"/>
    <a:srgbClr val="E8EDEF"/>
    <a:srgbClr val="232C2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82" autoAdjust="0"/>
    <p:restoredTop sz="90834" autoAdjust="0"/>
  </p:normalViewPr>
  <p:slideViewPr>
    <p:cSldViewPr snapToGrid="0">
      <p:cViewPr varScale="1">
        <p:scale>
          <a:sx n="80" d="100"/>
          <a:sy n="80" d="100"/>
        </p:scale>
        <p:origin x="-1002" y="-84"/>
      </p:cViewPr>
      <p:guideLst>
        <p:guide orient="horz" pos="2160"/>
        <p:guide orient="horz" pos="3744"/>
        <p:guide orient="horz" pos="960"/>
        <p:guide orient="horz" pos="1248"/>
        <p:guide pos="3839"/>
        <p:guide pos="7343"/>
        <p:guide pos="335"/>
      </p:guideLst>
    </p:cSldViewPr>
  </p:slideViewPr>
  <p:outlineViewPr>
    <p:cViewPr>
      <p:scale>
        <a:sx n="33" d="100"/>
        <a:sy n="33" d="100"/>
      </p:scale>
      <p:origin x="0" y="19746"/>
    </p:cViewPr>
  </p:outlineViewPr>
  <p:notesTextViewPr>
    <p:cViewPr>
      <p:scale>
        <a:sx n="1" d="1"/>
        <a:sy n="1" d="1"/>
      </p:scale>
      <p:origin x="0" y="0"/>
    </p:cViewPr>
  </p:notesTextViewPr>
  <p:sorterViewPr>
    <p:cViewPr>
      <p:scale>
        <a:sx n="75" d="100"/>
        <a:sy n="75" d="100"/>
      </p:scale>
      <p:origin x="0" y="0"/>
    </p:cViewPr>
  </p:sorterViewPr>
  <p:notesViewPr>
    <p:cSldViewPr snapToGrid="0">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dgm:spPr/>
      <dgm:t>
        <a:bodyPr/>
        <a:lstStyle/>
        <a:p>
          <a:r>
            <a:rPr lang="en-US" dirty="0" smtClean="0"/>
            <a:t>Flow of Money, Flow of Goods, Project Accounting, HR</a:t>
          </a:r>
          <a:endParaRPr lang="en-US"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FD6C6262-74B1-4A06-B787-0532D2DAE03A}">
      <dgm:prSet phldrT="[Text]"/>
      <dgm:spPr>
        <a:solidFill>
          <a:srgbClr val="18187C"/>
        </a:solidFill>
      </dgm:spPr>
      <dgm:t>
        <a:bodyPr/>
        <a:lstStyle/>
        <a:p>
          <a:r>
            <a:rPr lang="en-US" dirty="0" smtClean="0"/>
            <a:t>Mfg</a:t>
          </a:r>
          <a:endParaRPr lang="en-US" dirty="0"/>
        </a:p>
      </dgm:t>
    </dgm:pt>
    <dgm:pt modelId="{2F92AB68-0D12-43CD-8776-6E22FAB8EFBD}" type="parTrans" cxnId="{4890A7C7-2D47-4C60-A09F-E027EBEAA48F}">
      <dgm:prSet/>
      <dgm:spPr/>
      <dgm:t>
        <a:bodyPr/>
        <a:lstStyle/>
        <a:p>
          <a:endParaRPr lang="en-US"/>
        </a:p>
      </dgm:t>
    </dgm:pt>
    <dgm:pt modelId="{1388E6DB-B12E-4392-B0C2-EFF1E0E55BD0}" type="sibTrans" cxnId="{4890A7C7-2D47-4C60-A09F-E027EBEAA48F}">
      <dgm:prSet/>
      <dgm:spPr/>
      <dgm:t>
        <a:bodyPr/>
        <a:lstStyle/>
        <a:p>
          <a:endParaRPr lang="en-US"/>
        </a:p>
      </dgm:t>
    </dgm:pt>
    <dgm:pt modelId="{2A301FB0-782B-4E4C-9F8B-B5F6651D5675}">
      <dgm:prSet phldrT="[Text]"/>
      <dgm:spPr>
        <a:solidFill>
          <a:srgbClr val="18187C"/>
        </a:solidFill>
      </dgm:spPr>
      <dgm:t>
        <a:bodyPr/>
        <a:lstStyle/>
        <a:p>
          <a:r>
            <a:rPr lang="en-US" dirty="0" smtClean="0"/>
            <a:t>Warehousing</a:t>
          </a:r>
          <a:endParaRPr lang="en-US" dirty="0"/>
        </a:p>
      </dgm:t>
    </dgm:pt>
    <dgm:pt modelId="{7EA7E6DD-2552-4DC1-AC28-DE54FB53A83D}" type="parTrans" cxnId="{97DE7992-B783-4ABC-8DAC-EAC6166C721C}">
      <dgm:prSet/>
      <dgm:spPr/>
      <dgm:t>
        <a:bodyPr/>
        <a:lstStyle/>
        <a:p>
          <a:endParaRPr lang="en-US"/>
        </a:p>
      </dgm:t>
    </dgm:pt>
    <dgm:pt modelId="{CA5D6E47-4915-4F25-88E4-4B8F832FF9EF}" type="sibTrans" cxnId="{97DE7992-B783-4ABC-8DAC-EAC6166C721C}">
      <dgm:prSet/>
      <dgm:spPr/>
      <dgm:t>
        <a:bodyPr/>
        <a:lstStyle/>
        <a:p>
          <a:endParaRPr lang="en-US"/>
        </a:p>
      </dgm:t>
    </dgm:pt>
    <dgm:pt modelId="{2C95FD51-25DF-49FE-8CD1-B505632AAC5A}">
      <dgm:prSet phldrT="[Text]"/>
      <dgm:spPr>
        <a:solidFill>
          <a:srgbClr val="CC9B00"/>
        </a:solidFill>
      </dgm:spPr>
      <dgm:t>
        <a:bodyPr/>
        <a:lstStyle/>
        <a:p>
          <a:r>
            <a:rPr lang="en-US" dirty="0" smtClean="0">
              <a:solidFill>
                <a:schemeClr val="tx1">
                  <a:lumMod val="65000"/>
                  <a:lumOff val="35000"/>
                </a:schemeClr>
              </a:solidFill>
            </a:rPr>
            <a:t>Tax Mgt</a:t>
          </a:r>
          <a:endParaRPr lang="en-US" dirty="0">
            <a:solidFill>
              <a:schemeClr val="tx1">
                <a:lumMod val="65000"/>
                <a:lumOff val="35000"/>
              </a:schemeClr>
            </a:solidFill>
          </a:endParaRPr>
        </a:p>
      </dgm:t>
    </dgm:pt>
    <dgm:pt modelId="{6BE3ED03-DDA4-4D29-B95E-43EBEF284844}" type="parTrans" cxnId="{410CC3CB-A1E8-4273-9E5D-44440217EE14}">
      <dgm:prSet/>
      <dgm:spPr/>
      <dgm:t>
        <a:bodyPr/>
        <a:lstStyle/>
        <a:p>
          <a:endParaRPr lang="en-US"/>
        </a:p>
      </dgm:t>
    </dgm:pt>
    <dgm:pt modelId="{F1A2E84B-BE99-4A1A-86E8-1D9FC46A4A0A}" type="sibTrans" cxnId="{410CC3CB-A1E8-4273-9E5D-44440217EE14}">
      <dgm:prSet/>
      <dgm:spPr/>
      <dgm:t>
        <a:bodyPr/>
        <a:lstStyle/>
        <a:p>
          <a:endParaRPr lang="en-US"/>
        </a:p>
      </dgm:t>
    </dgm:pt>
    <dgm:pt modelId="{855AC023-8E08-4B4C-939D-B33E48080C84}">
      <dgm:prSet phldrT="[Text]"/>
      <dgm:spPr>
        <a:solidFill>
          <a:srgbClr val="18187C"/>
        </a:solidFill>
      </dgm:spPr>
      <dgm:t>
        <a:bodyPr/>
        <a:lstStyle/>
        <a:p>
          <a:r>
            <a:rPr lang="en-US" dirty="0" smtClean="0"/>
            <a:t>Supplier Collaboration</a:t>
          </a:r>
          <a:endParaRPr lang="en-US" dirty="0"/>
        </a:p>
      </dgm:t>
    </dgm:pt>
    <dgm:pt modelId="{63D3FD84-36B6-4D31-8D42-F1C06B42E657}" type="parTrans" cxnId="{24810D76-05C4-4E42-A86A-1534CD94258F}">
      <dgm:prSet/>
      <dgm:spPr/>
      <dgm:t>
        <a:bodyPr/>
        <a:lstStyle/>
        <a:p>
          <a:endParaRPr lang="en-US"/>
        </a:p>
      </dgm:t>
    </dgm:pt>
    <dgm:pt modelId="{4161BBBD-C8D0-467E-B9FD-84F29C07FC79}" type="sibTrans" cxnId="{24810D76-05C4-4E42-A86A-1534CD94258F}">
      <dgm:prSet/>
      <dgm:spPr/>
      <dgm:t>
        <a:bodyPr/>
        <a:lstStyle/>
        <a:p>
          <a:endParaRPr lang="en-US"/>
        </a:p>
      </dgm:t>
    </dgm:pt>
    <dgm:pt modelId="{EB7510DB-67A0-4F7F-AAF7-4AE8408121D7}">
      <dgm:prSet phldrT="[Text]"/>
      <dgm:spPr>
        <a:solidFill>
          <a:srgbClr val="CC9B00"/>
        </a:solidFill>
      </dgm:spPr>
      <dgm:t>
        <a:bodyPr/>
        <a:lstStyle/>
        <a:p>
          <a:r>
            <a:rPr lang="en-US" dirty="0" smtClean="0">
              <a:solidFill>
                <a:schemeClr val="tx1">
                  <a:lumMod val="65000"/>
                  <a:lumOff val="35000"/>
                </a:schemeClr>
              </a:solidFill>
            </a:rPr>
            <a:t>Payroll</a:t>
          </a:r>
          <a:endParaRPr lang="en-US" dirty="0">
            <a:solidFill>
              <a:schemeClr val="tx1">
                <a:lumMod val="65000"/>
                <a:lumOff val="35000"/>
              </a:schemeClr>
            </a:solidFill>
          </a:endParaRPr>
        </a:p>
      </dgm:t>
    </dgm:pt>
    <dgm:pt modelId="{C8FBA4E2-1AC1-44FB-9A4A-B4E1A05AF5CE}" type="parTrans" cxnId="{25C0E349-47B7-4D09-AFBC-8855E3D07D78}">
      <dgm:prSet/>
      <dgm:spPr/>
      <dgm:t>
        <a:bodyPr/>
        <a:lstStyle/>
        <a:p>
          <a:endParaRPr lang="en-US"/>
        </a:p>
      </dgm:t>
    </dgm:pt>
    <dgm:pt modelId="{6C55A318-E0D7-44BC-96DD-E219EDC25C5B}" type="sibTrans" cxnId="{25C0E349-47B7-4D09-AFBC-8855E3D07D78}">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0" presStyleCnt="5">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 modelId="{F6365C02-37E5-4B6A-B102-5E2FD1C92869}" type="pres">
      <dgm:prSet presAssocID="{1388E6DB-B12E-4392-B0C2-EFF1E0E55BD0}" presName="sibSpaceTwo" presStyleCnt="0"/>
      <dgm:spPr/>
    </dgm:pt>
    <dgm:pt modelId="{1FBBF45B-ECAA-4763-8CBA-EA39E91CE78F}" type="pres">
      <dgm:prSet presAssocID="{2A301FB0-782B-4E4C-9F8B-B5F6651D5675}" presName="vertTwo" presStyleCnt="0"/>
      <dgm:spPr/>
    </dgm:pt>
    <dgm:pt modelId="{85969222-C9BA-49DC-AF77-677047E69347}" type="pres">
      <dgm:prSet presAssocID="{2A301FB0-782B-4E4C-9F8B-B5F6651D5675}" presName="txTwo" presStyleLbl="node2" presStyleIdx="1" presStyleCnt="5">
        <dgm:presLayoutVars>
          <dgm:chPref val="3"/>
        </dgm:presLayoutVars>
      </dgm:prSet>
      <dgm:spPr/>
      <dgm:t>
        <a:bodyPr/>
        <a:lstStyle/>
        <a:p>
          <a:endParaRPr lang="en-US"/>
        </a:p>
      </dgm:t>
    </dgm:pt>
    <dgm:pt modelId="{F2C28EEE-1A39-4518-9ED5-98B2D944C75D}" type="pres">
      <dgm:prSet presAssocID="{2A301FB0-782B-4E4C-9F8B-B5F6651D5675}" presName="horzTwo" presStyleCnt="0"/>
      <dgm:spPr/>
    </dgm:pt>
    <dgm:pt modelId="{214022A0-DE8E-4D51-98D3-C2487EAA57E7}" type="pres">
      <dgm:prSet presAssocID="{CA5D6E47-4915-4F25-88E4-4B8F832FF9EF}" presName="sibSpaceTwo" presStyleCnt="0"/>
      <dgm:spPr/>
    </dgm:pt>
    <dgm:pt modelId="{7CFC4D1D-1E9B-407E-9509-820350AE77C1}" type="pres">
      <dgm:prSet presAssocID="{855AC023-8E08-4B4C-939D-B33E48080C84}" presName="vertTwo" presStyleCnt="0"/>
      <dgm:spPr/>
    </dgm:pt>
    <dgm:pt modelId="{92155280-D076-4F93-B2E9-6CF5FBCC6FA1}" type="pres">
      <dgm:prSet presAssocID="{855AC023-8E08-4B4C-939D-B33E48080C84}" presName="txTwo" presStyleLbl="node2" presStyleIdx="2" presStyleCnt="5">
        <dgm:presLayoutVars>
          <dgm:chPref val="3"/>
        </dgm:presLayoutVars>
      </dgm:prSet>
      <dgm:spPr/>
      <dgm:t>
        <a:bodyPr/>
        <a:lstStyle/>
        <a:p>
          <a:endParaRPr lang="en-US"/>
        </a:p>
      </dgm:t>
    </dgm:pt>
    <dgm:pt modelId="{0366652E-EDDC-448B-9FD5-FFF44B4A9071}" type="pres">
      <dgm:prSet presAssocID="{855AC023-8E08-4B4C-939D-B33E48080C84}" presName="horzTwo" presStyleCnt="0"/>
      <dgm:spPr/>
    </dgm:pt>
    <dgm:pt modelId="{2B9C83BC-A66D-43FA-B16B-9AA6923589FE}" type="pres">
      <dgm:prSet presAssocID="{4161BBBD-C8D0-467E-B9FD-84F29C07FC79}" presName="sibSpaceTwo" presStyleCnt="0"/>
      <dgm:spPr/>
    </dgm:pt>
    <dgm:pt modelId="{577F7BD4-ACC4-4DE6-B3A0-F90140439171}" type="pres">
      <dgm:prSet presAssocID="{EB7510DB-67A0-4F7F-AAF7-4AE8408121D7}" presName="vertTwo" presStyleCnt="0"/>
      <dgm:spPr/>
    </dgm:pt>
    <dgm:pt modelId="{6C2D9263-A5EE-4D11-998E-FFCDDBAC3779}" type="pres">
      <dgm:prSet presAssocID="{EB7510DB-67A0-4F7F-AAF7-4AE8408121D7}" presName="txTwo" presStyleLbl="node2" presStyleIdx="3" presStyleCnt="5">
        <dgm:presLayoutVars>
          <dgm:chPref val="3"/>
        </dgm:presLayoutVars>
      </dgm:prSet>
      <dgm:spPr/>
      <dgm:t>
        <a:bodyPr/>
        <a:lstStyle/>
        <a:p>
          <a:endParaRPr lang="en-US"/>
        </a:p>
      </dgm:t>
    </dgm:pt>
    <dgm:pt modelId="{30935151-4124-489D-8C52-2958AE998C79}" type="pres">
      <dgm:prSet presAssocID="{EB7510DB-67A0-4F7F-AAF7-4AE8408121D7}" presName="horzTwo" presStyleCnt="0"/>
      <dgm:spPr/>
    </dgm:pt>
    <dgm:pt modelId="{B687B3CF-51A7-4683-92C5-6C98EE66F5AE}" type="pres">
      <dgm:prSet presAssocID="{6C55A318-E0D7-44BC-96DD-E219EDC25C5B}" presName="sibSpaceTwo" presStyleCnt="0"/>
      <dgm:spPr/>
    </dgm:pt>
    <dgm:pt modelId="{9063AD80-706D-48A5-8C90-E56DD2F9E505}" type="pres">
      <dgm:prSet presAssocID="{2C95FD51-25DF-49FE-8CD1-B505632AAC5A}" presName="vertTwo" presStyleCnt="0"/>
      <dgm:spPr/>
    </dgm:pt>
    <dgm:pt modelId="{1308B9F1-1109-44D4-8FEF-9C31EA7EE089}" type="pres">
      <dgm:prSet presAssocID="{2C95FD51-25DF-49FE-8CD1-B505632AAC5A}" presName="txTwo" presStyleLbl="node2" presStyleIdx="4" presStyleCnt="5">
        <dgm:presLayoutVars>
          <dgm:chPref val="3"/>
        </dgm:presLayoutVars>
      </dgm:prSet>
      <dgm:spPr/>
      <dgm:t>
        <a:bodyPr/>
        <a:lstStyle/>
        <a:p>
          <a:endParaRPr lang="en-US"/>
        </a:p>
      </dgm:t>
    </dgm:pt>
    <dgm:pt modelId="{51702FEA-C980-475E-9C29-A3C5B4550130}" type="pres">
      <dgm:prSet presAssocID="{2C95FD51-25DF-49FE-8CD1-B505632AAC5A}" presName="horzTwo" presStyleCnt="0"/>
      <dgm:spPr/>
    </dgm:pt>
  </dgm:ptLst>
  <dgm:cxnLst>
    <dgm:cxn modelId="{6B24B98E-C0EF-4020-B9F2-801EBA3A6C64}" type="presOf" srcId="{2A301FB0-782B-4E4C-9F8B-B5F6651D5675}" destId="{85969222-C9BA-49DC-AF77-677047E69347}" srcOrd="0" destOrd="0" presId="urn:microsoft.com/office/officeart/2005/8/layout/hierarchy4"/>
    <dgm:cxn modelId="{410CC3CB-A1E8-4273-9E5D-44440217EE14}" srcId="{85003AC2-5773-484C-A813-40EFF6F8A823}" destId="{2C95FD51-25DF-49FE-8CD1-B505632AAC5A}" srcOrd="4" destOrd="0" parTransId="{6BE3ED03-DDA4-4D29-B95E-43EBEF284844}" sibTransId="{F1A2E84B-BE99-4A1A-86E8-1D9FC46A4A0A}"/>
    <dgm:cxn modelId="{CF3CC4AE-3DE6-458D-9A11-554EE377B13B}" type="presOf" srcId="{43B14A11-8B8C-463C-883B-2869E87108B2}" destId="{D1CFE10D-F307-45B5-B949-4CC113A7DEB6}" srcOrd="0" destOrd="0" presId="urn:microsoft.com/office/officeart/2005/8/layout/hierarchy4"/>
    <dgm:cxn modelId="{5F9DAD00-F5E4-48C4-BB61-B3B525E49EB4}" type="presOf" srcId="{2C95FD51-25DF-49FE-8CD1-B505632AAC5A}" destId="{1308B9F1-1109-44D4-8FEF-9C31EA7EE089}" srcOrd="0" destOrd="0" presId="urn:microsoft.com/office/officeart/2005/8/layout/hierarchy4"/>
    <dgm:cxn modelId="{97DE7992-B783-4ABC-8DAC-EAC6166C721C}" srcId="{85003AC2-5773-484C-A813-40EFF6F8A823}" destId="{2A301FB0-782B-4E4C-9F8B-B5F6651D5675}" srcOrd="1" destOrd="0" parTransId="{7EA7E6DD-2552-4DC1-AC28-DE54FB53A83D}" sibTransId="{CA5D6E47-4915-4F25-88E4-4B8F832FF9EF}"/>
    <dgm:cxn modelId="{24810D76-05C4-4E42-A86A-1534CD94258F}" srcId="{85003AC2-5773-484C-A813-40EFF6F8A823}" destId="{855AC023-8E08-4B4C-939D-B33E48080C84}" srcOrd="2" destOrd="0" parTransId="{63D3FD84-36B6-4D31-8D42-F1C06B42E657}" sibTransId="{4161BBBD-C8D0-467E-B9FD-84F29C07FC79}"/>
    <dgm:cxn modelId="{6C4582E6-F70F-4655-B29C-142F09315184}" type="presOf" srcId="{FD6C6262-74B1-4A06-B787-0532D2DAE03A}" destId="{76E1DDFA-91D1-4BDA-B736-BFCCC4C2CE15}" srcOrd="0" destOrd="0" presId="urn:microsoft.com/office/officeart/2005/8/layout/hierarchy4"/>
    <dgm:cxn modelId="{0A5CB98A-FF09-49A1-B5CA-50DF8D4BE68E}" type="presOf" srcId="{EB7510DB-67A0-4F7F-AAF7-4AE8408121D7}" destId="{6C2D9263-A5EE-4D11-998E-FFCDDBAC3779}" srcOrd="0" destOrd="0" presId="urn:microsoft.com/office/officeart/2005/8/layout/hierarchy4"/>
    <dgm:cxn modelId="{5B18A637-1496-40AE-8589-0B32E10F5FBB}" type="presOf" srcId="{855AC023-8E08-4B4C-939D-B33E48080C84}" destId="{92155280-D076-4F93-B2E9-6CF5FBCC6FA1}" srcOrd="0" destOrd="0" presId="urn:microsoft.com/office/officeart/2005/8/layout/hierarchy4"/>
    <dgm:cxn modelId="{25C0E349-47B7-4D09-AFBC-8855E3D07D78}" srcId="{85003AC2-5773-484C-A813-40EFF6F8A823}" destId="{EB7510DB-67A0-4F7F-AAF7-4AE8408121D7}" srcOrd="3" destOrd="0" parTransId="{C8FBA4E2-1AC1-44FB-9A4A-B4E1A05AF5CE}" sibTransId="{6C55A318-E0D7-44BC-96DD-E219EDC25C5B}"/>
    <dgm:cxn modelId="{1F641290-3C49-446F-9CEF-32AC9BCFA2BA}" srcId="{43B14A11-8B8C-463C-883B-2869E87108B2}" destId="{85003AC2-5773-484C-A813-40EFF6F8A823}" srcOrd="0" destOrd="0" parTransId="{C1D00746-F9BF-4F40-8570-F3F65AE9B459}" sibTransId="{B36DB983-29C2-494D-8ED0-514A893A7673}"/>
    <dgm:cxn modelId="{4890A7C7-2D47-4C60-A09F-E027EBEAA48F}" srcId="{85003AC2-5773-484C-A813-40EFF6F8A823}" destId="{FD6C6262-74B1-4A06-B787-0532D2DAE03A}" srcOrd="0" destOrd="0" parTransId="{2F92AB68-0D12-43CD-8776-6E22FAB8EFBD}" sibTransId="{1388E6DB-B12E-4392-B0C2-EFF1E0E55BD0}"/>
    <dgm:cxn modelId="{773EF9E2-431D-463E-9D82-83C0F899DA11}" type="presOf" srcId="{85003AC2-5773-484C-A813-40EFF6F8A823}" destId="{578D8836-6D08-4E31-921D-86188C992246}" srcOrd="0" destOrd="0" presId="urn:microsoft.com/office/officeart/2005/8/layout/hierarchy4"/>
    <dgm:cxn modelId="{92C123A0-4D4D-4102-A18C-A0B18BC7FBA7}" type="presParOf" srcId="{D1CFE10D-F307-45B5-B949-4CC113A7DEB6}" destId="{7FA72D75-D6D0-4125-819B-7E4401BF613B}" srcOrd="0" destOrd="0" presId="urn:microsoft.com/office/officeart/2005/8/layout/hierarchy4"/>
    <dgm:cxn modelId="{C609439E-F882-4CA5-B741-CA61DA1D5F6F}" type="presParOf" srcId="{7FA72D75-D6D0-4125-819B-7E4401BF613B}" destId="{578D8836-6D08-4E31-921D-86188C992246}" srcOrd="0" destOrd="0" presId="urn:microsoft.com/office/officeart/2005/8/layout/hierarchy4"/>
    <dgm:cxn modelId="{3E1BECD3-3AFE-4877-9292-DD97CB6D6793}" type="presParOf" srcId="{7FA72D75-D6D0-4125-819B-7E4401BF613B}" destId="{1235009C-5EB1-4A42-B5E2-EF4B6D792F50}" srcOrd="1" destOrd="0" presId="urn:microsoft.com/office/officeart/2005/8/layout/hierarchy4"/>
    <dgm:cxn modelId="{8BE97E54-E768-46EC-968D-14868491BD57}" type="presParOf" srcId="{7FA72D75-D6D0-4125-819B-7E4401BF613B}" destId="{04A30C85-FCA1-4751-B194-47A4B949E0A0}" srcOrd="2" destOrd="0" presId="urn:microsoft.com/office/officeart/2005/8/layout/hierarchy4"/>
    <dgm:cxn modelId="{8EFA29E4-4F42-43E1-9567-4F17525C4AAC}" type="presParOf" srcId="{04A30C85-FCA1-4751-B194-47A4B949E0A0}" destId="{F1ED1862-45D0-425E-9FF7-B47F8C744526}" srcOrd="0" destOrd="0" presId="urn:microsoft.com/office/officeart/2005/8/layout/hierarchy4"/>
    <dgm:cxn modelId="{5B14407B-9CF5-4128-9E1A-0C17F60D0CB6}" type="presParOf" srcId="{F1ED1862-45D0-425E-9FF7-B47F8C744526}" destId="{76E1DDFA-91D1-4BDA-B736-BFCCC4C2CE15}" srcOrd="0" destOrd="0" presId="urn:microsoft.com/office/officeart/2005/8/layout/hierarchy4"/>
    <dgm:cxn modelId="{CDC72E21-0E4B-4315-955A-3FE70D02DE84}" type="presParOf" srcId="{F1ED1862-45D0-425E-9FF7-B47F8C744526}" destId="{23E5323A-ABA2-4561-A738-96BF2D920C24}" srcOrd="1" destOrd="0" presId="urn:microsoft.com/office/officeart/2005/8/layout/hierarchy4"/>
    <dgm:cxn modelId="{D4971FF7-1908-4629-8DC3-79EDD38933E7}" type="presParOf" srcId="{04A30C85-FCA1-4751-B194-47A4B949E0A0}" destId="{F6365C02-37E5-4B6A-B102-5E2FD1C92869}" srcOrd="1" destOrd="0" presId="urn:microsoft.com/office/officeart/2005/8/layout/hierarchy4"/>
    <dgm:cxn modelId="{9598AC7E-D3DB-44D3-A641-D66FA54FA669}" type="presParOf" srcId="{04A30C85-FCA1-4751-B194-47A4B949E0A0}" destId="{1FBBF45B-ECAA-4763-8CBA-EA39E91CE78F}" srcOrd="2" destOrd="0" presId="urn:microsoft.com/office/officeart/2005/8/layout/hierarchy4"/>
    <dgm:cxn modelId="{CDC40ACD-B8B5-4C79-940E-AC189AD3B2F9}" type="presParOf" srcId="{1FBBF45B-ECAA-4763-8CBA-EA39E91CE78F}" destId="{85969222-C9BA-49DC-AF77-677047E69347}" srcOrd="0" destOrd="0" presId="urn:microsoft.com/office/officeart/2005/8/layout/hierarchy4"/>
    <dgm:cxn modelId="{8913FA45-22C5-4DEB-A6BA-347D2ADF54D1}" type="presParOf" srcId="{1FBBF45B-ECAA-4763-8CBA-EA39E91CE78F}" destId="{F2C28EEE-1A39-4518-9ED5-98B2D944C75D}" srcOrd="1" destOrd="0" presId="urn:microsoft.com/office/officeart/2005/8/layout/hierarchy4"/>
    <dgm:cxn modelId="{26FC3012-6EBB-4E24-AF6B-423C776AD483}" type="presParOf" srcId="{04A30C85-FCA1-4751-B194-47A4B949E0A0}" destId="{214022A0-DE8E-4D51-98D3-C2487EAA57E7}" srcOrd="3" destOrd="0" presId="urn:microsoft.com/office/officeart/2005/8/layout/hierarchy4"/>
    <dgm:cxn modelId="{0D7111D6-479B-49BF-B6CA-AD0B28E7BE6F}" type="presParOf" srcId="{04A30C85-FCA1-4751-B194-47A4B949E0A0}" destId="{7CFC4D1D-1E9B-407E-9509-820350AE77C1}" srcOrd="4" destOrd="0" presId="urn:microsoft.com/office/officeart/2005/8/layout/hierarchy4"/>
    <dgm:cxn modelId="{270C6E83-36DE-4015-BCEC-8EF744C51228}" type="presParOf" srcId="{7CFC4D1D-1E9B-407E-9509-820350AE77C1}" destId="{92155280-D076-4F93-B2E9-6CF5FBCC6FA1}" srcOrd="0" destOrd="0" presId="urn:microsoft.com/office/officeart/2005/8/layout/hierarchy4"/>
    <dgm:cxn modelId="{B6BEB364-9825-40B3-91FD-79E3E6AF9710}" type="presParOf" srcId="{7CFC4D1D-1E9B-407E-9509-820350AE77C1}" destId="{0366652E-EDDC-448B-9FD5-FFF44B4A9071}" srcOrd="1" destOrd="0" presId="urn:microsoft.com/office/officeart/2005/8/layout/hierarchy4"/>
    <dgm:cxn modelId="{28A61D28-2954-460E-A7AE-03077E8C3821}" type="presParOf" srcId="{04A30C85-FCA1-4751-B194-47A4B949E0A0}" destId="{2B9C83BC-A66D-43FA-B16B-9AA6923589FE}" srcOrd="5" destOrd="0" presId="urn:microsoft.com/office/officeart/2005/8/layout/hierarchy4"/>
    <dgm:cxn modelId="{BDDEF9AF-2433-4CE3-882C-4BB41FABEBE5}" type="presParOf" srcId="{04A30C85-FCA1-4751-B194-47A4B949E0A0}" destId="{577F7BD4-ACC4-4DE6-B3A0-F90140439171}" srcOrd="6" destOrd="0" presId="urn:microsoft.com/office/officeart/2005/8/layout/hierarchy4"/>
    <dgm:cxn modelId="{EA821301-3E09-49E2-A142-CFB39A10E79D}" type="presParOf" srcId="{577F7BD4-ACC4-4DE6-B3A0-F90140439171}" destId="{6C2D9263-A5EE-4D11-998E-FFCDDBAC3779}" srcOrd="0" destOrd="0" presId="urn:microsoft.com/office/officeart/2005/8/layout/hierarchy4"/>
    <dgm:cxn modelId="{2B121290-EE75-4A2D-8B71-4B30D7EDC1C4}" type="presParOf" srcId="{577F7BD4-ACC4-4DE6-B3A0-F90140439171}" destId="{30935151-4124-489D-8C52-2958AE998C79}" srcOrd="1" destOrd="0" presId="urn:microsoft.com/office/officeart/2005/8/layout/hierarchy4"/>
    <dgm:cxn modelId="{442F4493-3852-4A7C-8AEC-EDA9DBBD9359}" type="presParOf" srcId="{04A30C85-FCA1-4751-B194-47A4B949E0A0}" destId="{B687B3CF-51A7-4683-92C5-6C98EE66F5AE}" srcOrd="7" destOrd="0" presId="urn:microsoft.com/office/officeart/2005/8/layout/hierarchy4"/>
    <dgm:cxn modelId="{706387AD-8B83-4C60-AFBC-414E07B52019}" type="presParOf" srcId="{04A30C85-FCA1-4751-B194-47A4B949E0A0}" destId="{9063AD80-706D-48A5-8C90-E56DD2F9E505}" srcOrd="8" destOrd="0" presId="urn:microsoft.com/office/officeart/2005/8/layout/hierarchy4"/>
    <dgm:cxn modelId="{5C64A0C2-C5EF-4BEF-837D-9AD989368EFF}" type="presParOf" srcId="{9063AD80-706D-48A5-8C90-E56DD2F9E505}" destId="{1308B9F1-1109-44D4-8FEF-9C31EA7EE089}" srcOrd="0" destOrd="0" presId="urn:microsoft.com/office/officeart/2005/8/layout/hierarchy4"/>
    <dgm:cxn modelId="{C56FE9C7-131A-440F-A9B2-9E4BBF91311A}" type="presParOf" srcId="{9063AD80-706D-48A5-8C90-E56DD2F9E505}" destId="{51702FEA-C980-475E-9C29-A3C5B4550130}" srcOrd="1" destOrd="0" presId="urn:microsoft.com/office/officeart/2005/8/layout/hierarchy4"/>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Transportation Mgt</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FD6C6262-74B1-4A06-B787-0532D2DAE03A}">
      <dgm:prSet phldrT="[Text]"/>
      <dgm:spPr>
        <a:solidFill>
          <a:srgbClr val="3366FF"/>
        </a:solidFill>
      </dgm:spPr>
      <dgm:t>
        <a:bodyPr/>
        <a:lstStyle/>
        <a:p>
          <a:r>
            <a:rPr lang="en-US" dirty="0" smtClean="0"/>
            <a:t>3</a:t>
          </a:r>
          <a:r>
            <a:rPr lang="en-US" baseline="30000" dirty="0" smtClean="0"/>
            <a:t>rd</a:t>
          </a:r>
          <a:r>
            <a:rPr lang="en-US" dirty="0" smtClean="0"/>
            <a:t> Pty Web Collaboration</a:t>
          </a:r>
          <a:endParaRPr lang="en-US" dirty="0"/>
        </a:p>
      </dgm:t>
    </dgm:pt>
    <dgm:pt modelId="{2F92AB68-0D12-43CD-8776-6E22FAB8EFBD}" type="parTrans" cxnId="{4890A7C7-2D47-4C60-A09F-E027EBEAA48F}">
      <dgm:prSet/>
      <dgm:spPr/>
      <dgm:t>
        <a:bodyPr/>
        <a:lstStyle/>
        <a:p>
          <a:endParaRPr lang="en-US"/>
        </a:p>
      </dgm:t>
    </dgm:pt>
    <dgm:pt modelId="{1388E6DB-B12E-4392-B0C2-EFF1E0E55BD0}" type="sibTrans" cxnId="{4890A7C7-2D47-4C60-A09F-E027EBEAA48F}">
      <dgm:prSet/>
      <dgm:spPr/>
      <dgm:t>
        <a:bodyPr/>
        <a:lstStyle/>
        <a:p>
          <a:endParaRPr lang="en-US"/>
        </a:p>
      </dgm:t>
    </dgm:pt>
    <dgm:pt modelId="{2A301FB0-782B-4E4C-9F8B-B5F6651D5675}">
      <dgm:prSet phldrT="[Text]"/>
      <dgm:spPr>
        <a:solidFill>
          <a:srgbClr val="3366FF"/>
        </a:solidFill>
      </dgm:spPr>
      <dgm:t>
        <a:bodyPr/>
        <a:lstStyle/>
        <a:p>
          <a:r>
            <a:rPr lang="en-US" dirty="0" smtClean="0"/>
            <a:t>B2B Integration</a:t>
          </a:r>
          <a:endParaRPr lang="en-US" dirty="0"/>
        </a:p>
      </dgm:t>
    </dgm:pt>
    <dgm:pt modelId="{7EA7E6DD-2552-4DC1-AC28-DE54FB53A83D}" type="parTrans" cxnId="{97DE7992-B783-4ABC-8DAC-EAC6166C721C}">
      <dgm:prSet/>
      <dgm:spPr/>
      <dgm:t>
        <a:bodyPr/>
        <a:lstStyle/>
        <a:p>
          <a:endParaRPr lang="en-US"/>
        </a:p>
      </dgm:t>
    </dgm:pt>
    <dgm:pt modelId="{CA5D6E47-4915-4F25-88E4-4B8F832FF9EF}" type="sibTrans" cxnId="{97DE7992-B783-4ABC-8DAC-EAC6166C721C}">
      <dgm:prSet/>
      <dgm:spPr/>
      <dgm:t>
        <a:bodyPr/>
        <a:lstStyle/>
        <a:p>
          <a:endParaRPr lang="en-US"/>
        </a:p>
      </dgm:t>
    </dgm:pt>
    <dgm:pt modelId="{871D08C9-D236-4D99-BCE3-A78C711998EC}">
      <dgm:prSet phldrT="[Text]"/>
      <dgm:spPr>
        <a:solidFill>
          <a:srgbClr val="3366FF"/>
        </a:solidFill>
      </dgm:spPr>
      <dgm:t>
        <a:bodyPr/>
        <a:lstStyle/>
        <a:p>
          <a:r>
            <a:rPr lang="en-US" dirty="0" smtClean="0"/>
            <a:t>Automation (RFID) </a:t>
          </a:r>
          <a:endParaRPr lang="en-US" dirty="0"/>
        </a:p>
      </dgm:t>
    </dgm:pt>
    <dgm:pt modelId="{72F4047C-4A8D-4E49-B4F4-55A4432CC41C}" type="parTrans" cxnId="{7BAD0A1D-9F37-4FE6-9947-32416E538F07}">
      <dgm:prSet/>
      <dgm:spPr/>
      <dgm:t>
        <a:bodyPr/>
        <a:lstStyle/>
        <a:p>
          <a:endParaRPr lang="en-US"/>
        </a:p>
      </dgm:t>
    </dgm:pt>
    <dgm:pt modelId="{FD6FB164-6BC2-4842-A151-0DCEA4E65863}" type="sibTrans" cxnId="{7BAD0A1D-9F37-4FE6-9947-32416E538F07}">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1613F800-CA79-4B76-BF2E-6EE0E0341BEE}" type="pres">
      <dgm:prSet presAssocID="{871D08C9-D236-4D99-BCE3-A78C711998EC}" presName="vertTwo" presStyleCnt="0"/>
      <dgm:spPr/>
    </dgm:pt>
    <dgm:pt modelId="{8D51BF77-E319-4E6F-8BAD-5A979998B6EE}" type="pres">
      <dgm:prSet presAssocID="{871D08C9-D236-4D99-BCE3-A78C711998EC}" presName="txTwo" presStyleLbl="node2" presStyleIdx="0" presStyleCnt="3">
        <dgm:presLayoutVars>
          <dgm:chPref val="3"/>
        </dgm:presLayoutVars>
      </dgm:prSet>
      <dgm:spPr/>
      <dgm:t>
        <a:bodyPr/>
        <a:lstStyle/>
        <a:p>
          <a:endParaRPr lang="en-US"/>
        </a:p>
      </dgm:t>
    </dgm:pt>
    <dgm:pt modelId="{3F91977B-E033-4F81-A2E2-073F376CC441}" type="pres">
      <dgm:prSet presAssocID="{871D08C9-D236-4D99-BCE3-A78C711998EC}" presName="horzTwo" presStyleCnt="0"/>
      <dgm:spPr/>
    </dgm:pt>
    <dgm:pt modelId="{0D63BBCF-8EBA-45D7-A758-928E4439EF45}" type="pres">
      <dgm:prSet presAssocID="{FD6FB164-6BC2-4842-A151-0DCEA4E65863}" presName="sibSpaceTwo"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1" presStyleCnt="3">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 modelId="{F6365C02-37E5-4B6A-B102-5E2FD1C92869}" type="pres">
      <dgm:prSet presAssocID="{1388E6DB-B12E-4392-B0C2-EFF1E0E55BD0}" presName="sibSpaceTwo" presStyleCnt="0"/>
      <dgm:spPr/>
    </dgm:pt>
    <dgm:pt modelId="{1FBBF45B-ECAA-4763-8CBA-EA39E91CE78F}" type="pres">
      <dgm:prSet presAssocID="{2A301FB0-782B-4E4C-9F8B-B5F6651D5675}" presName="vertTwo" presStyleCnt="0"/>
      <dgm:spPr/>
    </dgm:pt>
    <dgm:pt modelId="{85969222-C9BA-49DC-AF77-677047E69347}" type="pres">
      <dgm:prSet presAssocID="{2A301FB0-782B-4E4C-9F8B-B5F6651D5675}" presName="txTwo" presStyleLbl="node2" presStyleIdx="2" presStyleCnt="3">
        <dgm:presLayoutVars>
          <dgm:chPref val="3"/>
        </dgm:presLayoutVars>
      </dgm:prSet>
      <dgm:spPr/>
      <dgm:t>
        <a:bodyPr/>
        <a:lstStyle/>
        <a:p>
          <a:endParaRPr lang="en-US"/>
        </a:p>
      </dgm:t>
    </dgm:pt>
    <dgm:pt modelId="{F2C28EEE-1A39-4518-9ED5-98B2D944C75D}" type="pres">
      <dgm:prSet presAssocID="{2A301FB0-782B-4E4C-9F8B-B5F6651D5675}" presName="horzTwo" presStyleCnt="0"/>
      <dgm:spPr/>
    </dgm:pt>
  </dgm:ptLst>
  <dgm:cxnLst>
    <dgm:cxn modelId="{1F641290-3C49-446F-9CEF-32AC9BCFA2BA}" srcId="{43B14A11-8B8C-463C-883B-2869E87108B2}" destId="{85003AC2-5773-484C-A813-40EFF6F8A823}" srcOrd="0" destOrd="0" parTransId="{C1D00746-F9BF-4F40-8570-F3F65AE9B459}" sibTransId="{B36DB983-29C2-494D-8ED0-514A893A7673}"/>
    <dgm:cxn modelId="{97DE7992-B783-4ABC-8DAC-EAC6166C721C}" srcId="{85003AC2-5773-484C-A813-40EFF6F8A823}" destId="{2A301FB0-782B-4E4C-9F8B-B5F6651D5675}" srcOrd="2" destOrd="0" parTransId="{7EA7E6DD-2552-4DC1-AC28-DE54FB53A83D}" sibTransId="{CA5D6E47-4915-4F25-88E4-4B8F832FF9EF}"/>
    <dgm:cxn modelId="{4890A7C7-2D47-4C60-A09F-E027EBEAA48F}" srcId="{85003AC2-5773-484C-A813-40EFF6F8A823}" destId="{FD6C6262-74B1-4A06-B787-0532D2DAE03A}" srcOrd="1" destOrd="0" parTransId="{2F92AB68-0D12-43CD-8776-6E22FAB8EFBD}" sibTransId="{1388E6DB-B12E-4392-B0C2-EFF1E0E55BD0}"/>
    <dgm:cxn modelId="{4AB2AF19-CADB-461D-8595-C9F2B9DA21BB}" type="presOf" srcId="{871D08C9-D236-4D99-BCE3-A78C711998EC}" destId="{8D51BF77-E319-4E6F-8BAD-5A979998B6EE}" srcOrd="0" destOrd="0" presId="urn:microsoft.com/office/officeart/2005/8/layout/hierarchy4"/>
    <dgm:cxn modelId="{52000C0F-141A-44FA-84A3-35A5A189AF7F}" type="presOf" srcId="{85003AC2-5773-484C-A813-40EFF6F8A823}" destId="{578D8836-6D08-4E31-921D-86188C992246}" srcOrd="0" destOrd="0" presId="urn:microsoft.com/office/officeart/2005/8/layout/hierarchy4"/>
    <dgm:cxn modelId="{7BAD0A1D-9F37-4FE6-9947-32416E538F07}" srcId="{85003AC2-5773-484C-A813-40EFF6F8A823}" destId="{871D08C9-D236-4D99-BCE3-A78C711998EC}" srcOrd="0" destOrd="0" parTransId="{72F4047C-4A8D-4E49-B4F4-55A4432CC41C}" sibTransId="{FD6FB164-6BC2-4842-A151-0DCEA4E65863}"/>
    <dgm:cxn modelId="{DD862A3B-5B18-49EA-AEE9-77F66D50F3B0}" type="presOf" srcId="{FD6C6262-74B1-4A06-B787-0532D2DAE03A}" destId="{76E1DDFA-91D1-4BDA-B736-BFCCC4C2CE15}" srcOrd="0" destOrd="0" presId="urn:microsoft.com/office/officeart/2005/8/layout/hierarchy4"/>
    <dgm:cxn modelId="{51B8D13B-5A4B-461C-8DA4-C96443948245}" type="presOf" srcId="{2A301FB0-782B-4E4C-9F8B-B5F6651D5675}" destId="{85969222-C9BA-49DC-AF77-677047E69347}" srcOrd="0" destOrd="0" presId="urn:microsoft.com/office/officeart/2005/8/layout/hierarchy4"/>
    <dgm:cxn modelId="{21C4CD28-04D2-407B-96E8-9CB0B4DD5A2F}" type="presOf" srcId="{43B14A11-8B8C-463C-883B-2869E87108B2}" destId="{D1CFE10D-F307-45B5-B949-4CC113A7DEB6}" srcOrd="0" destOrd="0" presId="urn:microsoft.com/office/officeart/2005/8/layout/hierarchy4"/>
    <dgm:cxn modelId="{9C347028-165C-4A24-9C40-375B80A4722F}" type="presParOf" srcId="{D1CFE10D-F307-45B5-B949-4CC113A7DEB6}" destId="{7FA72D75-D6D0-4125-819B-7E4401BF613B}" srcOrd="0" destOrd="0" presId="urn:microsoft.com/office/officeart/2005/8/layout/hierarchy4"/>
    <dgm:cxn modelId="{70DB9B67-A9FF-4D03-A76D-F3C6CF439C11}" type="presParOf" srcId="{7FA72D75-D6D0-4125-819B-7E4401BF613B}" destId="{578D8836-6D08-4E31-921D-86188C992246}" srcOrd="0" destOrd="0" presId="urn:microsoft.com/office/officeart/2005/8/layout/hierarchy4"/>
    <dgm:cxn modelId="{4413A694-D573-42AF-9EA7-E9F81B77C34B}" type="presParOf" srcId="{7FA72D75-D6D0-4125-819B-7E4401BF613B}" destId="{1235009C-5EB1-4A42-B5E2-EF4B6D792F50}" srcOrd="1" destOrd="0" presId="urn:microsoft.com/office/officeart/2005/8/layout/hierarchy4"/>
    <dgm:cxn modelId="{A1232EC0-684B-4F4D-A8B9-61091AFC1F67}" type="presParOf" srcId="{7FA72D75-D6D0-4125-819B-7E4401BF613B}" destId="{04A30C85-FCA1-4751-B194-47A4B949E0A0}" srcOrd="2" destOrd="0" presId="urn:microsoft.com/office/officeart/2005/8/layout/hierarchy4"/>
    <dgm:cxn modelId="{FC39DD15-B9E4-4D27-AB17-18FC1C575311}" type="presParOf" srcId="{04A30C85-FCA1-4751-B194-47A4B949E0A0}" destId="{1613F800-CA79-4B76-BF2E-6EE0E0341BEE}" srcOrd="0" destOrd="0" presId="urn:microsoft.com/office/officeart/2005/8/layout/hierarchy4"/>
    <dgm:cxn modelId="{7BBD7A13-9D50-4CE6-9C78-DB59296FC7ED}" type="presParOf" srcId="{1613F800-CA79-4B76-BF2E-6EE0E0341BEE}" destId="{8D51BF77-E319-4E6F-8BAD-5A979998B6EE}" srcOrd="0" destOrd="0" presId="urn:microsoft.com/office/officeart/2005/8/layout/hierarchy4"/>
    <dgm:cxn modelId="{E2FB02B8-363B-4DAE-AE52-70A675153A72}" type="presParOf" srcId="{1613F800-CA79-4B76-BF2E-6EE0E0341BEE}" destId="{3F91977B-E033-4F81-A2E2-073F376CC441}" srcOrd="1" destOrd="0" presId="urn:microsoft.com/office/officeart/2005/8/layout/hierarchy4"/>
    <dgm:cxn modelId="{5450D9D1-9974-4611-9E50-05D8F91D27C3}" type="presParOf" srcId="{04A30C85-FCA1-4751-B194-47A4B949E0A0}" destId="{0D63BBCF-8EBA-45D7-A758-928E4439EF45}" srcOrd="1" destOrd="0" presId="urn:microsoft.com/office/officeart/2005/8/layout/hierarchy4"/>
    <dgm:cxn modelId="{D1446693-A26A-413B-8381-05AEE361DF59}" type="presParOf" srcId="{04A30C85-FCA1-4751-B194-47A4B949E0A0}" destId="{F1ED1862-45D0-425E-9FF7-B47F8C744526}" srcOrd="2" destOrd="0" presId="urn:microsoft.com/office/officeart/2005/8/layout/hierarchy4"/>
    <dgm:cxn modelId="{1645F4E9-4F64-464F-B2BF-7A4F3A46C2DD}" type="presParOf" srcId="{F1ED1862-45D0-425E-9FF7-B47F8C744526}" destId="{76E1DDFA-91D1-4BDA-B736-BFCCC4C2CE15}" srcOrd="0" destOrd="0" presId="urn:microsoft.com/office/officeart/2005/8/layout/hierarchy4"/>
    <dgm:cxn modelId="{321CD38D-BD30-4B36-A4C5-4751449188C8}" type="presParOf" srcId="{F1ED1862-45D0-425E-9FF7-B47F8C744526}" destId="{23E5323A-ABA2-4561-A738-96BF2D920C24}" srcOrd="1" destOrd="0" presId="urn:microsoft.com/office/officeart/2005/8/layout/hierarchy4"/>
    <dgm:cxn modelId="{DEC52DD9-A3D1-45FE-81D0-3F87476A355B}" type="presParOf" srcId="{04A30C85-FCA1-4751-B194-47A4B949E0A0}" destId="{F6365C02-37E5-4B6A-B102-5E2FD1C92869}" srcOrd="3" destOrd="0" presId="urn:microsoft.com/office/officeart/2005/8/layout/hierarchy4"/>
    <dgm:cxn modelId="{B5C18902-5605-4ED2-826B-42978655D050}" type="presParOf" srcId="{04A30C85-FCA1-4751-B194-47A4B949E0A0}" destId="{1FBBF45B-ECAA-4763-8CBA-EA39E91CE78F}" srcOrd="4" destOrd="0" presId="urn:microsoft.com/office/officeart/2005/8/layout/hierarchy4"/>
    <dgm:cxn modelId="{D229F7FF-2301-488B-B2C3-6424BE36C277}" type="presParOf" srcId="{1FBBF45B-ECAA-4763-8CBA-EA39E91CE78F}" destId="{85969222-C9BA-49DC-AF77-677047E69347}" srcOrd="0" destOrd="0" presId="urn:microsoft.com/office/officeart/2005/8/layout/hierarchy4"/>
    <dgm:cxn modelId="{00275D4F-15B2-4139-951B-7F9ABF47DBC6}" type="presParOf" srcId="{1FBBF45B-ECAA-4763-8CBA-EA39E91CE78F}" destId="{F2C28EEE-1A39-4518-9ED5-98B2D944C75D}" srcOrd="1" destOrd="0" presId="urn:microsoft.com/office/officeart/2005/8/layout/hierarchy4"/>
  </dgm:cxnLst>
  <dgm:bg/>
  <dgm:whole/>
  <dgm:extLst>
    <a:ext uri="http://schemas.microsoft.com/office/drawing/2008/diagram">
      <dsp:dataModelExt xmlns:dsp="http://schemas.microsoft.com/office/drawing/2008/diagram" xmlns=""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Financial Consolidation</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FD6C6262-74B1-4A06-B787-0532D2DAE03A}">
      <dgm:prSet phldrT="[Text]" custT="1"/>
      <dgm:spPr>
        <a:solidFill>
          <a:srgbClr val="3366FF"/>
        </a:solidFill>
      </dgm:spPr>
      <dgm:t>
        <a:bodyPr/>
        <a:lstStyle/>
        <a:p>
          <a:r>
            <a:rPr lang="en-US" sz="800" dirty="0" smtClean="0"/>
            <a:t>Financial Planning &amp; Budgeting</a:t>
          </a:r>
          <a:endParaRPr lang="en-US" sz="800" dirty="0"/>
        </a:p>
      </dgm:t>
    </dgm:pt>
    <dgm:pt modelId="{2F92AB68-0D12-43CD-8776-6E22FAB8EFBD}" type="parTrans" cxnId="{4890A7C7-2D47-4C60-A09F-E027EBEAA48F}">
      <dgm:prSet/>
      <dgm:spPr/>
      <dgm:t>
        <a:bodyPr/>
        <a:lstStyle/>
        <a:p>
          <a:endParaRPr lang="en-US"/>
        </a:p>
      </dgm:t>
    </dgm:pt>
    <dgm:pt modelId="{1388E6DB-B12E-4392-B0C2-EFF1E0E55BD0}" type="sibTrans" cxnId="{4890A7C7-2D47-4C60-A09F-E027EBEAA48F}">
      <dgm:prSet/>
      <dgm:spPr/>
      <dgm:t>
        <a:bodyPr/>
        <a:lstStyle/>
        <a:p>
          <a:endParaRPr lang="en-US"/>
        </a:p>
      </dgm:t>
    </dgm:pt>
    <dgm:pt modelId="{2A301FB0-782B-4E4C-9F8B-B5F6651D5675}">
      <dgm:prSet phldrT="[Text]" custT="1"/>
      <dgm:spPr>
        <a:solidFill>
          <a:srgbClr val="3366FF"/>
        </a:solidFill>
      </dgm:spPr>
      <dgm:t>
        <a:bodyPr/>
        <a:lstStyle/>
        <a:p>
          <a:r>
            <a:rPr lang="en-US" sz="800" dirty="0" smtClean="0"/>
            <a:t>Balanced Scorecard</a:t>
          </a:r>
          <a:endParaRPr lang="en-US" sz="800" dirty="0"/>
        </a:p>
      </dgm:t>
    </dgm:pt>
    <dgm:pt modelId="{7EA7E6DD-2552-4DC1-AC28-DE54FB53A83D}" type="parTrans" cxnId="{97DE7992-B783-4ABC-8DAC-EAC6166C721C}">
      <dgm:prSet/>
      <dgm:spPr/>
      <dgm:t>
        <a:bodyPr/>
        <a:lstStyle/>
        <a:p>
          <a:endParaRPr lang="en-US"/>
        </a:p>
      </dgm:t>
    </dgm:pt>
    <dgm:pt modelId="{CA5D6E47-4915-4F25-88E4-4B8F832FF9EF}" type="sibTrans" cxnId="{97DE7992-B783-4ABC-8DAC-EAC6166C721C}">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0" presStyleCnt="2">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 modelId="{F6365C02-37E5-4B6A-B102-5E2FD1C92869}" type="pres">
      <dgm:prSet presAssocID="{1388E6DB-B12E-4392-B0C2-EFF1E0E55BD0}" presName="sibSpaceTwo" presStyleCnt="0"/>
      <dgm:spPr/>
    </dgm:pt>
    <dgm:pt modelId="{1FBBF45B-ECAA-4763-8CBA-EA39E91CE78F}" type="pres">
      <dgm:prSet presAssocID="{2A301FB0-782B-4E4C-9F8B-B5F6651D5675}" presName="vertTwo" presStyleCnt="0"/>
      <dgm:spPr/>
    </dgm:pt>
    <dgm:pt modelId="{85969222-C9BA-49DC-AF77-677047E69347}" type="pres">
      <dgm:prSet presAssocID="{2A301FB0-782B-4E4C-9F8B-B5F6651D5675}" presName="txTwo" presStyleLbl="node2" presStyleIdx="1" presStyleCnt="2">
        <dgm:presLayoutVars>
          <dgm:chPref val="3"/>
        </dgm:presLayoutVars>
      </dgm:prSet>
      <dgm:spPr/>
      <dgm:t>
        <a:bodyPr/>
        <a:lstStyle/>
        <a:p>
          <a:endParaRPr lang="en-US"/>
        </a:p>
      </dgm:t>
    </dgm:pt>
    <dgm:pt modelId="{F2C28EEE-1A39-4518-9ED5-98B2D944C75D}" type="pres">
      <dgm:prSet presAssocID="{2A301FB0-782B-4E4C-9F8B-B5F6651D5675}" presName="horzTwo" presStyleCnt="0"/>
      <dgm:spPr/>
    </dgm:pt>
  </dgm:ptLst>
  <dgm:cxnLst>
    <dgm:cxn modelId="{AE1F50BE-26C8-4DCF-826E-589EAC1E0A43}" type="presOf" srcId="{85003AC2-5773-484C-A813-40EFF6F8A823}" destId="{578D8836-6D08-4E31-921D-86188C992246}" srcOrd="0" destOrd="0" presId="urn:microsoft.com/office/officeart/2005/8/layout/hierarchy4"/>
    <dgm:cxn modelId="{1F641290-3C49-446F-9CEF-32AC9BCFA2BA}" srcId="{43B14A11-8B8C-463C-883B-2869E87108B2}" destId="{85003AC2-5773-484C-A813-40EFF6F8A823}" srcOrd="0" destOrd="0" parTransId="{C1D00746-F9BF-4F40-8570-F3F65AE9B459}" sibTransId="{B36DB983-29C2-494D-8ED0-514A893A7673}"/>
    <dgm:cxn modelId="{97DE7992-B783-4ABC-8DAC-EAC6166C721C}" srcId="{85003AC2-5773-484C-A813-40EFF6F8A823}" destId="{2A301FB0-782B-4E4C-9F8B-B5F6651D5675}" srcOrd="1" destOrd="0" parTransId="{7EA7E6DD-2552-4DC1-AC28-DE54FB53A83D}" sibTransId="{CA5D6E47-4915-4F25-88E4-4B8F832FF9EF}"/>
    <dgm:cxn modelId="{4890A7C7-2D47-4C60-A09F-E027EBEAA48F}" srcId="{85003AC2-5773-484C-A813-40EFF6F8A823}" destId="{FD6C6262-74B1-4A06-B787-0532D2DAE03A}" srcOrd="0" destOrd="0" parTransId="{2F92AB68-0D12-43CD-8776-6E22FAB8EFBD}" sibTransId="{1388E6DB-B12E-4392-B0C2-EFF1E0E55BD0}"/>
    <dgm:cxn modelId="{37BB9AF4-BBF2-441D-AA89-C2341088B638}" type="presOf" srcId="{FD6C6262-74B1-4A06-B787-0532D2DAE03A}" destId="{76E1DDFA-91D1-4BDA-B736-BFCCC4C2CE15}" srcOrd="0" destOrd="0" presId="urn:microsoft.com/office/officeart/2005/8/layout/hierarchy4"/>
    <dgm:cxn modelId="{2D658251-D847-4370-BF24-9F6E29C2E687}" type="presOf" srcId="{43B14A11-8B8C-463C-883B-2869E87108B2}" destId="{D1CFE10D-F307-45B5-B949-4CC113A7DEB6}" srcOrd="0" destOrd="0" presId="urn:microsoft.com/office/officeart/2005/8/layout/hierarchy4"/>
    <dgm:cxn modelId="{C782FEA9-7BA9-4619-BAEA-7681D6714BA9}" type="presOf" srcId="{2A301FB0-782B-4E4C-9F8B-B5F6651D5675}" destId="{85969222-C9BA-49DC-AF77-677047E69347}" srcOrd="0" destOrd="0" presId="urn:microsoft.com/office/officeart/2005/8/layout/hierarchy4"/>
    <dgm:cxn modelId="{01C15DE2-EE32-4B15-AFA5-E565568CF66A}" type="presParOf" srcId="{D1CFE10D-F307-45B5-B949-4CC113A7DEB6}" destId="{7FA72D75-D6D0-4125-819B-7E4401BF613B}" srcOrd="0" destOrd="0" presId="urn:microsoft.com/office/officeart/2005/8/layout/hierarchy4"/>
    <dgm:cxn modelId="{106927AB-866B-4D33-9528-9A7DF888E74B}" type="presParOf" srcId="{7FA72D75-D6D0-4125-819B-7E4401BF613B}" destId="{578D8836-6D08-4E31-921D-86188C992246}" srcOrd="0" destOrd="0" presId="urn:microsoft.com/office/officeart/2005/8/layout/hierarchy4"/>
    <dgm:cxn modelId="{203D73AD-1113-4113-ABAC-D30D2F814133}" type="presParOf" srcId="{7FA72D75-D6D0-4125-819B-7E4401BF613B}" destId="{1235009C-5EB1-4A42-B5E2-EF4B6D792F50}" srcOrd="1" destOrd="0" presId="urn:microsoft.com/office/officeart/2005/8/layout/hierarchy4"/>
    <dgm:cxn modelId="{DA3B3A4E-87C2-462B-B567-C8FDAC0F2C8B}" type="presParOf" srcId="{7FA72D75-D6D0-4125-819B-7E4401BF613B}" destId="{04A30C85-FCA1-4751-B194-47A4B949E0A0}" srcOrd="2" destOrd="0" presId="urn:microsoft.com/office/officeart/2005/8/layout/hierarchy4"/>
    <dgm:cxn modelId="{DD8050E8-1037-443F-9DBC-9E13863FBED9}" type="presParOf" srcId="{04A30C85-FCA1-4751-B194-47A4B949E0A0}" destId="{F1ED1862-45D0-425E-9FF7-B47F8C744526}" srcOrd="0" destOrd="0" presId="urn:microsoft.com/office/officeart/2005/8/layout/hierarchy4"/>
    <dgm:cxn modelId="{91DAC652-C4ED-454F-820A-688402022525}" type="presParOf" srcId="{F1ED1862-45D0-425E-9FF7-B47F8C744526}" destId="{76E1DDFA-91D1-4BDA-B736-BFCCC4C2CE15}" srcOrd="0" destOrd="0" presId="urn:microsoft.com/office/officeart/2005/8/layout/hierarchy4"/>
    <dgm:cxn modelId="{DC6ADD21-5164-4460-B40B-2990DF1DC414}" type="presParOf" srcId="{F1ED1862-45D0-425E-9FF7-B47F8C744526}" destId="{23E5323A-ABA2-4561-A738-96BF2D920C24}" srcOrd="1" destOrd="0" presId="urn:microsoft.com/office/officeart/2005/8/layout/hierarchy4"/>
    <dgm:cxn modelId="{0D8826F2-3A8A-4E41-A3F9-F637A691E89E}" type="presParOf" srcId="{04A30C85-FCA1-4751-B194-47A4B949E0A0}" destId="{F6365C02-37E5-4B6A-B102-5E2FD1C92869}" srcOrd="1" destOrd="0" presId="urn:microsoft.com/office/officeart/2005/8/layout/hierarchy4"/>
    <dgm:cxn modelId="{3AAAFC2B-C69D-47C8-94A0-9095FE83D6FA}" type="presParOf" srcId="{04A30C85-FCA1-4751-B194-47A4B949E0A0}" destId="{1FBBF45B-ECAA-4763-8CBA-EA39E91CE78F}" srcOrd="2" destOrd="0" presId="urn:microsoft.com/office/officeart/2005/8/layout/hierarchy4"/>
    <dgm:cxn modelId="{7D3871EB-66D1-4802-BC9F-4E37FB897E8A}" type="presParOf" srcId="{1FBBF45B-ECAA-4763-8CBA-EA39E91CE78F}" destId="{85969222-C9BA-49DC-AF77-677047E69347}" srcOrd="0" destOrd="0" presId="urn:microsoft.com/office/officeart/2005/8/layout/hierarchy4"/>
    <dgm:cxn modelId="{72943BB8-B58A-4932-AEF7-6B940E737727}" type="presParOf" srcId="{1FBBF45B-ECAA-4763-8CBA-EA39E91CE78F}" destId="{F2C28EEE-1A39-4518-9ED5-98B2D944C75D}" srcOrd="1" destOrd="0" presId="urn:microsoft.com/office/officeart/2005/8/layout/hierarchy4"/>
  </dgm:cxnLst>
  <dgm:bg/>
  <dgm:whole/>
  <dgm:extLst>
    <a:ext uri="http://schemas.microsoft.com/office/drawing/2008/diagram">
      <dsp:dataModelExt xmlns:dsp="http://schemas.microsoft.com/office/drawing/2008/diagram" xmlns="" relId="rId1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Global HR Data</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FD6C6262-74B1-4A06-B787-0532D2DAE03A}">
      <dgm:prSet phldrT="[Text]" custT="1"/>
      <dgm:spPr>
        <a:solidFill>
          <a:srgbClr val="3366FF"/>
        </a:solidFill>
      </dgm:spPr>
      <dgm:t>
        <a:bodyPr lIns="0" tIns="0" rIns="0" bIns="0"/>
        <a:lstStyle/>
        <a:p>
          <a:r>
            <a:rPr lang="en-US" sz="700" dirty="0" smtClean="0"/>
            <a:t>Recruitment</a:t>
          </a:r>
        </a:p>
        <a:p>
          <a:r>
            <a:rPr lang="en-US" sz="700" dirty="0" smtClean="0"/>
            <a:t>Collaboration</a:t>
          </a:r>
          <a:endParaRPr lang="en-US" sz="800" dirty="0"/>
        </a:p>
      </dgm:t>
    </dgm:pt>
    <dgm:pt modelId="{2F92AB68-0D12-43CD-8776-6E22FAB8EFBD}" type="parTrans" cxnId="{4890A7C7-2D47-4C60-A09F-E027EBEAA48F}">
      <dgm:prSet/>
      <dgm:spPr/>
      <dgm:t>
        <a:bodyPr/>
        <a:lstStyle/>
        <a:p>
          <a:endParaRPr lang="en-US"/>
        </a:p>
      </dgm:t>
    </dgm:pt>
    <dgm:pt modelId="{1388E6DB-B12E-4392-B0C2-EFF1E0E55BD0}" type="sibTrans" cxnId="{4890A7C7-2D47-4C60-A09F-E027EBEAA48F}">
      <dgm:prSet/>
      <dgm:spPr/>
      <dgm:t>
        <a:bodyPr/>
        <a:lstStyle/>
        <a:p>
          <a:endParaRPr lang="en-US"/>
        </a:p>
      </dgm:t>
    </dgm:pt>
    <dgm:pt modelId="{2A301FB0-782B-4E4C-9F8B-B5F6651D5675}">
      <dgm:prSet phldrT="[Text]" custT="1"/>
      <dgm:spPr>
        <a:solidFill>
          <a:srgbClr val="3366FF"/>
        </a:solidFill>
      </dgm:spPr>
      <dgm:t>
        <a:bodyPr/>
        <a:lstStyle/>
        <a:p>
          <a:r>
            <a:rPr lang="en-US" sz="800" dirty="0" smtClean="0"/>
            <a:t>PDR/Talent Mgt</a:t>
          </a:r>
          <a:endParaRPr lang="en-US" sz="800" dirty="0"/>
        </a:p>
      </dgm:t>
    </dgm:pt>
    <dgm:pt modelId="{7EA7E6DD-2552-4DC1-AC28-DE54FB53A83D}" type="parTrans" cxnId="{97DE7992-B783-4ABC-8DAC-EAC6166C721C}">
      <dgm:prSet/>
      <dgm:spPr/>
      <dgm:t>
        <a:bodyPr/>
        <a:lstStyle/>
        <a:p>
          <a:endParaRPr lang="en-US"/>
        </a:p>
      </dgm:t>
    </dgm:pt>
    <dgm:pt modelId="{CA5D6E47-4915-4F25-88E4-4B8F832FF9EF}" type="sibTrans" cxnId="{97DE7992-B783-4ABC-8DAC-EAC6166C721C}">
      <dgm:prSet/>
      <dgm:spPr/>
      <dgm:t>
        <a:bodyPr/>
        <a:lstStyle/>
        <a:p>
          <a:endParaRPr lang="en-US"/>
        </a:p>
      </dgm:t>
    </dgm:pt>
    <dgm:pt modelId="{855AC023-8E08-4B4C-939D-B33E48080C84}">
      <dgm:prSet phldrT="[Text]" custT="1"/>
      <dgm:spPr>
        <a:solidFill>
          <a:srgbClr val="3366FF"/>
        </a:solidFill>
      </dgm:spPr>
      <dgm:t>
        <a:bodyPr/>
        <a:lstStyle/>
        <a:p>
          <a:r>
            <a:rPr lang="en-US" sz="800" dirty="0" smtClean="0"/>
            <a:t>Learning Mgt</a:t>
          </a:r>
          <a:endParaRPr lang="en-US" sz="800" dirty="0"/>
        </a:p>
      </dgm:t>
    </dgm:pt>
    <dgm:pt modelId="{63D3FD84-36B6-4D31-8D42-F1C06B42E657}" type="parTrans" cxnId="{24810D76-05C4-4E42-A86A-1534CD94258F}">
      <dgm:prSet/>
      <dgm:spPr/>
      <dgm:t>
        <a:bodyPr/>
        <a:lstStyle/>
        <a:p>
          <a:endParaRPr lang="en-US"/>
        </a:p>
      </dgm:t>
    </dgm:pt>
    <dgm:pt modelId="{4161BBBD-C8D0-467E-B9FD-84F29C07FC79}" type="sibTrans" cxnId="{24810D76-05C4-4E42-A86A-1534CD94258F}">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0" presStyleCnt="3">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 modelId="{F6365C02-37E5-4B6A-B102-5E2FD1C92869}" type="pres">
      <dgm:prSet presAssocID="{1388E6DB-B12E-4392-B0C2-EFF1E0E55BD0}" presName="sibSpaceTwo" presStyleCnt="0"/>
      <dgm:spPr/>
    </dgm:pt>
    <dgm:pt modelId="{1FBBF45B-ECAA-4763-8CBA-EA39E91CE78F}" type="pres">
      <dgm:prSet presAssocID="{2A301FB0-782B-4E4C-9F8B-B5F6651D5675}" presName="vertTwo" presStyleCnt="0"/>
      <dgm:spPr/>
    </dgm:pt>
    <dgm:pt modelId="{85969222-C9BA-49DC-AF77-677047E69347}" type="pres">
      <dgm:prSet presAssocID="{2A301FB0-782B-4E4C-9F8B-B5F6651D5675}" presName="txTwo" presStyleLbl="node2" presStyleIdx="1" presStyleCnt="3">
        <dgm:presLayoutVars>
          <dgm:chPref val="3"/>
        </dgm:presLayoutVars>
      </dgm:prSet>
      <dgm:spPr/>
      <dgm:t>
        <a:bodyPr/>
        <a:lstStyle/>
        <a:p>
          <a:endParaRPr lang="en-US"/>
        </a:p>
      </dgm:t>
    </dgm:pt>
    <dgm:pt modelId="{F2C28EEE-1A39-4518-9ED5-98B2D944C75D}" type="pres">
      <dgm:prSet presAssocID="{2A301FB0-782B-4E4C-9F8B-B5F6651D5675}" presName="horzTwo" presStyleCnt="0"/>
      <dgm:spPr/>
    </dgm:pt>
    <dgm:pt modelId="{214022A0-DE8E-4D51-98D3-C2487EAA57E7}" type="pres">
      <dgm:prSet presAssocID="{CA5D6E47-4915-4F25-88E4-4B8F832FF9EF}" presName="sibSpaceTwo" presStyleCnt="0"/>
      <dgm:spPr/>
    </dgm:pt>
    <dgm:pt modelId="{7CFC4D1D-1E9B-407E-9509-820350AE77C1}" type="pres">
      <dgm:prSet presAssocID="{855AC023-8E08-4B4C-939D-B33E48080C84}" presName="vertTwo" presStyleCnt="0"/>
      <dgm:spPr/>
    </dgm:pt>
    <dgm:pt modelId="{92155280-D076-4F93-B2E9-6CF5FBCC6FA1}" type="pres">
      <dgm:prSet presAssocID="{855AC023-8E08-4B4C-939D-B33E48080C84}" presName="txTwo" presStyleLbl="node2" presStyleIdx="2" presStyleCnt="3">
        <dgm:presLayoutVars>
          <dgm:chPref val="3"/>
        </dgm:presLayoutVars>
      </dgm:prSet>
      <dgm:spPr/>
      <dgm:t>
        <a:bodyPr/>
        <a:lstStyle/>
        <a:p>
          <a:endParaRPr lang="en-US"/>
        </a:p>
      </dgm:t>
    </dgm:pt>
    <dgm:pt modelId="{0366652E-EDDC-448B-9FD5-FFF44B4A9071}" type="pres">
      <dgm:prSet presAssocID="{855AC023-8E08-4B4C-939D-B33E48080C84}" presName="horzTwo" presStyleCnt="0"/>
      <dgm:spPr/>
    </dgm:pt>
  </dgm:ptLst>
  <dgm:cxnLst>
    <dgm:cxn modelId="{F3D4C50A-4464-4CFE-BCB1-2C837FF825D6}" type="presOf" srcId="{43B14A11-8B8C-463C-883B-2869E87108B2}" destId="{D1CFE10D-F307-45B5-B949-4CC113A7DEB6}" srcOrd="0" destOrd="0" presId="urn:microsoft.com/office/officeart/2005/8/layout/hierarchy4"/>
    <dgm:cxn modelId="{97DE7992-B783-4ABC-8DAC-EAC6166C721C}" srcId="{85003AC2-5773-484C-A813-40EFF6F8A823}" destId="{2A301FB0-782B-4E4C-9F8B-B5F6651D5675}" srcOrd="1" destOrd="0" parTransId="{7EA7E6DD-2552-4DC1-AC28-DE54FB53A83D}" sibTransId="{CA5D6E47-4915-4F25-88E4-4B8F832FF9EF}"/>
    <dgm:cxn modelId="{5F01D2A1-4D84-4F8C-B5C5-4471EC83CE7D}" type="presOf" srcId="{FD6C6262-74B1-4A06-B787-0532D2DAE03A}" destId="{76E1DDFA-91D1-4BDA-B736-BFCCC4C2CE15}" srcOrd="0" destOrd="0" presId="urn:microsoft.com/office/officeart/2005/8/layout/hierarchy4"/>
    <dgm:cxn modelId="{2B586943-13C7-460C-BBCF-61AF3F4B5C97}" type="presOf" srcId="{85003AC2-5773-484C-A813-40EFF6F8A823}" destId="{578D8836-6D08-4E31-921D-86188C992246}" srcOrd="0" destOrd="0" presId="urn:microsoft.com/office/officeart/2005/8/layout/hierarchy4"/>
    <dgm:cxn modelId="{24810D76-05C4-4E42-A86A-1534CD94258F}" srcId="{85003AC2-5773-484C-A813-40EFF6F8A823}" destId="{855AC023-8E08-4B4C-939D-B33E48080C84}" srcOrd="2" destOrd="0" parTransId="{63D3FD84-36B6-4D31-8D42-F1C06B42E657}" sibTransId="{4161BBBD-C8D0-467E-B9FD-84F29C07FC79}"/>
    <dgm:cxn modelId="{EE4107C2-BEDD-4718-8744-ACB7899234B8}" type="presOf" srcId="{2A301FB0-782B-4E4C-9F8B-B5F6651D5675}" destId="{85969222-C9BA-49DC-AF77-677047E69347}" srcOrd="0" destOrd="0" presId="urn:microsoft.com/office/officeart/2005/8/layout/hierarchy4"/>
    <dgm:cxn modelId="{339DD4B1-78FE-459D-AE18-11F02B70E5C1}" type="presOf" srcId="{855AC023-8E08-4B4C-939D-B33E48080C84}" destId="{92155280-D076-4F93-B2E9-6CF5FBCC6FA1}" srcOrd="0" destOrd="0" presId="urn:microsoft.com/office/officeart/2005/8/layout/hierarchy4"/>
    <dgm:cxn modelId="{1F641290-3C49-446F-9CEF-32AC9BCFA2BA}" srcId="{43B14A11-8B8C-463C-883B-2869E87108B2}" destId="{85003AC2-5773-484C-A813-40EFF6F8A823}" srcOrd="0" destOrd="0" parTransId="{C1D00746-F9BF-4F40-8570-F3F65AE9B459}" sibTransId="{B36DB983-29C2-494D-8ED0-514A893A7673}"/>
    <dgm:cxn modelId="{4890A7C7-2D47-4C60-A09F-E027EBEAA48F}" srcId="{85003AC2-5773-484C-A813-40EFF6F8A823}" destId="{FD6C6262-74B1-4A06-B787-0532D2DAE03A}" srcOrd="0" destOrd="0" parTransId="{2F92AB68-0D12-43CD-8776-6E22FAB8EFBD}" sibTransId="{1388E6DB-B12E-4392-B0C2-EFF1E0E55BD0}"/>
    <dgm:cxn modelId="{6E4953B1-58CB-460C-B735-626097432B75}" type="presParOf" srcId="{D1CFE10D-F307-45B5-B949-4CC113A7DEB6}" destId="{7FA72D75-D6D0-4125-819B-7E4401BF613B}" srcOrd="0" destOrd="0" presId="urn:microsoft.com/office/officeart/2005/8/layout/hierarchy4"/>
    <dgm:cxn modelId="{57538C46-F60E-44B3-9BFB-F502E1405A90}" type="presParOf" srcId="{7FA72D75-D6D0-4125-819B-7E4401BF613B}" destId="{578D8836-6D08-4E31-921D-86188C992246}" srcOrd="0" destOrd="0" presId="urn:microsoft.com/office/officeart/2005/8/layout/hierarchy4"/>
    <dgm:cxn modelId="{FA2E5FA2-B64C-41D0-8D69-686BCB0B3222}" type="presParOf" srcId="{7FA72D75-D6D0-4125-819B-7E4401BF613B}" destId="{1235009C-5EB1-4A42-B5E2-EF4B6D792F50}" srcOrd="1" destOrd="0" presId="urn:microsoft.com/office/officeart/2005/8/layout/hierarchy4"/>
    <dgm:cxn modelId="{A64EB5E7-7028-46B6-93DE-D1CF294ED29E}" type="presParOf" srcId="{7FA72D75-D6D0-4125-819B-7E4401BF613B}" destId="{04A30C85-FCA1-4751-B194-47A4B949E0A0}" srcOrd="2" destOrd="0" presId="urn:microsoft.com/office/officeart/2005/8/layout/hierarchy4"/>
    <dgm:cxn modelId="{F661CFF9-D822-4CC7-99BC-D0B1C00F016F}" type="presParOf" srcId="{04A30C85-FCA1-4751-B194-47A4B949E0A0}" destId="{F1ED1862-45D0-425E-9FF7-B47F8C744526}" srcOrd="0" destOrd="0" presId="urn:microsoft.com/office/officeart/2005/8/layout/hierarchy4"/>
    <dgm:cxn modelId="{FAD2E3D6-D0B2-4DDF-A055-6F825286CB86}" type="presParOf" srcId="{F1ED1862-45D0-425E-9FF7-B47F8C744526}" destId="{76E1DDFA-91D1-4BDA-B736-BFCCC4C2CE15}" srcOrd="0" destOrd="0" presId="urn:microsoft.com/office/officeart/2005/8/layout/hierarchy4"/>
    <dgm:cxn modelId="{EEB5DCD9-3ACE-49FD-9A99-912AED45DE45}" type="presParOf" srcId="{F1ED1862-45D0-425E-9FF7-B47F8C744526}" destId="{23E5323A-ABA2-4561-A738-96BF2D920C24}" srcOrd="1" destOrd="0" presId="urn:microsoft.com/office/officeart/2005/8/layout/hierarchy4"/>
    <dgm:cxn modelId="{8B4E1639-4673-4047-9EE4-7E77CD6551E5}" type="presParOf" srcId="{04A30C85-FCA1-4751-B194-47A4B949E0A0}" destId="{F6365C02-37E5-4B6A-B102-5E2FD1C92869}" srcOrd="1" destOrd="0" presId="urn:microsoft.com/office/officeart/2005/8/layout/hierarchy4"/>
    <dgm:cxn modelId="{A06BA698-CBF8-4D70-8BBD-6FC8BBA27FB3}" type="presParOf" srcId="{04A30C85-FCA1-4751-B194-47A4B949E0A0}" destId="{1FBBF45B-ECAA-4763-8CBA-EA39E91CE78F}" srcOrd="2" destOrd="0" presId="urn:microsoft.com/office/officeart/2005/8/layout/hierarchy4"/>
    <dgm:cxn modelId="{80A494C3-BCEA-42C3-ADFD-167A216689EC}" type="presParOf" srcId="{1FBBF45B-ECAA-4763-8CBA-EA39E91CE78F}" destId="{85969222-C9BA-49DC-AF77-677047E69347}" srcOrd="0" destOrd="0" presId="urn:microsoft.com/office/officeart/2005/8/layout/hierarchy4"/>
    <dgm:cxn modelId="{4266EC8D-5D26-4DA6-8F33-529A850331A7}" type="presParOf" srcId="{1FBBF45B-ECAA-4763-8CBA-EA39E91CE78F}" destId="{F2C28EEE-1A39-4518-9ED5-98B2D944C75D}" srcOrd="1" destOrd="0" presId="urn:microsoft.com/office/officeart/2005/8/layout/hierarchy4"/>
    <dgm:cxn modelId="{81807901-DCCC-447E-A1F6-2B84990801B3}" type="presParOf" srcId="{04A30C85-FCA1-4751-B194-47A4B949E0A0}" destId="{214022A0-DE8E-4D51-98D3-C2487EAA57E7}" srcOrd="3" destOrd="0" presId="urn:microsoft.com/office/officeart/2005/8/layout/hierarchy4"/>
    <dgm:cxn modelId="{350C4D7E-32C4-46CF-A92C-4F8A89F8766C}" type="presParOf" srcId="{04A30C85-FCA1-4751-B194-47A4B949E0A0}" destId="{7CFC4D1D-1E9B-407E-9509-820350AE77C1}" srcOrd="4" destOrd="0" presId="urn:microsoft.com/office/officeart/2005/8/layout/hierarchy4"/>
    <dgm:cxn modelId="{F2AE4FAC-EEFC-4E7A-A221-01B3E3D243E9}" type="presParOf" srcId="{7CFC4D1D-1E9B-407E-9509-820350AE77C1}" destId="{92155280-D076-4F93-B2E9-6CF5FBCC6FA1}" srcOrd="0" destOrd="0" presId="urn:microsoft.com/office/officeart/2005/8/layout/hierarchy4"/>
    <dgm:cxn modelId="{F018FFED-F539-4A56-8DF9-C70F3A2FEE31}" type="presParOf" srcId="{7CFC4D1D-1E9B-407E-9509-820350AE77C1}" destId="{0366652E-EDDC-448B-9FD5-FFF44B4A9071}" srcOrd="1" destOrd="0" presId="urn:microsoft.com/office/officeart/2005/8/layout/hierarchy4"/>
  </dgm:cxnLst>
  <dgm:bg/>
  <dgm:whole/>
  <dgm:extLst>
    <a:ext uri="http://schemas.microsoft.com/office/drawing/2008/diagram">
      <dsp:dataModelExt xmlns:dsp="http://schemas.microsoft.com/office/drawing/2008/diagram" xmlns="" relId="rId2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Service &amp; Install Base</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FD6C6262-74B1-4A06-B787-0532D2DAE03A}">
      <dgm:prSet phldrT="[Text]"/>
      <dgm:spPr>
        <a:solidFill>
          <a:srgbClr val="3366FF"/>
        </a:solidFill>
      </dgm:spPr>
      <dgm:t>
        <a:bodyPr/>
        <a:lstStyle/>
        <a:p>
          <a:r>
            <a:rPr lang="en-US" dirty="0" smtClean="0"/>
            <a:t>Web Self-Service</a:t>
          </a:r>
          <a:endParaRPr lang="en-US" dirty="0"/>
        </a:p>
      </dgm:t>
    </dgm:pt>
    <dgm:pt modelId="{2F92AB68-0D12-43CD-8776-6E22FAB8EFBD}" type="parTrans" cxnId="{4890A7C7-2D47-4C60-A09F-E027EBEAA48F}">
      <dgm:prSet/>
      <dgm:spPr/>
      <dgm:t>
        <a:bodyPr/>
        <a:lstStyle/>
        <a:p>
          <a:endParaRPr lang="en-US"/>
        </a:p>
      </dgm:t>
    </dgm:pt>
    <dgm:pt modelId="{1388E6DB-B12E-4392-B0C2-EFF1E0E55BD0}" type="sibTrans" cxnId="{4890A7C7-2D47-4C60-A09F-E027EBEAA48F}">
      <dgm:prSet/>
      <dgm:spPr/>
      <dgm:t>
        <a:bodyPr/>
        <a:lstStyle/>
        <a:p>
          <a:endParaRPr lang="en-US"/>
        </a:p>
      </dgm:t>
    </dgm:pt>
    <dgm:pt modelId="{2A301FB0-782B-4E4C-9F8B-B5F6651D5675}">
      <dgm:prSet phldrT="[Text]"/>
      <dgm:spPr>
        <a:solidFill>
          <a:srgbClr val="3366FF"/>
        </a:solidFill>
      </dgm:spPr>
      <dgm:t>
        <a:bodyPr/>
        <a:lstStyle/>
        <a:p>
          <a:r>
            <a:rPr lang="en-US" dirty="0" smtClean="0"/>
            <a:t>Knowledge Base</a:t>
          </a:r>
          <a:endParaRPr lang="en-US" dirty="0"/>
        </a:p>
      </dgm:t>
    </dgm:pt>
    <dgm:pt modelId="{7EA7E6DD-2552-4DC1-AC28-DE54FB53A83D}" type="parTrans" cxnId="{97DE7992-B783-4ABC-8DAC-EAC6166C721C}">
      <dgm:prSet/>
      <dgm:spPr/>
      <dgm:t>
        <a:bodyPr/>
        <a:lstStyle/>
        <a:p>
          <a:endParaRPr lang="en-US"/>
        </a:p>
      </dgm:t>
    </dgm:pt>
    <dgm:pt modelId="{CA5D6E47-4915-4F25-88E4-4B8F832FF9EF}" type="sibTrans" cxnId="{97DE7992-B783-4ABC-8DAC-EAC6166C721C}">
      <dgm:prSet/>
      <dgm:spPr/>
      <dgm:t>
        <a:bodyPr/>
        <a:lstStyle/>
        <a:p>
          <a:endParaRPr lang="en-US"/>
        </a:p>
      </dgm:t>
    </dgm:pt>
    <dgm:pt modelId="{855AC023-8E08-4B4C-939D-B33E48080C84}">
      <dgm:prSet phldrT="[Text]"/>
      <dgm:spPr>
        <a:solidFill>
          <a:srgbClr val="3366FF"/>
        </a:solidFill>
      </dgm:spPr>
      <dgm:t>
        <a:bodyPr/>
        <a:lstStyle/>
        <a:p>
          <a:r>
            <a:rPr lang="en-US" dirty="0" smtClean="0"/>
            <a:t>Depot Repair</a:t>
          </a:r>
          <a:endParaRPr lang="en-US" dirty="0"/>
        </a:p>
      </dgm:t>
    </dgm:pt>
    <dgm:pt modelId="{63D3FD84-36B6-4D31-8D42-F1C06B42E657}" type="parTrans" cxnId="{24810D76-05C4-4E42-A86A-1534CD94258F}">
      <dgm:prSet/>
      <dgm:spPr/>
      <dgm:t>
        <a:bodyPr/>
        <a:lstStyle/>
        <a:p>
          <a:endParaRPr lang="en-US"/>
        </a:p>
      </dgm:t>
    </dgm:pt>
    <dgm:pt modelId="{4161BBBD-C8D0-467E-B9FD-84F29C07FC79}" type="sibTrans" cxnId="{24810D76-05C4-4E42-A86A-1534CD94258F}">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0" presStyleCnt="3">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 modelId="{F6365C02-37E5-4B6A-B102-5E2FD1C92869}" type="pres">
      <dgm:prSet presAssocID="{1388E6DB-B12E-4392-B0C2-EFF1E0E55BD0}" presName="sibSpaceTwo" presStyleCnt="0"/>
      <dgm:spPr/>
    </dgm:pt>
    <dgm:pt modelId="{1FBBF45B-ECAA-4763-8CBA-EA39E91CE78F}" type="pres">
      <dgm:prSet presAssocID="{2A301FB0-782B-4E4C-9F8B-B5F6651D5675}" presName="vertTwo" presStyleCnt="0"/>
      <dgm:spPr/>
    </dgm:pt>
    <dgm:pt modelId="{85969222-C9BA-49DC-AF77-677047E69347}" type="pres">
      <dgm:prSet presAssocID="{2A301FB0-782B-4E4C-9F8B-B5F6651D5675}" presName="txTwo" presStyleLbl="node2" presStyleIdx="1" presStyleCnt="3">
        <dgm:presLayoutVars>
          <dgm:chPref val="3"/>
        </dgm:presLayoutVars>
      </dgm:prSet>
      <dgm:spPr/>
      <dgm:t>
        <a:bodyPr/>
        <a:lstStyle/>
        <a:p>
          <a:endParaRPr lang="en-US"/>
        </a:p>
      </dgm:t>
    </dgm:pt>
    <dgm:pt modelId="{F2C28EEE-1A39-4518-9ED5-98B2D944C75D}" type="pres">
      <dgm:prSet presAssocID="{2A301FB0-782B-4E4C-9F8B-B5F6651D5675}" presName="horzTwo" presStyleCnt="0"/>
      <dgm:spPr/>
    </dgm:pt>
    <dgm:pt modelId="{214022A0-DE8E-4D51-98D3-C2487EAA57E7}" type="pres">
      <dgm:prSet presAssocID="{CA5D6E47-4915-4F25-88E4-4B8F832FF9EF}" presName="sibSpaceTwo" presStyleCnt="0"/>
      <dgm:spPr/>
    </dgm:pt>
    <dgm:pt modelId="{7CFC4D1D-1E9B-407E-9509-820350AE77C1}" type="pres">
      <dgm:prSet presAssocID="{855AC023-8E08-4B4C-939D-B33E48080C84}" presName="vertTwo" presStyleCnt="0"/>
      <dgm:spPr/>
    </dgm:pt>
    <dgm:pt modelId="{92155280-D076-4F93-B2E9-6CF5FBCC6FA1}" type="pres">
      <dgm:prSet presAssocID="{855AC023-8E08-4B4C-939D-B33E48080C84}" presName="txTwo" presStyleLbl="node2" presStyleIdx="2" presStyleCnt="3">
        <dgm:presLayoutVars>
          <dgm:chPref val="3"/>
        </dgm:presLayoutVars>
      </dgm:prSet>
      <dgm:spPr/>
      <dgm:t>
        <a:bodyPr/>
        <a:lstStyle/>
        <a:p>
          <a:endParaRPr lang="en-US"/>
        </a:p>
      </dgm:t>
    </dgm:pt>
    <dgm:pt modelId="{0366652E-EDDC-448B-9FD5-FFF44B4A9071}" type="pres">
      <dgm:prSet presAssocID="{855AC023-8E08-4B4C-939D-B33E48080C84}" presName="horzTwo" presStyleCnt="0"/>
      <dgm:spPr/>
    </dgm:pt>
  </dgm:ptLst>
  <dgm:cxnLst>
    <dgm:cxn modelId="{0F19653B-B889-4587-B060-CB5AA8DD021C}" type="presOf" srcId="{85003AC2-5773-484C-A813-40EFF6F8A823}" destId="{578D8836-6D08-4E31-921D-86188C992246}" srcOrd="0" destOrd="0" presId="urn:microsoft.com/office/officeart/2005/8/layout/hierarchy4"/>
    <dgm:cxn modelId="{1F641290-3C49-446F-9CEF-32AC9BCFA2BA}" srcId="{43B14A11-8B8C-463C-883B-2869E87108B2}" destId="{85003AC2-5773-484C-A813-40EFF6F8A823}" srcOrd="0" destOrd="0" parTransId="{C1D00746-F9BF-4F40-8570-F3F65AE9B459}" sibTransId="{B36DB983-29C2-494D-8ED0-514A893A7673}"/>
    <dgm:cxn modelId="{97DE7992-B783-4ABC-8DAC-EAC6166C721C}" srcId="{85003AC2-5773-484C-A813-40EFF6F8A823}" destId="{2A301FB0-782B-4E4C-9F8B-B5F6651D5675}" srcOrd="1" destOrd="0" parTransId="{7EA7E6DD-2552-4DC1-AC28-DE54FB53A83D}" sibTransId="{CA5D6E47-4915-4F25-88E4-4B8F832FF9EF}"/>
    <dgm:cxn modelId="{4890A7C7-2D47-4C60-A09F-E027EBEAA48F}" srcId="{85003AC2-5773-484C-A813-40EFF6F8A823}" destId="{FD6C6262-74B1-4A06-B787-0532D2DAE03A}" srcOrd="0" destOrd="0" parTransId="{2F92AB68-0D12-43CD-8776-6E22FAB8EFBD}" sibTransId="{1388E6DB-B12E-4392-B0C2-EFF1E0E55BD0}"/>
    <dgm:cxn modelId="{077CFD3C-A365-40E5-8B69-6595FE500BB0}" type="presOf" srcId="{43B14A11-8B8C-463C-883B-2869E87108B2}" destId="{D1CFE10D-F307-45B5-B949-4CC113A7DEB6}" srcOrd="0" destOrd="0" presId="urn:microsoft.com/office/officeart/2005/8/layout/hierarchy4"/>
    <dgm:cxn modelId="{E37FD22E-29D9-40B2-B8A2-D46AA1DB0C54}" type="presOf" srcId="{2A301FB0-782B-4E4C-9F8B-B5F6651D5675}" destId="{85969222-C9BA-49DC-AF77-677047E69347}" srcOrd="0" destOrd="0" presId="urn:microsoft.com/office/officeart/2005/8/layout/hierarchy4"/>
    <dgm:cxn modelId="{24810D76-05C4-4E42-A86A-1534CD94258F}" srcId="{85003AC2-5773-484C-A813-40EFF6F8A823}" destId="{855AC023-8E08-4B4C-939D-B33E48080C84}" srcOrd="2" destOrd="0" parTransId="{63D3FD84-36B6-4D31-8D42-F1C06B42E657}" sibTransId="{4161BBBD-C8D0-467E-B9FD-84F29C07FC79}"/>
    <dgm:cxn modelId="{B13FB11A-95C2-4823-B8A6-CF3A4BD5CC16}" type="presOf" srcId="{855AC023-8E08-4B4C-939D-B33E48080C84}" destId="{92155280-D076-4F93-B2E9-6CF5FBCC6FA1}" srcOrd="0" destOrd="0" presId="urn:microsoft.com/office/officeart/2005/8/layout/hierarchy4"/>
    <dgm:cxn modelId="{B8F7CF34-E4F8-4F66-9EF3-C92952A3DE37}" type="presOf" srcId="{FD6C6262-74B1-4A06-B787-0532D2DAE03A}" destId="{76E1DDFA-91D1-4BDA-B736-BFCCC4C2CE15}" srcOrd="0" destOrd="0" presId="urn:microsoft.com/office/officeart/2005/8/layout/hierarchy4"/>
    <dgm:cxn modelId="{4ADF04C4-1344-4712-80E3-C444418469A0}" type="presParOf" srcId="{D1CFE10D-F307-45B5-B949-4CC113A7DEB6}" destId="{7FA72D75-D6D0-4125-819B-7E4401BF613B}" srcOrd="0" destOrd="0" presId="urn:microsoft.com/office/officeart/2005/8/layout/hierarchy4"/>
    <dgm:cxn modelId="{863B1039-DB9F-41AD-9E9F-E3640945CA0E}" type="presParOf" srcId="{7FA72D75-D6D0-4125-819B-7E4401BF613B}" destId="{578D8836-6D08-4E31-921D-86188C992246}" srcOrd="0" destOrd="0" presId="urn:microsoft.com/office/officeart/2005/8/layout/hierarchy4"/>
    <dgm:cxn modelId="{D7321F3F-F3F7-45A4-9970-342443B6E118}" type="presParOf" srcId="{7FA72D75-D6D0-4125-819B-7E4401BF613B}" destId="{1235009C-5EB1-4A42-B5E2-EF4B6D792F50}" srcOrd="1" destOrd="0" presId="urn:microsoft.com/office/officeart/2005/8/layout/hierarchy4"/>
    <dgm:cxn modelId="{4E29DA41-4D22-4B7F-A938-9B520BE50885}" type="presParOf" srcId="{7FA72D75-D6D0-4125-819B-7E4401BF613B}" destId="{04A30C85-FCA1-4751-B194-47A4B949E0A0}" srcOrd="2" destOrd="0" presId="urn:microsoft.com/office/officeart/2005/8/layout/hierarchy4"/>
    <dgm:cxn modelId="{1CADD307-56B3-4C58-8F72-A4CD9C368D4D}" type="presParOf" srcId="{04A30C85-FCA1-4751-B194-47A4B949E0A0}" destId="{F1ED1862-45D0-425E-9FF7-B47F8C744526}" srcOrd="0" destOrd="0" presId="urn:microsoft.com/office/officeart/2005/8/layout/hierarchy4"/>
    <dgm:cxn modelId="{9A7FBE0B-699D-476A-B561-7EAF4CDFAC3A}" type="presParOf" srcId="{F1ED1862-45D0-425E-9FF7-B47F8C744526}" destId="{76E1DDFA-91D1-4BDA-B736-BFCCC4C2CE15}" srcOrd="0" destOrd="0" presId="urn:microsoft.com/office/officeart/2005/8/layout/hierarchy4"/>
    <dgm:cxn modelId="{D78B669C-12D0-4F40-A423-5FC38E3E0755}" type="presParOf" srcId="{F1ED1862-45D0-425E-9FF7-B47F8C744526}" destId="{23E5323A-ABA2-4561-A738-96BF2D920C24}" srcOrd="1" destOrd="0" presId="urn:microsoft.com/office/officeart/2005/8/layout/hierarchy4"/>
    <dgm:cxn modelId="{D7C3FAFD-8503-4E76-959D-A94D6D13AE71}" type="presParOf" srcId="{04A30C85-FCA1-4751-B194-47A4B949E0A0}" destId="{F6365C02-37E5-4B6A-B102-5E2FD1C92869}" srcOrd="1" destOrd="0" presId="urn:microsoft.com/office/officeart/2005/8/layout/hierarchy4"/>
    <dgm:cxn modelId="{3FABFEB4-2525-426C-B233-0AF1D21510F4}" type="presParOf" srcId="{04A30C85-FCA1-4751-B194-47A4B949E0A0}" destId="{1FBBF45B-ECAA-4763-8CBA-EA39E91CE78F}" srcOrd="2" destOrd="0" presId="urn:microsoft.com/office/officeart/2005/8/layout/hierarchy4"/>
    <dgm:cxn modelId="{091DDDD2-337D-4553-ACBD-0EF706D3082B}" type="presParOf" srcId="{1FBBF45B-ECAA-4763-8CBA-EA39E91CE78F}" destId="{85969222-C9BA-49DC-AF77-677047E69347}" srcOrd="0" destOrd="0" presId="urn:microsoft.com/office/officeart/2005/8/layout/hierarchy4"/>
    <dgm:cxn modelId="{60B78E61-D786-4E12-870D-5EE22B239F75}" type="presParOf" srcId="{1FBBF45B-ECAA-4763-8CBA-EA39E91CE78F}" destId="{F2C28EEE-1A39-4518-9ED5-98B2D944C75D}" srcOrd="1" destOrd="0" presId="urn:microsoft.com/office/officeart/2005/8/layout/hierarchy4"/>
    <dgm:cxn modelId="{CC67AAA2-C2F4-472C-A69E-547CAF1EB545}" type="presParOf" srcId="{04A30C85-FCA1-4751-B194-47A4B949E0A0}" destId="{214022A0-DE8E-4D51-98D3-C2487EAA57E7}" srcOrd="3" destOrd="0" presId="urn:microsoft.com/office/officeart/2005/8/layout/hierarchy4"/>
    <dgm:cxn modelId="{1020326D-E1AE-4D08-96FD-ED0EC2336677}" type="presParOf" srcId="{04A30C85-FCA1-4751-B194-47A4B949E0A0}" destId="{7CFC4D1D-1E9B-407E-9509-820350AE77C1}" srcOrd="4" destOrd="0" presId="urn:microsoft.com/office/officeart/2005/8/layout/hierarchy4"/>
    <dgm:cxn modelId="{35F623CB-3105-4C2D-8908-5E7DAEBF142E}" type="presParOf" srcId="{7CFC4D1D-1E9B-407E-9509-820350AE77C1}" destId="{92155280-D076-4F93-B2E9-6CF5FBCC6FA1}" srcOrd="0" destOrd="0" presId="urn:microsoft.com/office/officeart/2005/8/layout/hierarchy4"/>
    <dgm:cxn modelId="{CE2656BC-8203-4D29-B552-0DA62BF42D6E}" type="presParOf" srcId="{7CFC4D1D-1E9B-407E-9509-820350AE77C1}" destId="{0366652E-EDDC-448B-9FD5-FFF44B4A9071}" srcOrd="1" destOrd="0" presId="urn:microsoft.com/office/officeart/2005/8/layout/hierarchy4"/>
  </dgm:cxnLst>
  <dgm:bg/>
  <dgm:whole/>
  <dgm:extLst>
    <a:ext uri="http://schemas.microsoft.com/office/drawing/2008/diagram">
      <dsp:dataModelExt xmlns:dsp="http://schemas.microsoft.com/office/drawing/2008/diagram" xmlns="" relId="rId2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Demand Planning &amp; Forecasting</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FD6C6262-74B1-4A06-B787-0532D2DAE03A}">
      <dgm:prSet phldrT="[Text]"/>
      <dgm:spPr>
        <a:solidFill>
          <a:srgbClr val="3366FF"/>
        </a:solidFill>
      </dgm:spPr>
      <dgm:t>
        <a:bodyPr/>
        <a:lstStyle/>
        <a:p>
          <a:r>
            <a:rPr lang="en-US" dirty="0" smtClean="0"/>
            <a:t>Advanced Planning &amp; Scheduling</a:t>
          </a:r>
          <a:endParaRPr lang="en-US" dirty="0"/>
        </a:p>
      </dgm:t>
    </dgm:pt>
    <dgm:pt modelId="{1388E6DB-B12E-4392-B0C2-EFF1E0E55BD0}" type="sibTrans" cxnId="{4890A7C7-2D47-4C60-A09F-E027EBEAA48F}">
      <dgm:prSet/>
      <dgm:spPr/>
      <dgm:t>
        <a:bodyPr/>
        <a:lstStyle/>
        <a:p>
          <a:endParaRPr lang="en-US"/>
        </a:p>
      </dgm:t>
    </dgm:pt>
    <dgm:pt modelId="{2F92AB68-0D12-43CD-8776-6E22FAB8EFBD}" type="parTrans" cxnId="{4890A7C7-2D47-4C60-A09F-E027EBEAA48F}">
      <dgm:prSet/>
      <dgm:spPr/>
      <dgm:t>
        <a:bodyPr/>
        <a:lstStyle/>
        <a:p>
          <a:endParaRPr lang="en-US"/>
        </a:p>
      </dgm:t>
    </dgm:pt>
    <dgm:pt modelId="{2A301FB0-782B-4E4C-9F8B-B5F6651D5675}">
      <dgm:prSet phldrT="[Text]">
        <dgm:style>
          <a:lnRef idx="0">
            <a:schemeClr val="accent6"/>
          </a:lnRef>
          <a:fillRef idx="3">
            <a:schemeClr val="accent6"/>
          </a:fillRef>
          <a:effectRef idx="3">
            <a:schemeClr val="accent6"/>
          </a:effectRef>
          <a:fontRef idx="minor">
            <a:schemeClr val="lt1"/>
          </a:fontRef>
        </dgm:style>
      </dgm:prSet>
      <dgm:spPr>
        <a:solidFill>
          <a:srgbClr val="3366FF"/>
        </a:solidFill>
      </dgm:spPr>
      <dgm:t>
        <a:bodyPr/>
        <a:lstStyle/>
        <a:p>
          <a:r>
            <a:rPr lang="en-US" dirty="0" smtClean="0"/>
            <a:t>Optimization</a:t>
          </a:r>
          <a:endParaRPr lang="en-US" dirty="0"/>
        </a:p>
      </dgm:t>
    </dgm:pt>
    <dgm:pt modelId="{CA5D6E47-4915-4F25-88E4-4B8F832FF9EF}" type="sibTrans" cxnId="{97DE7992-B783-4ABC-8DAC-EAC6166C721C}">
      <dgm:prSet/>
      <dgm:spPr/>
      <dgm:t>
        <a:bodyPr/>
        <a:lstStyle/>
        <a:p>
          <a:endParaRPr lang="en-US"/>
        </a:p>
      </dgm:t>
    </dgm:pt>
    <dgm:pt modelId="{7EA7E6DD-2552-4DC1-AC28-DE54FB53A83D}" type="parTrans" cxnId="{97DE7992-B783-4ABC-8DAC-EAC6166C721C}">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0" presStyleCnt="2">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 modelId="{F6365C02-37E5-4B6A-B102-5E2FD1C92869}" type="pres">
      <dgm:prSet presAssocID="{1388E6DB-B12E-4392-B0C2-EFF1E0E55BD0}" presName="sibSpaceTwo" presStyleCnt="0"/>
      <dgm:spPr/>
    </dgm:pt>
    <dgm:pt modelId="{1FBBF45B-ECAA-4763-8CBA-EA39E91CE78F}" type="pres">
      <dgm:prSet presAssocID="{2A301FB0-782B-4E4C-9F8B-B5F6651D5675}" presName="vertTwo" presStyleCnt="0"/>
      <dgm:spPr/>
    </dgm:pt>
    <dgm:pt modelId="{85969222-C9BA-49DC-AF77-677047E69347}" type="pres">
      <dgm:prSet presAssocID="{2A301FB0-782B-4E4C-9F8B-B5F6651D5675}" presName="txTwo" presStyleLbl="node2" presStyleIdx="1" presStyleCnt="2">
        <dgm:presLayoutVars>
          <dgm:chPref val="3"/>
        </dgm:presLayoutVars>
      </dgm:prSet>
      <dgm:spPr/>
      <dgm:t>
        <a:bodyPr/>
        <a:lstStyle/>
        <a:p>
          <a:endParaRPr lang="en-US"/>
        </a:p>
      </dgm:t>
    </dgm:pt>
    <dgm:pt modelId="{F2C28EEE-1A39-4518-9ED5-98B2D944C75D}" type="pres">
      <dgm:prSet presAssocID="{2A301FB0-782B-4E4C-9F8B-B5F6651D5675}" presName="horzTwo" presStyleCnt="0"/>
      <dgm:spPr/>
    </dgm:pt>
  </dgm:ptLst>
  <dgm:cxnLst>
    <dgm:cxn modelId="{1F641290-3C49-446F-9CEF-32AC9BCFA2BA}" srcId="{43B14A11-8B8C-463C-883B-2869E87108B2}" destId="{85003AC2-5773-484C-A813-40EFF6F8A823}" srcOrd="0" destOrd="0" parTransId="{C1D00746-F9BF-4F40-8570-F3F65AE9B459}" sibTransId="{B36DB983-29C2-494D-8ED0-514A893A7673}"/>
    <dgm:cxn modelId="{219EA5D0-CFE9-48DE-9F18-97A59D1B194D}" type="presOf" srcId="{2A301FB0-782B-4E4C-9F8B-B5F6651D5675}" destId="{85969222-C9BA-49DC-AF77-677047E69347}" srcOrd="0" destOrd="0" presId="urn:microsoft.com/office/officeart/2005/8/layout/hierarchy4"/>
    <dgm:cxn modelId="{97DE7992-B783-4ABC-8DAC-EAC6166C721C}" srcId="{85003AC2-5773-484C-A813-40EFF6F8A823}" destId="{2A301FB0-782B-4E4C-9F8B-B5F6651D5675}" srcOrd="1" destOrd="0" parTransId="{7EA7E6DD-2552-4DC1-AC28-DE54FB53A83D}" sibTransId="{CA5D6E47-4915-4F25-88E4-4B8F832FF9EF}"/>
    <dgm:cxn modelId="{4890A7C7-2D47-4C60-A09F-E027EBEAA48F}" srcId="{85003AC2-5773-484C-A813-40EFF6F8A823}" destId="{FD6C6262-74B1-4A06-B787-0532D2DAE03A}" srcOrd="0" destOrd="0" parTransId="{2F92AB68-0D12-43CD-8776-6E22FAB8EFBD}" sibTransId="{1388E6DB-B12E-4392-B0C2-EFF1E0E55BD0}"/>
    <dgm:cxn modelId="{775DB2D1-DA85-4617-B238-AF8B7BF10888}" type="presOf" srcId="{43B14A11-8B8C-463C-883B-2869E87108B2}" destId="{D1CFE10D-F307-45B5-B949-4CC113A7DEB6}" srcOrd="0" destOrd="0" presId="urn:microsoft.com/office/officeart/2005/8/layout/hierarchy4"/>
    <dgm:cxn modelId="{B59771DB-04B0-42FE-8F99-5C260DE0756B}" type="presOf" srcId="{FD6C6262-74B1-4A06-B787-0532D2DAE03A}" destId="{76E1DDFA-91D1-4BDA-B736-BFCCC4C2CE15}" srcOrd="0" destOrd="0" presId="urn:microsoft.com/office/officeart/2005/8/layout/hierarchy4"/>
    <dgm:cxn modelId="{2CB11506-101D-4D95-9D9E-7000A38E836D}" type="presOf" srcId="{85003AC2-5773-484C-A813-40EFF6F8A823}" destId="{578D8836-6D08-4E31-921D-86188C992246}" srcOrd="0" destOrd="0" presId="urn:microsoft.com/office/officeart/2005/8/layout/hierarchy4"/>
    <dgm:cxn modelId="{2566A572-CBE9-42F4-A757-7AB075340EEC}" type="presParOf" srcId="{D1CFE10D-F307-45B5-B949-4CC113A7DEB6}" destId="{7FA72D75-D6D0-4125-819B-7E4401BF613B}" srcOrd="0" destOrd="0" presId="urn:microsoft.com/office/officeart/2005/8/layout/hierarchy4"/>
    <dgm:cxn modelId="{2F713805-D205-4C5F-8B20-4A0165EE515D}" type="presParOf" srcId="{7FA72D75-D6D0-4125-819B-7E4401BF613B}" destId="{578D8836-6D08-4E31-921D-86188C992246}" srcOrd="0" destOrd="0" presId="urn:microsoft.com/office/officeart/2005/8/layout/hierarchy4"/>
    <dgm:cxn modelId="{114F9391-6DF7-4C4C-A972-A145930E80C5}" type="presParOf" srcId="{7FA72D75-D6D0-4125-819B-7E4401BF613B}" destId="{1235009C-5EB1-4A42-B5E2-EF4B6D792F50}" srcOrd="1" destOrd="0" presId="urn:microsoft.com/office/officeart/2005/8/layout/hierarchy4"/>
    <dgm:cxn modelId="{001C5423-0D92-4BD2-AF01-9DB53D7CC6D8}" type="presParOf" srcId="{7FA72D75-D6D0-4125-819B-7E4401BF613B}" destId="{04A30C85-FCA1-4751-B194-47A4B949E0A0}" srcOrd="2" destOrd="0" presId="urn:microsoft.com/office/officeart/2005/8/layout/hierarchy4"/>
    <dgm:cxn modelId="{88CE099F-368B-4CB0-9579-574FCA1F745D}" type="presParOf" srcId="{04A30C85-FCA1-4751-B194-47A4B949E0A0}" destId="{F1ED1862-45D0-425E-9FF7-B47F8C744526}" srcOrd="0" destOrd="0" presId="urn:microsoft.com/office/officeart/2005/8/layout/hierarchy4"/>
    <dgm:cxn modelId="{73E9CE17-85A8-4B7D-861C-7CC9AA2B345D}" type="presParOf" srcId="{F1ED1862-45D0-425E-9FF7-B47F8C744526}" destId="{76E1DDFA-91D1-4BDA-B736-BFCCC4C2CE15}" srcOrd="0" destOrd="0" presId="urn:microsoft.com/office/officeart/2005/8/layout/hierarchy4"/>
    <dgm:cxn modelId="{371A2AC0-F7CD-42B1-844E-FDBF989C291F}" type="presParOf" srcId="{F1ED1862-45D0-425E-9FF7-B47F8C744526}" destId="{23E5323A-ABA2-4561-A738-96BF2D920C24}" srcOrd="1" destOrd="0" presId="urn:microsoft.com/office/officeart/2005/8/layout/hierarchy4"/>
    <dgm:cxn modelId="{E07C915E-9680-4FA4-9307-834B3E7358E5}" type="presParOf" srcId="{04A30C85-FCA1-4751-B194-47A4B949E0A0}" destId="{F6365C02-37E5-4B6A-B102-5E2FD1C92869}" srcOrd="1" destOrd="0" presId="urn:microsoft.com/office/officeart/2005/8/layout/hierarchy4"/>
    <dgm:cxn modelId="{5DC6AFEC-362D-4929-9FF0-63D582F275F9}" type="presParOf" srcId="{04A30C85-FCA1-4751-B194-47A4B949E0A0}" destId="{1FBBF45B-ECAA-4763-8CBA-EA39E91CE78F}" srcOrd="2" destOrd="0" presId="urn:microsoft.com/office/officeart/2005/8/layout/hierarchy4"/>
    <dgm:cxn modelId="{FFF92151-CA2B-40AC-8572-77C5253B95B0}" type="presParOf" srcId="{1FBBF45B-ECAA-4763-8CBA-EA39E91CE78F}" destId="{85969222-C9BA-49DC-AF77-677047E69347}" srcOrd="0" destOrd="0" presId="urn:microsoft.com/office/officeart/2005/8/layout/hierarchy4"/>
    <dgm:cxn modelId="{797BE027-F7D1-4602-A023-E1408127B0AA}" type="presParOf" srcId="{1FBBF45B-ECAA-4763-8CBA-EA39E91CE78F}" destId="{F2C28EEE-1A39-4518-9ED5-98B2D944C75D}" srcOrd="1" destOrd="0" presId="urn:microsoft.com/office/officeart/2005/8/layout/hierarchy4"/>
  </dgm:cxnLst>
  <dgm:bg/>
  <dgm:whole/>
  <dgm:extLst>
    <a:ext uri="http://schemas.microsoft.com/office/drawing/2008/diagram">
      <dsp:dataModelExt xmlns:dsp="http://schemas.microsoft.com/office/drawing/2008/diagram" xmlns="" relId="rId3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Quality Control</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800BD03C-EC82-47FE-AE2C-8D9571EC8557}">
      <dgm:prSet phldrT="[Text]" custT="1"/>
      <dgm:spPr>
        <a:solidFill>
          <a:srgbClr val="3366FF"/>
        </a:solidFill>
      </dgm:spPr>
      <dgm:t>
        <a:bodyPr/>
        <a:lstStyle/>
        <a:p>
          <a:r>
            <a:rPr lang="en-US" sz="900" dirty="0" smtClean="0"/>
            <a:t>Governance, Risk &amp; Control (GRC)</a:t>
          </a:r>
          <a:endParaRPr lang="en-US" sz="900" dirty="0"/>
        </a:p>
      </dgm:t>
    </dgm:pt>
    <dgm:pt modelId="{00130E44-2DCD-4C91-B851-24E5C1B0D07A}" type="parTrans" cxnId="{09E892CB-8133-4E30-9611-C8FA8B62F526}">
      <dgm:prSet/>
      <dgm:spPr/>
      <dgm:t>
        <a:bodyPr/>
        <a:lstStyle/>
        <a:p>
          <a:endParaRPr lang="en-US"/>
        </a:p>
      </dgm:t>
    </dgm:pt>
    <dgm:pt modelId="{14F7CDB3-A9A5-4421-80D1-B22FFA3761B9}" type="sibTrans" cxnId="{09E892CB-8133-4E30-9611-C8FA8B62F526}">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4F26F06E-5BC3-4CF4-A458-90B878793D1C}" type="pres">
      <dgm:prSet presAssocID="{85003AC2-5773-484C-A813-40EFF6F8A823}" presName="parTransOne" presStyleCnt="0"/>
      <dgm:spPr/>
    </dgm:pt>
    <dgm:pt modelId="{04A30C85-FCA1-4751-B194-47A4B949E0A0}" type="pres">
      <dgm:prSet presAssocID="{85003AC2-5773-484C-A813-40EFF6F8A823}" presName="horzOne" presStyleCnt="0"/>
      <dgm:spPr/>
    </dgm:pt>
    <dgm:pt modelId="{67308A57-9EFE-418E-9001-9DB2E60D559B}" type="pres">
      <dgm:prSet presAssocID="{800BD03C-EC82-47FE-AE2C-8D9571EC8557}" presName="vertTwo" presStyleCnt="0"/>
      <dgm:spPr/>
    </dgm:pt>
    <dgm:pt modelId="{CE4623C8-50AC-4780-BF4F-96749DEAA39C}" type="pres">
      <dgm:prSet presAssocID="{800BD03C-EC82-47FE-AE2C-8D9571EC8557}" presName="txTwo" presStyleLbl="node2" presStyleIdx="0" presStyleCnt="1">
        <dgm:presLayoutVars>
          <dgm:chPref val="3"/>
        </dgm:presLayoutVars>
      </dgm:prSet>
      <dgm:spPr/>
      <dgm:t>
        <a:bodyPr/>
        <a:lstStyle/>
        <a:p>
          <a:endParaRPr lang="en-US"/>
        </a:p>
      </dgm:t>
    </dgm:pt>
    <dgm:pt modelId="{86964B79-4D57-4109-A55C-0431DB202059}" type="pres">
      <dgm:prSet presAssocID="{800BD03C-EC82-47FE-AE2C-8D9571EC8557}" presName="horzTwo" presStyleCnt="0"/>
      <dgm:spPr/>
    </dgm:pt>
  </dgm:ptLst>
  <dgm:cxnLst>
    <dgm:cxn modelId="{1F641290-3C49-446F-9CEF-32AC9BCFA2BA}" srcId="{43B14A11-8B8C-463C-883B-2869E87108B2}" destId="{85003AC2-5773-484C-A813-40EFF6F8A823}" srcOrd="0" destOrd="0" parTransId="{C1D00746-F9BF-4F40-8570-F3F65AE9B459}" sibTransId="{B36DB983-29C2-494D-8ED0-514A893A7673}"/>
    <dgm:cxn modelId="{9CBC52F8-35B6-4FB3-9CB4-E1B47C76E2A1}" type="presOf" srcId="{800BD03C-EC82-47FE-AE2C-8D9571EC8557}" destId="{CE4623C8-50AC-4780-BF4F-96749DEAA39C}" srcOrd="0" destOrd="0" presId="urn:microsoft.com/office/officeart/2005/8/layout/hierarchy4"/>
    <dgm:cxn modelId="{09E892CB-8133-4E30-9611-C8FA8B62F526}" srcId="{85003AC2-5773-484C-A813-40EFF6F8A823}" destId="{800BD03C-EC82-47FE-AE2C-8D9571EC8557}" srcOrd="0" destOrd="0" parTransId="{00130E44-2DCD-4C91-B851-24E5C1B0D07A}" sibTransId="{14F7CDB3-A9A5-4421-80D1-B22FFA3761B9}"/>
    <dgm:cxn modelId="{13015698-EC26-4EEB-AABB-89AC553188DE}" type="presOf" srcId="{85003AC2-5773-484C-A813-40EFF6F8A823}" destId="{578D8836-6D08-4E31-921D-86188C992246}" srcOrd="0" destOrd="0" presId="urn:microsoft.com/office/officeart/2005/8/layout/hierarchy4"/>
    <dgm:cxn modelId="{B69018F6-F70E-4905-BF2E-AA7424BA2397}" type="presOf" srcId="{43B14A11-8B8C-463C-883B-2869E87108B2}" destId="{D1CFE10D-F307-45B5-B949-4CC113A7DEB6}" srcOrd="0" destOrd="0" presId="urn:microsoft.com/office/officeart/2005/8/layout/hierarchy4"/>
    <dgm:cxn modelId="{CF3B2E5B-4B0F-47D5-9538-1F99D40A46A2}" type="presParOf" srcId="{D1CFE10D-F307-45B5-B949-4CC113A7DEB6}" destId="{7FA72D75-D6D0-4125-819B-7E4401BF613B}" srcOrd="0" destOrd="0" presId="urn:microsoft.com/office/officeart/2005/8/layout/hierarchy4"/>
    <dgm:cxn modelId="{43F88930-8689-44FB-9E1B-B6AAE8198B03}" type="presParOf" srcId="{7FA72D75-D6D0-4125-819B-7E4401BF613B}" destId="{578D8836-6D08-4E31-921D-86188C992246}" srcOrd="0" destOrd="0" presId="urn:microsoft.com/office/officeart/2005/8/layout/hierarchy4"/>
    <dgm:cxn modelId="{0966146A-4492-464B-8865-CF332CD01D26}" type="presParOf" srcId="{7FA72D75-D6D0-4125-819B-7E4401BF613B}" destId="{4F26F06E-5BC3-4CF4-A458-90B878793D1C}" srcOrd="1" destOrd="0" presId="urn:microsoft.com/office/officeart/2005/8/layout/hierarchy4"/>
    <dgm:cxn modelId="{C2B080C2-7BC6-4A5C-B8FC-607A1A030114}" type="presParOf" srcId="{7FA72D75-D6D0-4125-819B-7E4401BF613B}" destId="{04A30C85-FCA1-4751-B194-47A4B949E0A0}" srcOrd="2" destOrd="0" presId="urn:microsoft.com/office/officeart/2005/8/layout/hierarchy4"/>
    <dgm:cxn modelId="{02458D93-386E-40E0-B992-3B7A6251403D}" type="presParOf" srcId="{04A30C85-FCA1-4751-B194-47A4B949E0A0}" destId="{67308A57-9EFE-418E-9001-9DB2E60D559B}" srcOrd="0" destOrd="0" presId="urn:microsoft.com/office/officeart/2005/8/layout/hierarchy4"/>
    <dgm:cxn modelId="{563AE68C-6CDF-4997-BAB5-02426DD7635C}" type="presParOf" srcId="{67308A57-9EFE-418E-9001-9DB2E60D559B}" destId="{CE4623C8-50AC-4780-BF4F-96749DEAA39C}" srcOrd="0" destOrd="0" presId="urn:microsoft.com/office/officeart/2005/8/layout/hierarchy4"/>
    <dgm:cxn modelId="{74903510-69B2-4C4E-9F4D-B04EA515500F}" type="presParOf" srcId="{67308A57-9EFE-418E-9001-9DB2E60D559B}" destId="{86964B79-4D57-4109-A55C-0431DB202059}" srcOrd="1" destOrd="0" presId="urn:microsoft.com/office/officeart/2005/8/layout/hierarchy4"/>
  </dgm:cxnLst>
  <dgm:bg/>
  <dgm:whole/>
  <dgm:extLst>
    <a:ext uri="http://schemas.microsoft.com/office/drawing/2008/diagram">
      <dsp:dataModelExt xmlns:dsp="http://schemas.microsoft.com/office/drawing/2008/diagram" xmlns="" relId="rId3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Project Planning &amp; Scheduling</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FD6C6262-74B1-4A06-B787-0532D2DAE03A}">
      <dgm:prSet phldrT="[Text]"/>
      <dgm:spPr>
        <a:solidFill>
          <a:srgbClr val="3366FF"/>
        </a:solidFill>
      </dgm:spPr>
      <dgm:t>
        <a:bodyPr/>
        <a:lstStyle/>
        <a:p>
          <a:r>
            <a:rPr lang="en-US" dirty="0" smtClean="0"/>
            <a:t>Resource Mgt</a:t>
          </a:r>
          <a:endParaRPr lang="en-US" dirty="0"/>
        </a:p>
      </dgm:t>
    </dgm:pt>
    <dgm:pt modelId="{2F92AB68-0D12-43CD-8776-6E22FAB8EFBD}" type="parTrans" cxnId="{4890A7C7-2D47-4C60-A09F-E027EBEAA48F}">
      <dgm:prSet/>
      <dgm:spPr/>
      <dgm:t>
        <a:bodyPr/>
        <a:lstStyle/>
        <a:p>
          <a:endParaRPr lang="en-US"/>
        </a:p>
      </dgm:t>
    </dgm:pt>
    <dgm:pt modelId="{1388E6DB-B12E-4392-B0C2-EFF1E0E55BD0}" type="sibTrans" cxnId="{4890A7C7-2D47-4C60-A09F-E027EBEAA48F}">
      <dgm:prSet/>
      <dgm:spPr/>
      <dgm:t>
        <a:bodyPr/>
        <a:lstStyle/>
        <a:p>
          <a:endParaRPr lang="en-US"/>
        </a:p>
      </dgm:t>
    </dgm:pt>
    <dgm:pt modelId="{2A301FB0-782B-4E4C-9F8B-B5F6651D5675}">
      <dgm:prSet phldrT="[Text]"/>
      <dgm:spPr>
        <a:solidFill>
          <a:srgbClr val="3366FF"/>
        </a:solidFill>
      </dgm:spPr>
      <dgm:t>
        <a:bodyPr/>
        <a:lstStyle/>
        <a:p>
          <a:r>
            <a:rPr lang="en-US" dirty="0" smtClean="0"/>
            <a:t>Project Portfolio Mgt</a:t>
          </a:r>
          <a:endParaRPr lang="en-US" dirty="0"/>
        </a:p>
      </dgm:t>
    </dgm:pt>
    <dgm:pt modelId="{7EA7E6DD-2552-4DC1-AC28-DE54FB53A83D}" type="parTrans" cxnId="{97DE7992-B783-4ABC-8DAC-EAC6166C721C}">
      <dgm:prSet/>
      <dgm:spPr/>
      <dgm:t>
        <a:bodyPr/>
        <a:lstStyle/>
        <a:p>
          <a:endParaRPr lang="en-US"/>
        </a:p>
      </dgm:t>
    </dgm:pt>
    <dgm:pt modelId="{CA5D6E47-4915-4F25-88E4-4B8F832FF9EF}" type="sibTrans" cxnId="{97DE7992-B783-4ABC-8DAC-EAC6166C721C}">
      <dgm:prSet/>
      <dgm:spPr/>
      <dgm:t>
        <a:bodyPr/>
        <a:lstStyle/>
        <a:p>
          <a:endParaRPr lang="en-US"/>
        </a:p>
      </dgm:t>
    </dgm:pt>
    <dgm:pt modelId="{855AC023-8E08-4B4C-939D-B33E48080C84}">
      <dgm:prSet phldrT="[Text]"/>
      <dgm:spPr>
        <a:solidFill>
          <a:srgbClr val="3366FF"/>
        </a:solidFill>
      </dgm:spPr>
      <dgm:t>
        <a:bodyPr/>
        <a:lstStyle/>
        <a:p>
          <a:r>
            <a:rPr lang="en-US" dirty="0" smtClean="0"/>
            <a:t>Project Collaboration</a:t>
          </a:r>
          <a:endParaRPr lang="en-US" dirty="0"/>
        </a:p>
      </dgm:t>
    </dgm:pt>
    <dgm:pt modelId="{63D3FD84-36B6-4D31-8D42-F1C06B42E657}" type="parTrans" cxnId="{24810D76-05C4-4E42-A86A-1534CD94258F}">
      <dgm:prSet/>
      <dgm:spPr/>
      <dgm:t>
        <a:bodyPr/>
        <a:lstStyle/>
        <a:p>
          <a:endParaRPr lang="en-US"/>
        </a:p>
      </dgm:t>
    </dgm:pt>
    <dgm:pt modelId="{4161BBBD-C8D0-467E-B9FD-84F29C07FC79}" type="sibTrans" cxnId="{24810D76-05C4-4E42-A86A-1534CD94258F}">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0" presStyleCnt="3">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 modelId="{F6365C02-37E5-4B6A-B102-5E2FD1C92869}" type="pres">
      <dgm:prSet presAssocID="{1388E6DB-B12E-4392-B0C2-EFF1E0E55BD0}" presName="sibSpaceTwo" presStyleCnt="0"/>
      <dgm:spPr/>
    </dgm:pt>
    <dgm:pt modelId="{1FBBF45B-ECAA-4763-8CBA-EA39E91CE78F}" type="pres">
      <dgm:prSet presAssocID="{2A301FB0-782B-4E4C-9F8B-B5F6651D5675}" presName="vertTwo" presStyleCnt="0"/>
      <dgm:spPr/>
    </dgm:pt>
    <dgm:pt modelId="{85969222-C9BA-49DC-AF77-677047E69347}" type="pres">
      <dgm:prSet presAssocID="{2A301FB0-782B-4E4C-9F8B-B5F6651D5675}" presName="txTwo" presStyleLbl="node2" presStyleIdx="1" presStyleCnt="3">
        <dgm:presLayoutVars>
          <dgm:chPref val="3"/>
        </dgm:presLayoutVars>
      </dgm:prSet>
      <dgm:spPr/>
      <dgm:t>
        <a:bodyPr/>
        <a:lstStyle/>
        <a:p>
          <a:endParaRPr lang="en-US"/>
        </a:p>
      </dgm:t>
    </dgm:pt>
    <dgm:pt modelId="{F2C28EEE-1A39-4518-9ED5-98B2D944C75D}" type="pres">
      <dgm:prSet presAssocID="{2A301FB0-782B-4E4C-9F8B-B5F6651D5675}" presName="horzTwo" presStyleCnt="0"/>
      <dgm:spPr/>
    </dgm:pt>
    <dgm:pt modelId="{214022A0-DE8E-4D51-98D3-C2487EAA57E7}" type="pres">
      <dgm:prSet presAssocID="{CA5D6E47-4915-4F25-88E4-4B8F832FF9EF}" presName="sibSpaceTwo" presStyleCnt="0"/>
      <dgm:spPr/>
    </dgm:pt>
    <dgm:pt modelId="{7CFC4D1D-1E9B-407E-9509-820350AE77C1}" type="pres">
      <dgm:prSet presAssocID="{855AC023-8E08-4B4C-939D-B33E48080C84}" presName="vertTwo" presStyleCnt="0"/>
      <dgm:spPr/>
    </dgm:pt>
    <dgm:pt modelId="{92155280-D076-4F93-B2E9-6CF5FBCC6FA1}" type="pres">
      <dgm:prSet presAssocID="{855AC023-8E08-4B4C-939D-B33E48080C84}" presName="txTwo" presStyleLbl="node2" presStyleIdx="2" presStyleCnt="3">
        <dgm:presLayoutVars>
          <dgm:chPref val="3"/>
        </dgm:presLayoutVars>
      </dgm:prSet>
      <dgm:spPr/>
      <dgm:t>
        <a:bodyPr/>
        <a:lstStyle/>
        <a:p>
          <a:endParaRPr lang="en-US"/>
        </a:p>
      </dgm:t>
    </dgm:pt>
    <dgm:pt modelId="{0366652E-EDDC-448B-9FD5-FFF44B4A9071}" type="pres">
      <dgm:prSet presAssocID="{855AC023-8E08-4B4C-939D-B33E48080C84}" presName="horzTwo" presStyleCnt="0"/>
      <dgm:spPr/>
    </dgm:pt>
  </dgm:ptLst>
  <dgm:cxnLst>
    <dgm:cxn modelId="{1F641290-3C49-446F-9CEF-32AC9BCFA2BA}" srcId="{43B14A11-8B8C-463C-883B-2869E87108B2}" destId="{85003AC2-5773-484C-A813-40EFF6F8A823}" srcOrd="0" destOrd="0" parTransId="{C1D00746-F9BF-4F40-8570-F3F65AE9B459}" sibTransId="{B36DB983-29C2-494D-8ED0-514A893A7673}"/>
    <dgm:cxn modelId="{97DE7992-B783-4ABC-8DAC-EAC6166C721C}" srcId="{85003AC2-5773-484C-A813-40EFF6F8A823}" destId="{2A301FB0-782B-4E4C-9F8B-B5F6651D5675}" srcOrd="1" destOrd="0" parTransId="{7EA7E6DD-2552-4DC1-AC28-DE54FB53A83D}" sibTransId="{CA5D6E47-4915-4F25-88E4-4B8F832FF9EF}"/>
    <dgm:cxn modelId="{4890A7C7-2D47-4C60-A09F-E027EBEAA48F}" srcId="{85003AC2-5773-484C-A813-40EFF6F8A823}" destId="{FD6C6262-74B1-4A06-B787-0532D2DAE03A}" srcOrd="0" destOrd="0" parTransId="{2F92AB68-0D12-43CD-8776-6E22FAB8EFBD}" sibTransId="{1388E6DB-B12E-4392-B0C2-EFF1E0E55BD0}"/>
    <dgm:cxn modelId="{726EBB19-E5CC-4C24-93BD-033AD035FBFA}" type="presOf" srcId="{85003AC2-5773-484C-A813-40EFF6F8A823}" destId="{578D8836-6D08-4E31-921D-86188C992246}" srcOrd="0" destOrd="0" presId="urn:microsoft.com/office/officeart/2005/8/layout/hierarchy4"/>
    <dgm:cxn modelId="{3FEC0E4E-F563-4B60-93D6-25EA4F11E17A}" type="presOf" srcId="{FD6C6262-74B1-4A06-B787-0532D2DAE03A}" destId="{76E1DDFA-91D1-4BDA-B736-BFCCC4C2CE15}" srcOrd="0" destOrd="0" presId="urn:microsoft.com/office/officeart/2005/8/layout/hierarchy4"/>
    <dgm:cxn modelId="{24810D76-05C4-4E42-A86A-1534CD94258F}" srcId="{85003AC2-5773-484C-A813-40EFF6F8A823}" destId="{855AC023-8E08-4B4C-939D-B33E48080C84}" srcOrd="2" destOrd="0" parTransId="{63D3FD84-36B6-4D31-8D42-F1C06B42E657}" sibTransId="{4161BBBD-C8D0-467E-B9FD-84F29C07FC79}"/>
    <dgm:cxn modelId="{66CC483F-AE12-45CC-84D2-439F4BA2AC28}" type="presOf" srcId="{855AC023-8E08-4B4C-939D-B33E48080C84}" destId="{92155280-D076-4F93-B2E9-6CF5FBCC6FA1}" srcOrd="0" destOrd="0" presId="urn:microsoft.com/office/officeart/2005/8/layout/hierarchy4"/>
    <dgm:cxn modelId="{BDA06478-D57D-40A5-9B36-25E98D92BFDB}" type="presOf" srcId="{2A301FB0-782B-4E4C-9F8B-B5F6651D5675}" destId="{85969222-C9BA-49DC-AF77-677047E69347}" srcOrd="0" destOrd="0" presId="urn:microsoft.com/office/officeart/2005/8/layout/hierarchy4"/>
    <dgm:cxn modelId="{367FB47B-34D2-41DE-9BB5-ABF18691B7C0}" type="presOf" srcId="{43B14A11-8B8C-463C-883B-2869E87108B2}" destId="{D1CFE10D-F307-45B5-B949-4CC113A7DEB6}" srcOrd="0" destOrd="0" presId="urn:microsoft.com/office/officeart/2005/8/layout/hierarchy4"/>
    <dgm:cxn modelId="{6AF87A6B-8F0A-4E4A-9306-CF6A79B36002}" type="presParOf" srcId="{D1CFE10D-F307-45B5-B949-4CC113A7DEB6}" destId="{7FA72D75-D6D0-4125-819B-7E4401BF613B}" srcOrd="0" destOrd="0" presId="urn:microsoft.com/office/officeart/2005/8/layout/hierarchy4"/>
    <dgm:cxn modelId="{CF89CDC9-BF72-4D30-B3E2-AD79A9A49C54}" type="presParOf" srcId="{7FA72D75-D6D0-4125-819B-7E4401BF613B}" destId="{578D8836-6D08-4E31-921D-86188C992246}" srcOrd="0" destOrd="0" presId="urn:microsoft.com/office/officeart/2005/8/layout/hierarchy4"/>
    <dgm:cxn modelId="{1C62930B-9D39-4DC4-9BF8-559A8528C6E8}" type="presParOf" srcId="{7FA72D75-D6D0-4125-819B-7E4401BF613B}" destId="{1235009C-5EB1-4A42-B5E2-EF4B6D792F50}" srcOrd="1" destOrd="0" presId="urn:microsoft.com/office/officeart/2005/8/layout/hierarchy4"/>
    <dgm:cxn modelId="{408CDC8B-8A45-4CED-8E11-1E6C84D1D460}" type="presParOf" srcId="{7FA72D75-D6D0-4125-819B-7E4401BF613B}" destId="{04A30C85-FCA1-4751-B194-47A4B949E0A0}" srcOrd="2" destOrd="0" presId="urn:microsoft.com/office/officeart/2005/8/layout/hierarchy4"/>
    <dgm:cxn modelId="{EA0D38EC-D973-444B-81AA-D739A2D19CE4}" type="presParOf" srcId="{04A30C85-FCA1-4751-B194-47A4B949E0A0}" destId="{F1ED1862-45D0-425E-9FF7-B47F8C744526}" srcOrd="0" destOrd="0" presId="urn:microsoft.com/office/officeart/2005/8/layout/hierarchy4"/>
    <dgm:cxn modelId="{567A2998-8651-41D6-BBC5-2DE50E9E1E12}" type="presParOf" srcId="{F1ED1862-45D0-425E-9FF7-B47F8C744526}" destId="{76E1DDFA-91D1-4BDA-B736-BFCCC4C2CE15}" srcOrd="0" destOrd="0" presId="urn:microsoft.com/office/officeart/2005/8/layout/hierarchy4"/>
    <dgm:cxn modelId="{4CB2BA22-3E44-4ABF-BF69-D722488F4261}" type="presParOf" srcId="{F1ED1862-45D0-425E-9FF7-B47F8C744526}" destId="{23E5323A-ABA2-4561-A738-96BF2D920C24}" srcOrd="1" destOrd="0" presId="urn:microsoft.com/office/officeart/2005/8/layout/hierarchy4"/>
    <dgm:cxn modelId="{37C68FFF-B92B-49A4-9AEB-FAC5A032EEE0}" type="presParOf" srcId="{04A30C85-FCA1-4751-B194-47A4B949E0A0}" destId="{F6365C02-37E5-4B6A-B102-5E2FD1C92869}" srcOrd="1" destOrd="0" presId="urn:microsoft.com/office/officeart/2005/8/layout/hierarchy4"/>
    <dgm:cxn modelId="{7219C7A4-7424-4989-AEBC-CA18495FAA79}" type="presParOf" srcId="{04A30C85-FCA1-4751-B194-47A4B949E0A0}" destId="{1FBBF45B-ECAA-4763-8CBA-EA39E91CE78F}" srcOrd="2" destOrd="0" presId="urn:microsoft.com/office/officeart/2005/8/layout/hierarchy4"/>
    <dgm:cxn modelId="{D35D7533-62B3-4579-B197-90D947A0ECE0}" type="presParOf" srcId="{1FBBF45B-ECAA-4763-8CBA-EA39E91CE78F}" destId="{85969222-C9BA-49DC-AF77-677047E69347}" srcOrd="0" destOrd="0" presId="urn:microsoft.com/office/officeart/2005/8/layout/hierarchy4"/>
    <dgm:cxn modelId="{A12DABA4-7D7A-494E-8154-0EE0892F38BE}" type="presParOf" srcId="{1FBBF45B-ECAA-4763-8CBA-EA39E91CE78F}" destId="{F2C28EEE-1A39-4518-9ED5-98B2D944C75D}" srcOrd="1" destOrd="0" presId="urn:microsoft.com/office/officeart/2005/8/layout/hierarchy4"/>
    <dgm:cxn modelId="{F5E54754-5D62-4DB5-A27C-7A75B4042EA0}" type="presParOf" srcId="{04A30C85-FCA1-4751-B194-47A4B949E0A0}" destId="{214022A0-DE8E-4D51-98D3-C2487EAA57E7}" srcOrd="3" destOrd="0" presId="urn:microsoft.com/office/officeart/2005/8/layout/hierarchy4"/>
    <dgm:cxn modelId="{FFD3A3BD-BFBD-4E7E-93B7-DD9B012F312A}" type="presParOf" srcId="{04A30C85-FCA1-4751-B194-47A4B949E0A0}" destId="{7CFC4D1D-1E9B-407E-9509-820350AE77C1}" srcOrd="4" destOrd="0" presId="urn:microsoft.com/office/officeart/2005/8/layout/hierarchy4"/>
    <dgm:cxn modelId="{BE9CEC70-C7DF-45EA-9345-B49F415060EF}" type="presParOf" srcId="{7CFC4D1D-1E9B-407E-9509-820350AE77C1}" destId="{92155280-D076-4F93-B2E9-6CF5FBCC6FA1}" srcOrd="0" destOrd="0" presId="urn:microsoft.com/office/officeart/2005/8/layout/hierarchy4"/>
    <dgm:cxn modelId="{F0FCDCD8-17C1-4F9B-B8E0-023AC57DA388}" type="presParOf" srcId="{7CFC4D1D-1E9B-407E-9509-820350AE77C1}" destId="{0366652E-EDDC-448B-9FD5-FFF44B4A9071}" srcOrd="1" destOrd="0" presId="urn:microsoft.com/office/officeart/2005/8/layout/hierarchy4"/>
  </dgm:cxnLst>
  <dgm:bg/>
  <dgm:whole/>
  <dgm:extLst>
    <a:ext uri="http://schemas.microsoft.com/office/drawing/2008/diagram">
      <dsp:dataModelExt xmlns:dsp="http://schemas.microsoft.com/office/drawing/2008/diagram" xmlns="" relId="rId4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Proposal &amp; Estimation</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FD6C6262-74B1-4A06-B787-0532D2DAE03A}">
      <dgm:prSet phldrT="[Text]" custT="1">
        <dgm:style>
          <a:lnRef idx="0">
            <a:schemeClr val="accent2"/>
          </a:lnRef>
          <a:fillRef idx="3">
            <a:schemeClr val="accent2"/>
          </a:fillRef>
          <a:effectRef idx="3">
            <a:schemeClr val="accent2"/>
          </a:effectRef>
          <a:fontRef idx="minor">
            <a:schemeClr val="lt1"/>
          </a:fontRef>
        </dgm:style>
      </dgm:prSet>
      <dgm:spPr>
        <a:solidFill>
          <a:srgbClr val="3366FF"/>
        </a:solidFill>
      </dgm:spPr>
      <dgm:t>
        <a:bodyPr/>
        <a:lstStyle/>
        <a:p>
          <a:r>
            <a:rPr lang="en-US" sz="900" dirty="0" smtClean="0"/>
            <a:t>Budgetary Quoting</a:t>
          </a:r>
          <a:endParaRPr lang="en-US" sz="900" dirty="0"/>
        </a:p>
      </dgm:t>
    </dgm:pt>
    <dgm:pt modelId="{2F92AB68-0D12-43CD-8776-6E22FAB8EFBD}" type="parTrans" cxnId="{4890A7C7-2D47-4C60-A09F-E027EBEAA48F}">
      <dgm:prSet/>
      <dgm:spPr/>
      <dgm:t>
        <a:bodyPr/>
        <a:lstStyle/>
        <a:p>
          <a:endParaRPr lang="en-US"/>
        </a:p>
      </dgm:t>
    </dgm:pt>
    <dgm:pt modelId="{1388E6DB-B12E-4392-B0C2-EFF1E0E55BD0}" type="sibTrans" cxnId="{4890A7C7-2D47-4C60-A09F-E027EBEAA48F}">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0" presStyleCnt="1">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Lst>
  <dgm:cxnLst>
    <dgm:cxn modelId="{FE075FF8-FD17-4088-A036-F255519139A4}" type="presOf" srcId="{FD6C6262-74B1-4A06-B787-0532D2DAE03A}" destId="{76E1DDFA-91D1-4BDA-B736-BFCCC4C2CE15}" srcOrd="0" destOrd="0" presId="urn:microsoft.com/office/officeart/2005/8/layout/hierarchy4"/>
    <dgm:cxn modelId="{1F641290-3C49-446F-9CEF-32AC9BCFA2BA}" srcId="{43B14A11-8B8C-463C-883B-2869E87108B2}" destId="{85003AC2-5773-484C-A813-40EFF6F8A823}" srcOrd="0" destOrd="0" parTransId="{C1D00746-F9BF-4F40-8570-F3F65AE9B459}" sibTransId="{B36DB983-29C2-494D-8ED0-514A893A7673}"/>
    <dgm:cxn modelId="{4890A7C7-2D47-4C60-A09F-E027EBEAA48F}" srcId="{85003AC2-5773-484C-A813-40EFF6F8A823}" destId="{FD6C6262-74B1-4A06-B787-0532D2DAE03A}" srcOrd="0" destOrd="0" parTransId="{2F92AB68-0D12-43CD-8776-6E22FAB8EFBD}" sibTransId="{1388E6DB-B12E-4392-B0C2-EFF1E0E55BD0}"/>
    <dgm:cxn modelId="{811C1E32-2F46-48EC-BEE2-432F8A9E2890}" type="presOf" srcId="{85003AC2-5773-484C-A813-40EFF6F8A823}" destId="{578D8836-6D08-4E31-921D-86188C992246}" srcOrd="0" destOrd="0" presId="urn:microsoft.com/office/officeart/2005/8/layout/hierarchy4"/>
    <dgm:cxn modelId="{6E3C6897-4EA9-415E-B2D3-42D520B65E3F}" type="presOf" srcId="{43B14A11-8B8C-463C-883B-2869E87108B2}" destId="{D1CFE10D-F307-45B5-B949-4CC113A7DEB6}" srcOrd="0" destOrd="0" presId="urn:microsoft.com/office/officeart/2005/8/layout/hierarchy4"/>
    <dgm:cxn modelId="{B044A7F1-F838-443F-9CF3-8C9C68FA2612}" type="presParOf" srcId="{D1CFE10D-F307-45B5-B949-4CC113A7DEB6}" destId="{7FA72D75-D6D0-4125-819B-7E4401BF613B}" srcOrd="0" destOrd="0" presId="urn:microsoft.com/office/officeart/2005/8/layout/hierarchy4"/>
    <dgm:cxn modelId="{CFF856E8-C52A-4D51-B57E-AE8141E68772}" type="presParOf" srcId="{7FA72D75-D6D0-4125-819B-7E4401BF613B}" destId="{578D8836-6D08-4E31-921D-86188C992246}" srcOrd="0" destOrd="0" presId="urn:microsoft.com/office/officeart/2005/8/layout/hierarchy4"/>
    <dgm:cxn modelId="{91CE52B2-4A5B-462A-BAAB-6AF0C6F7662B}" type="presParOf" srcId="{7FA72D75-D6D0-4125-819B-7E4401BF613B}" destId="{1235009C-5EB1-4A42-B5E2-EF4B6D792F50}" srcOrd="1" destOrd="0" presId="urn:microsoft.com/office/officeart/2005/8/layout/hierarchy4"/>
    <dgm:cxn modelId="{FEE0391B-958E-459C-9514-1A978A657574}" type="presParOf" srcId="{7FA72D75-D6D0-4125-819B-7E4401BF613B}" destId="{04A30C85-FCA1-4751-B194-47A4B949E0A0}" srcOrd="2" destOrd="0" presId="urn:microsoft.com/office/officeart/2005/8/layout/hierarchy4"/>
    <dgm:cxn modelId="{2326F45B-76D3-41E4-90BC-6D4076D6654D}" type="presParOf" srcId="{04A30C85-FCA1-4751-B194-47A4B949E0A0}" destId="{F1ED1862-45D0-425E-9FF7-B47F8C744526}" srcOrd="0" destOrd="0" presId="urn:microsoft.com/office/officeart/2005/8/layout/hierarchy4"/>
    <dgm:cxn modelId="{3F050AB2-7969-4C72-9244-D1E834BCBC21}" type="presParOf" srcId="{F1ED1862-45D0-425E-9FF7-B47F8C744526}" destId="{76E1DDFA-91D1-4BDA-B736-BFCCC4C2CE15}" srcOrd="0" destOrd="0" presId="urn:microsoft.com/office/officeart/2005/8/layout/hierarchy4"/>
    <dgm:cxn modelId="{F09C74F0-53DC-4A72-AA8A-EEDD350567AB}" type="presParOf" srcId="{F1ED1862-45D0-425E-9FF7-B47F8C744526}" destId="{23E5323A-ABA2-4561-A738-96BF2D920C24}" srcOrd="1" destOrd="0" presId="urn:microsoft.com/office/officeart/2005/8/layout/hierarchy4"/>
  </dgm:cxnLst>
  <dgm:bg/>
  <dgm:whole/>
  <dgm:extLst>
    <a:ext uri="http://schemas.microsoft.com/office/drawing/2008/diagram">
      <dsp:dataModelExt xmlns:dsp="http://schemas.microsoft.com/office/drawing/2008/diagram" xmlns="" relId="rId4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Transmittals</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2A301FB0-782B-4E4C-9F8B-B5F6651D5675}">
      <dgm:prSet phldrT="[Text]" custT="1"/>
      <dgm:spPr>
        <a:solidFill>
          <a:srgbClr val="3366FF"/>
        </a:solidFill>
      </dgm:spPr>
      <dgm:t>
        <a:bodyPr/>
        <a:lstStyle/>
        <a:p>
          <a:r>
            <a:rPr lang="en-US" sz="800" dirty="0" smtClean="0"/>
            <a:t>B2B Integration</a:t>
          </a:r>
          <a:endParaRPr lang="en-US" sz="800" dirty="0"/>
        </a:p>
      </dgm:t>
    </dgm:pt>
    <dgm:pt modelId="{7EA7E6DD-2552-4DC1-AC28-DE54FB53A83D}" type="parTrans" cxnId="{97DE7992-B783-4ABC-8DAC-EAC6166C721C}">
      <dgm:prSet/>
      <dgm:spPr/>
      <dgm:t>
        <a:bodyPr/>
        <a:lstStyle/>
        <a:p>
          <a:endParaRPr lang="en-US"/>
        </a:p>
      </dgm:t>
    </dgm:pt>
    <dgm:pt modelId="{CA5D6E47-4915-4F25-88E4-4B8F832FF9EF}" type="sibTrans" cxnId="{97DE7992-B783-4ABC-8DAC-EAC6166C721C}">
      <dgm:prSet/>
      <dgm:spPr/>
      <dgm:t>
        <a:bodyPr/>
        <a:lstStyle/>
        <a:p>
          <a:endParaRPr lang="en-US"/>
        </a:p>
      </dgm:t>
    </dgm:pt>
    <dgm:pt modelId="{FD6C6262-74B1-4A06-B787-0532D2DAE03A}">
      <dgm:prSet phldrT="[Text]" custT="1"/>
      <dgm:spPr>
        <a:solidFill>
          <a:srgbClr val="3366FF"/>
        </a:solidFill>
      </dgm:spPr>
      <dgm:t>
        <a:bodyPr/>
        <a:lstStyle/>
        <a:p>
          <a:r>
            <a:rPr lang="en-US" sz="800" dirty="0" smtClean="0"/>
            <a:t>Web Store</a:t>
          </a:r>
          <a:endParaRPr lang="en-US" sz="800" dirty="0"/>
        </a:p>
      </dgm:t>
    </dgm:pt>
    <dgm:pt modelId="{1388E6DB-B12E-4392-B0C2-EFF1E0E55BD0}" type="sibTrans" cxnId="{4890A7C7-2D47-4C60-A09F-E027EBEAA48F}">
      <dgm:prSet/>
      <dgm:spPr/>
      <dgm:t>
        <a:bodyPr/>
        <a:lstStyle/>
        <a:p>
          <a:endParaRPr lang="en-US"/>
        </a:p>
      </dgm:t>
    </dgm:pt>
    <dgm:pt modelId="{2F92AB68-0D12-43CD-8776-6E22FAB8EFBD}" type="parTrans" cxnId="{4890A7C7-2D47-4C60-A09F-E027EBEAA48F}">
      <dgm:prSet/>
      <dgm:spPr/>
      <dgm:t>
        <a:bodyPr/>
        <a:lstStyle/>
        <a:p>
          <a:endParaRPr lang="en-US"/>
        </a:p>
      </dgm:t>
    </dgm:pt>
    <dgm:pt modelId="{F8074E8A-40B4-4935-A7E2-0991AA80E075}">
      <dgm:prSet phldrT="[Text]" custT="1"/>
      <dgm:spPr>
        <a:solidFill>
          <a:srgbClr val="3366FF"/>
        </a:solidFill>
      </dgm:spPr>
      <dgm:t>
        <a:bodyPr/>
        <a:lstStyle/>
        <a:p>
          <a:r>
            <a:rPr lang="en-US" sz="900" dirty="0" smtClean="0"/>
            <a:t>Portal</a:t>
          </a:r>
          <a:endParaRPr lang="en-US" sz="900" dirty="0"/>
        </a:p>
      </dgm:t>
    </dgm:pt>
    <dgm:pt modelId="{B4AFAD3E-E991-4941-AD15-9D595048B7C4}" type="sibTrans" cxnId="{296BCC59-6F71-4878-A6ED-A0BAC15D94B8}">
      <dgm:prSet/>
      <dgm:spPr/>
      <dgm:t>
        <a:bodyPr/>
        <a:lstStyle/>
        <a:p>
          <a:endParaRPr lang="en-US"/>
        </a:p>
      </dgm:t>
    </dgm:pt>
    <dgm:pt modelId="{CB313D00-37CB-45DF-84B1-6B07F9DCC331}" type="parTrans" cxnId="{296BCC59-6F71-4878-A6ED-A0BAC15D94B8}">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17D990F9-ABBB-4670-92C3-C0676222F673}" type="pres">
      <dgm:prSet presAssocID="{F8074E8A-40B4-4935-A7E2-0991AA80E075}" presName="vertOne" presStyleCnt="0"/>
      <dgm:spPr/>
    </dgm:pt>
    <dgm:pt modelId="{554FD168-8FB7-427D-835B-9318AE8825C3}" type="pres">
      <dgm:prSet presAssocID="{F8074E8A-40B4-4935-A7E2-0991AA80E075}" presName="txOne" presStyleLbl="node0" presStyleIdx="0" presStyleCnt="2" custScaleX="683745" custLinFactNeighborX="-198" custLinFactNeighborY="22066">
        <dgm:presLayoutVars>
          <dgm:chPref val="3"/>
        </dgm:presLayoutVars>
      </dgm:prSet>
      <dgm:spPr/>
      <dgm:t>
        <a:bodyPr/>
        <a:lstStyle/>
        <a:p>
          <a:endParaRPr lang="en-US"/>
        </a:p>
      </dgm:t>
    </dgm:pt>
    <dgm:pt modelId="{4B6C0028-E96C-464C-AFE4-BE44791C67F8}" type="pres">
      <dgm:prSet presAssocID="{F8074E8A-40B4-4935-A7E2-0991AA80E075}" presName="horzOne" presStyleCnt="0"/>
      <dgm:spPr/>
    </dgm:pt>
    <dgm:pt modelId="{1DA6DAEF-BDB5-4B3A-8DB3-01B4C017D0C2}" type="pres">
      <dgm:prSet presAssocID="{B4AFAD3E-E991-4941-AD15-9D595048B7C4}" presName="sibSpaceOne" presStyleCnt="0"/>
      <dgm:spPr/>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1" presStyleCnt="2" custScaleX="104053" custLinFactNeighborX="8645"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0" presStyleCnt="2" custScaleX="373608" custLinFactX="-295162" custLinFactNeighborX="-300000">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 modelId="{F6365C02-37E5-4B6A-B102-5E2FD1C92869}" type="pres">
      <dgm:prSet presAssocID="{1388E6DB-B12E-4392-B0C2-EFF1E0E55BD0}" presName="sibSpaceTwo" presStyleCnt="0"/>
      <dgm:spPr/>
    </dgm:pt>
    <dgm:pt modelId="{1FBBF45B-ECAA-4763-8CBA-EA39E91CE78F}" type="pres">
      <dgm:prSet presAssocID="{2A301FB0-782B-4E4C-9F8B-B5F6651D5675}" presName="vertTwo" presStyleCnt="0"/>
      <dgm:spPr/>
    </dgm:pt>
    <dgm:pt modelId="{85969222-C9BA-49DC-AF77-677047E69347}" type="pres">
      <dgm:prSet presAssocID="{2A301FB0-782B-4E4C-9F8B-B5F6651D5675}" presName="txTwo" presStyleLbl="node2" presStyleIdx="1" presStyleCnt="2" custScaleX="386774" custLinFactX="-100000" custLinFactNeighborX="-127489">
        <dgm:presLayoutVars>
          <dgm:chPref val="3"/>
        </dgm:presLayoutVars>
      </dgm:prSet>
      <dgm:spPr/>
      <dgm:t>
        <a:bodyPr/>
        <a:lstStyle/>
        <a:p>
          <a:endParaRPr lang="en-US"/>
        </a:p>
      </dgm:t>
    </dgm:pt>
    <dgm:pt modelId="{F2C28EEE-1A39-4518-9ED5-98B2D944C75D}" type="pres">
      <dgm:prSet presAssocID="{2A301FB0-782B-4E4C-9F8B-B5F6651D5675}" presName="horzTwo" presStyleCnt="0"/>
      <dgm:spPr/>
    </dgm:pt>
  </dgm:ptLst>
  <dgm:cxnLst>
    <dgm:cxn modelId="{678B6668-4F06-4727-8D8D-C8376F32BA12}" type="presOf" srcId="{FD6C6262-74B1-4A06-B787-0532D2DAE03A}" destId="{76E1DDFA-91D1-4BDA-B736-BFCCC4C2CE15}" srcOrd="0" destOrd="0" presId="urn:microsoft.com/office/officeart/2005/8/layout/hierarchy4"/>
    <dgm:cxn modelId="{1F641290-3C49-446F-9CEF-32AC9BCFA2BA}" srcId="{43B14A11-8B8C-463C-883B-2869E87108B2}" destId="{85003AC2-5773-484C-A813-40EFF6F8A823}" srcOrd="1" destOrd="0" parTransId="{C1D00746-F9BF-4F40-8570-F3F65AE9B459}" sibTransId="{B36DB983-29C2-494D-8ED0-514A893A7673}"/>
    <dgm:cxn modelId="{97DE7992-B783-4ABC-8DAC-EAC6166C721C}" srcId="{85003AC2-5773-484C-A813-40EFF6F8A823}" destId="{2A301FB0-782B-4E4C-9F8B-B5F6651D5675}" srcOrd="1" destOrd="0" parTransId="{7EA7E6DD-2552-4DC1-AC28-DE54FB53A83D}" sibTransId="{CA5D6E47-4915-4F25-88E4-4B8F832FF9EF}"/>
    <dgm:cxn modelId="{4890A7C7-2D47-4C60-A09F-E027EBEAA48F}" srcId="{85003AC2-5773-484C-A813-40EFF6F8A823}" destId="{FD6C6262-74B1-4A06-B787-0532D2DAE03A}" srcOrd="0" destOrd="0" parTransId="{2F92AB68-0D12-43CD-8776-6E22FAB8EFBD}" sibTransId="{1388E6DB-B12E-4392-B0C2-EFF1E0E55BD0}"/>
    <dgm:cxn modelId="{296BCC59-6F71-4878-A6ED-A0BAC15D94B8}" srcId="{43B14A11-8B8C-463C-883B-2869E87108B2}" destId="{F8074E8A-40B4-4935-A7E2-0991AA80E075}" srcOrd="0" destOrd="0" parTransId="{CB313D00-37CB-45DF-84B1-6B07F9DCC331}" sibTransId="{B4AFAD3E-E991-4941-AD15-9D595048B7C4}"/>
    <dgm:cxn modelId="{4190C463-A897-45E8-94F5-A209A099694F}" type="presOf" srcId="{43B14A11-8B8C-463C-883B-2869E87108B2}" destId="{D1CFE10D-F307-45B5-B949-4CC113A7DEB6}" srcOrd="0" destOrd="0" presId="urn:microsoft.com/office/officeart/2005/8/layout/hierarchy4"/>
    <dgm:cxn modelId="{DC0D9108-A5F1-4C8E-8E6C-8B2955600B68}" type="presOf" srcId="{F8074E8A-40B4-4935-A7E2-0991AA80E075}" destId="{554FD168-8FB7-427D-835B-9318AE8825C3}" srcOrd="0" destOrd="0" presId="urn:microsoft.com/office/officeart/2005/8/layout/hierarchy4"/>
    <dgm:cxn modelId="{3430D4C0-731F-4AA9-A042-D183B78ED0D0}" type="presOf" srcId="{85003AC2-5773-484C-A813-40EFF6F8A823}" destId="{578D8836-6D08-4E31-921D-86188C992246}" srcOrd="0" destOrd="0" presId="urn:microsoft.com/office/officeart/2005/8/layout/hierarchy4"/>
    <dgm:cxn modelId="{3A3442CB-4ABA-4B52-BB88-88B058EE88F8}" type="presOf" srcId="{2A301FB0-782B-4E4C-9F8B-B5F6651D5675}" destId="{85969222-C9BA-49DC-AF77-677047E69347}" srcOrd="0" destOrd="0" presId="urn:microsoft.com/office/officeart/2005/8/layout/hierarchy4"/>
    <dgm:cxn modelId="{444578BA-4A84-40C6-A9EC-FDB150AD90D1}" type="presParOf" srcId="{D1CFE10D-F307-45B5-B949-4CC113A7DEB6}" destId="{17D990F9-ABBB-4670-92C3-C0676222F673}" srcOrd="0" destOrd="0" presId="urn:microsoft.com/office/officeart/2005/8/layout/hierarchy4"/>
    <dgm:cxn modelId="{6BE2C618-49EB-4249-995B-684919E9A857}" type="presParOf" srcId="{17D990F9-ABBB-4670-92C3-C0676222F673}" destId="{554FD168-8FB7-427D-835B-9318AE8825C3}" srcOrd="0" destOrd="0" presId="urn:microsoft.com/office/officeart/2005/8/layout/hierarchy4"/>
    <dgm:cxn modelId="{F15BF7EF-D900-4CB7-834D-9356CE5FF8BD}" type="presParOf" srcId="{17D990F9-ABBB-4670-92C3-C0676222F673}" destId="{4B6C0028-E96C-464C-AFE4-BE44791C67F8}" srcOrd="1" destOrd="0" presId="urn:microsoft.com/office/officeart/2005/8/layout/hierarchy4"/>
    <dgm:cxn modelId="{20342FD0-DA9A-45A8-A8E5-53B8EEFB9C4D}" type="presParOf" srcId="{D1CFE10D-F307-45B5-B949-4CC113A7DEB6}" destId="{1DA6DAEF-BDB5-4B3A-8DB3-01B4C017D0C2}" srcOrd="1" destOrd="0" presId="urn:microsoft.com/office/officeart/2005/8/layout/hierarchy4"/>
    <dgm:cxn modelId="{7B7DD513-7F60-4647-8445-A1CC06AD4D0F}" type="presParOf" srcId="{D1CFE10D-F307-45B5-B949-4CC113A7DEB6}" destId="{7FA72D75-D6D0-4125-819B-7E4401BF613B}" srcOrd="2" destOrd="0" presId="urn:microsoft.com/office/officeart/2005/8/layout/hierarchy4"/>
    <dgm:cxn modelId="{3A9DE1F3-DADB-4C16-805F-6F2244B88B4C}" type="presParOf" srcId="{7FA72D75-D6D0-4125-819B-7E4401BF613B}" destId="{578D8836-6D08-4E31-921D-86188C992246}" srcOrd="0" destOrd="0" presId="urn:microsoft.com/office/officeart/2005/8/layout/hierarchy4"/>
    <dgm:cxn modelId="{1FB4B9C0-AB91-4E42-88B5-DFBEFC47BF44}" type="presParOf" srcId="{7FA72D75-D6D0-4125-819B-7E4401BF613B}" destId="{1235009C-5EB1-4A42-B5E2-EF4B6D792F50}" srcOrd="1" destOrd="0" presId="urn:microsoft.com/office/officeart/2005/8/layout/hierarchy4"/>
    <dgm:cxn modelId="{1699A358-A180-4B50-A82C-981E7EA98EFD}" type="presParOf" srcId="{7FA72D75-D6D0-4125-819B-7E4401BF613B}" destId="{04A30C85-FCA1-4751-B194-47A4B949E0A0}" srcOrd="2" destOrd="0" presId="urn:microsoft.com/office/officeart/2005/8/layout/hierarchy4"/>
    <dgm:cxn modelId="{96B61535-6812-4D6C-B29F-8898E713D376}" type="presParOf" srcId="{04A30C85-FCA1-4751-B194-47A4B949E0A0}" destId="{F1ED1862-45D0-425E-9FF7-B47F8C744526}" srcOrd="0" destOrd="0" presId="urn:microsoft.com/office/officeart/2005/8/layout/hierarchy4"/>
    <dgm:cxn modelId="{C85DBE00-B504-4EC8-B9C3-420A2FA67A41}" type="presParOf" srcId="{F1ED1862-45D0-425E-9FF7-B47F8C744526}" destId="{76E1DDFA-91D1-4BDA-B736-BFCCC4C2CE15}" srcOrd="0" destOrd="0" presId="urn:microsoft.com/office/officeart/2005/8/layout/hierarchy4"/>
    <dgm:cxn modelId="{C1E1079C-6375-41F6-87C2-A58F4E0DA43B}" type="presParOf" srcId="{F1ED1862-45D0-425E-9FF7-B47F8C744526}" destId="{23E5323A-ABA2-4561-A738-96BF2D920C24}" srcOrd="1" destOrd="0" presId="urn:microsoft.com/office/officeart/2005/8/layout/hierarchy4"/>
    <dgm:cxn modelId="{A827574E-6D08-44C2-B753-4C1184D637A7}" type="presParOf" srcId="{04A30C85-FCA1-4751-B194-47A4B949E0A0}" destId="{F6365C02-37E5-4B6A-B102-5E2FD1C92869}" srcOrd="1" destOrd="0" presId="urn:microsoft.com/office/officeart/2005/8/layout/hierarchy4"/>
    <dgm:cxn modelId="{EC567128-9B1B-4D0F-B87E-55BB7D12B6F4}" type="presParOf" srcId="{04A30C85-FCA1-4751-B194-47A4B949E0A0}" destId="{1FBBF45B-ECAA-4763-8CBA-EA39E91CE78F}" srcOrd="2" destOrd="0" presId="urn:microsoft.com/office/officeart/2005/8/layout/hierarchy4"/>
    <dgm:cxn modelId="{32A95129-6FB4-4873-BDD5-974A6A0F3B7E}" type="presParOf" srcId="{1FBBF45B-ECAA-4763-8CBA-EA39E91CE78F}" destId="{85969222-C9BA-49DC-AF77-677047E69347}" srcOrd="0" destOrd="0" presId="urn:microsoft.com/office/officeart/2005/8/layout/hierarchy4"/>
    <dgm:cxn modelId="{4E8F5B21-5BE6-4DB7-A8B1-61AC313838C3}" type="presParOf" srcId="{1FBBF45B-ECAA-4763-8CBA-EA39E91CE78F}" destId="{F2C28EEE-1A39-4518-9ED5-98B2D944C75D}" srcOrd="1" destOrd="0" presId="urn:microsoft.com/office/officeart/2005/8/layout/hierarchy4"/>
  </dgm:cxnLst>
  <dgm:bg/>
  <dgm:whole/>
  <dgm:extLst>
    <a:ext uri="http://schemas.microsoft.com/office/drawing/2008/diagram">
      <dsp:dataModelExt xmlns:dsp="http://schemas.microsoft.com/office/drawing/2008/diagram" xmlns="" relId="rId5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dgm:spPr/>
      <dgm:t>
        <a:bodyPr/>
        <a:lstStyle/>
        <a:p>
          <a:r>
            <a:rPr lang="en-US" dirty="0" smtClean="0"/>
            <a:t>Flow of Money, Flow of Goods, Project Accounting, HR</a:t>
          </a:r>
          <a:endParaRPr lang="en-US"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FD6C6262-74B1-4A06-B787-0532D2DAE03A}">
      <dgm:prSet phldrT="[Text]"/>
      <dgm:spPr>
        <a:solidFill>
          <a:srgbClr val="18187C"/>
        </a:solidFill>
      </dgm:spPr>
      <dgm:t>
        <a:bodyPr/>
        <a:lstStyle/>
        <a:p>
          <a:r>
            <a:rPr lang="en-US" dirty="0" smtClean="0"/>
            <a:t>Mfg</a:t>
          </a:r>
          <a:endParaRPr lang="en-US" dirty="0"/>
        </a:p>
      </dgm:t>
    </dgm:pt>
    <dgm:pt modelId="{2F92AB68-0D12-43CD-8776-6E22FAB8EFBD}" type="parTrans" cxnId="{4890A7C7-2D47-4C60-A09F-E027EBEAA48F}">
      <dgm:prSet/>
      <dgm:spPr/>
      <dgm:t>
        <a:bodyPr/>
        <a:lstStyle/>
        <a:p>
          <a:endParaRPr lang="en-US"/>
        </a:p>
      </dgm:t>
    </dgm:pt>
    <dgm:pt modelId="{1388E6DB-B12E-4392-B0C2-EFF1E0E55BD0}" type="sibTrans" cxnId="{4890A7C7-2D47-4C60-A09F-E027EBEAA48F}">
      <dgm:prSet/>
      <dgm:spPr/>
      <dgm:t>
        <a:bodyPr/>
        <a:lstStyle/>
        <a:p>
          <a:endParaRPr lang="en-US"/>
        </a:p>
      </dgm:t>
    </dgm:pt>
    <dgm:pt modelId="{2A301FB0-782B-4E4C-9F8B-B5F6651D5675}">
      <dgm:prSet phldrT="[Text]"/>
      <dgm:spPr>
        <a:solidFill>
          <a:srgbClr val="18187C"/>
        </a:solidFill>
      </dgm:spPr>
      <dgm:t>
        <a:bodyPr/>
        <a:lstStyle/>
        <a:p>
          <a:r>
            <a:rPr lang="en-US" dirty="0" smtClean="0"/>
            <a:t>Warehousing</a:t>
          </a:r>
          <a:endParaRPr lang="en-US" dirty="0"/>
        </a:p>
      </dgm:t>
    </dgm:pt>
    <dgm:pt modelId="{7EA7E6DD-2552-4DC1-AC28-DE54FB53A83D}" type="parTrans" cxnId="{97DE7992-B783-4ABC-8DAC-EAC6166C721C}">
      <dgm:prSet/>
      <dgm:spPr/>
      <dgm:t>
        <a:bodyPr/>
        <a:lstStyle/>
        <a:p>
          <a:endParaRPr lang="en-US"/>
        </a:p>
      </dgm:t>
    </dgm:pt>
    <dgm:pt modelId="{CA5D6E47-4915-4F25-88E4-4B8F832FF9EF}" type="sibTrans" cxnId="{97DE7992-B783-4ABC-8DAC-EAC6166C721C}">
      <dgm:prSet/>
      <dgm:spPr/>
      <dgm:t>
        <a:bodyPr/>
        <a:lstStyle/>
        <a:p>
          <a:endParaRPr lang="en-US"/>
        </a:p>
      </dgm:t>
    </dgm:pt>
    <dgm:pt modelId="{2C95FD51-25DF-49FE-8CD1-B505632AAC5A}">
      <dgm:prSet phldrT="[Text]"/>
      <dgm:spPr>
        <a:solidFill>
          <a:srgbClr val="CC9B00"/>
        </a:solidFill>
      </dgm:spPr>
      <dgm:t>
        <a:bodyPr/>
        <a:lstStyle/>
        <a:p>
          <a:r>
            <a:rPr lang="en-US" dirty="0" smtClean="0">
              <a:solidFill>
                <a:schemeClr val="tx1">
                  <a:lumMod val="65000"/>
                  <a:lumOff val="35000"/>
                </a:schemeClr>
              </a:solidFill>
            </a:rPr>
            <a:t>Tax Mgt</a:t>
          </a:r>
          <a:endParaRPr lang="en-US" dirty="0">
            <a:solidFill>
              <a:schemeClr val="tx1">
                <a:lumMod val="65000"/>
                <a:lumOff val="35000"/>
              </a:schemeClr>
            </a:solidFill>
          </a:endParaRPr>
        </a:p>
      </dgm:t>
    </dgm:pt>
    <dgm:pt modelId="{6BE3ED03-DDA4-4D29-B95E-43EBEF284844}" type="parTrans" cxnId="{410CC3CB-A1E8-4273-9E5D-44440217EE14}">
      <dgm:prSet/>
      <dgm:spPr/>
      <dgm:t>
        <a:bodyPr/>
        <a:lstStyle/>
        <a:p>
          <a:endParaRPr lang="en-US"/>
        </a:p>
      </dgm:t>
    </dgm:pt>
    <dgm:pt modelId="{F1A2E84B-BE99-4A1A-86E8-1D9FC46A4A0A}" type="sibTrans" cxnId="{410CC3CB-A1E8-4273-9E5D-44440217EE14}">
      <dgm:prSet/>
      <dgm:spPr/>
      <dgm:t>
        <a:bodyPr/>
        <a:lstStyle/>
        <a:p>
          <a:endParaRPr lang="en-US"/>
        </a:p>
      </dgm:t>
    </dgm:pt>
    <dgm:pt modelId="{855AC023-8E08-4B4C-939D-B33E48080C84}">
      <dgm:prSet phldrT="[Text]"/>
      <dgm:spPr>
        <a:solidFill>
          <a:srgbClr val="18187C"/>
        </a:solidFill>
      </dgm:spPr>
      <dgm:t>
        <a:bodyPr/>
        <a:lstStyle/>
        <a:p>
          <a:r>
            <a:rPr lang="en-US" dirty="0" smtClean="0"/>
            <a:t>Supplier Collaboration</a:t>
          </a:r>
          <a:endParaRPr lang="en-US" dirty="0"/>
        </a:p>
      </dgm:t>
    </dgm:pt>
    <dgm:pt modelId="{63D3FD84-36B6-4D31-8D42-F1C06B42E657}" type="parTrans" cxnId="{24810D76-05C4-4E42-A86A-1534CD94258F}">
      <dgm:prSet/>
      <dgm:spPr/>
      <dgm:t>
        <a:bodyPr/>
        <a:lstStyle/>
        <a:p>
          <a:endParaRPr lang="en-US"/>
        </a:p>
      </dgm:t>
    </dgm:pt>
    <dgm:pt modelId="{4161BBBD-C8D0-467E-B9FD-84F29C07FC79}" type="sibTrans" cxnId="{24810D76-05C4-4E42-A86A-1534CD94258F}">
      <dgm:prSet/>
      <dgm:spPr/>
      <dgm:t>
        <a:bodyPr/>
        <a:lstStyle/>
        <a:p>
          <a:endParaRPr lang="en-US"/>
        </a:p>
      </dgm:t>
    </dgm:pt>
    <dgm:pt modelId="{EB7510DB-67A0-4F7F-AAF7-4AE8408121D7}">
      <dgm:prSet phldrT="[Text]"/>
      <dgm:spPr>
        <a:solidFill>
          <a:srgbClr val="CC9B00"/>
        </a:solidFill>
      </dgm:spPr>
      <dgm:t>
        <a:bodyPr/>
        <a:lstStyle/>
        <a:p>
          <a:r>
            <a:rPr lang="en-US" dirty="0" smtClean="0">
              <a:solidFill>
                <a:schemeClr val="tx1">
                  <a:lumMod val="65000"/>
                  <a:lumOff val="35000"/>
                </a:schemeClr>
              </a:solidFill>
            </a:rPr>
            <a:t>Payroll</a:t>
          </a:r>
          <a:endParaRPr lang="en-US" dirty="0">
            <a:solidFill>
              <a:schemeClr val="tx1">
                <a:lumMod val="65000"/>
                <a:lumOff val="35000"/>
              </a:schemeClr>
            </a:solidFill>
          </a:endParaRPr>
        </a:p>
      </dgm:t>
    </dgm:pt>
    <dgm:pt modelId="{C8FBA4E2-1AC1-44FB-9A4A-B4E1A05AF5CE}" type="parTrans" cxnId="{25C0E349-47B7-4D09-AFBC-8855E3D07D78}">
      <dgm:prSet/>
      <dgm:spPr/>
      <dgm:t>
        <a:bodyPr/>
        <a:lstStyle/>
        <a:p>
          <a:endParaRPr lang="en-US"/>
        </a:p>
      </dgm:t>
    </dgm:pt>
    <dgm:pt modelId="{6C55A318-E0D7-44BC-96DD-E219EDC25C5B}" type="sibTrans" cxnId="{25C0E349-47B7-4D09-AFBC-8855E3D07D78}">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0" presStyleCnt="5">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 modelId="{F6365C02-37E5-4B6A-B102-5E2FD1C92869}" type="pres">
      <dgm:prSet presAssocID="{1388E6DB-B12E-4392-B0C2-EFF1E0E55BD0}" presName="sibSpaceTwo" presStyleCnt="0"/>
      <dgm:spPr/>
    </dgm:pt>
    <dgm:pt modelId="{1FBBF45B-ECAA-4763-8CBA-EA39E91CE78F}" type="pres">
      <dgm:prSet presAssocID="{2A301FB0-782B-4E4C-9F8B-B5F6651D5675}" presName="vertTwo" presStyleCnt="0"/>
      <dgm:spPr/>
    </dgm:pt>
    <dgm:pt modelId="{85969222-C9BA-49DC-AF77-677047E69347}" type="pres">
      <dgm:prSet presAssocID="{2A301FB0-782B-4E4C-9F8B-B5F6651D5675}" presName="txTwo" presStyleLbl="node2" presStyleIdx="1" presStyleCnt="5">
        <dgm:presLayoutVars>
          <dgm:chPref val="3"/>
        </dgm:presLayoutVars>
      </dgm:prSet>
      <dgm:spPr/>
      <dgm:t>
        <a:bodyPr/>
        <a:lstStyle/>
        <a:p>
          <a:endParaRPr lang="en-US"/>
        </a:p>
      </dgm:t>
    </dgm:pt>
    <dgm:pt modelId="{F2C28EEE-1A39-4518-9ED5-98B2D944C75D}" type="pres">
      <dgm:prSet presAssocID="{2A301FB0-782B-4E4C-9F8B-B5F6651D5675}" presName="horzTwo" presStyleCnt="0"/>
      <dgm:spPr/>
    </dgm:pt>
    <dgm:pt modelId="{214022A0-DE8E-4D51-98D3-C2487EAA57E7}" type="pres">
      <dgm:prSet presAssocID="{CA5D6E47-4915-4F25-88E4-4B8F832FF9EF}" presName="sibSpaceTwo" presStyleCnt="0"/>
      <dgm:spPr/>
    </dgm:pt>
    <dgm:pt modelId="{7CFC4D1D-1E9B-407E-9509-820350AE77C1}" type="pres">
      <dgm:prSet presAssocID="{855AC023-8E08-4B4C-939D-B33E48080C84}" presName="vertTwo" presStyleCnt="0"/>
      <dgm:spPr/>
    </dgm:pt>
    <dgm:pt modelId="{92155280-D076-4F93-B2E9-6CF5FBCC6FA1}" type="pres">
      <dgm:prSet presAssocID="{855AC023-8E08-4B4C-939D-B33E48080C84}" presName="txTwo" presStyleLbl="node2" presStyleIdx="2" presStyleCnt="5">
        <dgm:presLayoutVars>
          <dgm:chPref val="3"/>
        </dgm:presLayoutVars>
      </dgm:prSet>
      <dgm:spPr/>
      <dgm:t>
        <a:bodyPr/>
        <a:lstStyle/>
        <a:p>
          <a:endParaRPr lang="en-US"/>
        </a:p>
      </dgm:t>
    </dgm:pt>
    <dgm:pt modelId="{0366652E-EDDC-448B-9FD5-FFF44B4A9071}" type="pres">
      <dgm:prSet presAssocID="{855AC023-8E08-4B4C-939D-B33E48080C84}" presName="horzTwo" presStyleCnt="0"/>
      <dgm:spPr/>
    </dgm:pt>
    <dgm:pt modelId="{2B9C83BC-A66D-43FA-B16B-9AA6923589FE}" type="pres">
      <dgm:prSet presAssocID="{4161BBBD-C8D0-467E-B9FD-84F29C07FC79}" presName="sibSpaceTwo" presStyleCnt="0"/>
      <dgm:spPr/>
    </dgm:pt>
    <dgm:pt modelId="{577F7BD4-ACC4-4DE6-B3A0-F90140439171}" type="pres">
      <dgm:prSet presAssocID="{EB7510DB-67A0-4F7F-AAF7-4AE8408121D7}" presName="vertTwo" presStyleCnt="0"/>
      <dgm:spPr/>
    </dgm:pt>
    <dgm:pt modelId="{6C2D9263-A5EE-4D11-998E-FFCDDBAC3779}" type="pres">
      <dgm:prSet presAssocID="{EB7510DB-67A0-4F7F-AAF7-4AE8408121D7}" presName="txTwo" presStyleLbl="node2" presStyleIdx="3" presStyleCnt="5">
        <dgm:presLayoutVars>
          <dgm:chPref val="3"/>
        </dgm:presLayoutVars>
      </dgm:prSet>
      <dgm:spPr/>
      <dgm:t>
        <a:bodyPr/>
        <a:lstStyle/>
        <a:p>
          <a:endParaRPr lang="en-US"/>
        </a:p>
      </dgm:t>
    </dgm:pt>
    <dgm:pt modelId="{30935151-4124-489D-8C52-2958AE998C79}" type="pres">
      <dgm:prSet presAssocID="{EB7510DB-67A0-4F7F-AAF7-4AE8408121D7}" presName="horzTwo" presStyleCnt="0"/>
      <dgm:spPr/>
    </dgm:pt>
    <dgm:pt modelId="{B687B3CF-51A7-4683-92C5-6C98EE66F5AE}" type="pres">
      <dgm:prSet presAssocID="{6C55A318-E0D7-44BC-96DD-E219EDC25C5B}" presName="sibSpaceTwo" presStyleCnt="0"/>
      <dgm:spPr/>
    </dgm:pt>
    <dgm:pt modelId="{9063AD80-706D-48A5-8C90-E56DD2F9E505}" type="pres">
      <dgm:prSet presAssocID="{2C95FD51-25DF-49FE-8CD1-B505632AAC5A}" presName="vertTwo" presStyleCnt="0"/>
      <dgm:spPr/>
    </dgm:pt>
    <dgm:pt modelId="{1308B9F1-1109-44D4-8FEF-9C31EA7EE089}" type="pres">
      <dgm:prSet presAssocID="{2C95FD51-25DF-49FE-8CD1-B505632AAC5A}" presName="txTwo" presStyleLbl="node2" presStyleIdx="4" presStyleCnt="5">
        <dgm:presLayoutVars>
          <dgm:chPref val="3"/>
        </dgm:presLayoutVars>
      </dgm:prSet>
      <dgm:spPr/>
      <dgm:t>
        <a:bodyPr/>
        <a:lstStyle/>
        <a:p>
          <a:endParaRPr lang="en-US"/>
        </a:p>
      </dgm:t>
    </dgm:pt>
    <dgm:pt modelId="{51702FEA-C980-475E-9C29-A3C5B4550130}" type="pres">
      <dgm:prSet presAssocID="{2C95FD51-25DF-49FE-8CD1-B505632AAC5A}" presName="horzTwo" presStyleCnt="0"/>
      <dgm:spPr/>
    </dgm:pt>
  </dgm:ptLst>
  <dgm:cxnLst>
    <dgm:cxn modelId="{410CC3CB-A1E8-4273-9E5D-44440217EE14}" srcId="{85003AC2-5773-484C-A813-40EFF6F8A823}" destId="{2C95FD51-25DF-49FE-8CD1-B505632AAC5A}" srcOrd="4" destOrd="0" parTransId="{6BE3ED03-DDA4-4D29-B95E-43EBEF284844}" sibTransId="{F1A2E84B-BE99-4A1A-86E8-1D9FC46A4A0A}"/>
    <dgm:cxn modelId="{788B6264-C596-4D22-B664-02EE4D8DC7BD}" type="presOf" srcId="{43B14A11-8B8C-463C-883B-2869E87108B2}" destId="{D1CFE10D-F307-45B5-B949-4CC113A7DEB6}" srcOrd="0" destOrd="0" presId="urn:microsoft.com/office/officeart/2005/8/layout/hierarchy4"/>
    <dgm:cxn modelId="{E6849F25-DAB9-4DEB-B764-001BB3C5802F}" type="presOf" srcId="{2A301FB0-782B-4E4C-9F8B-B5F6651D5675}" destId="{85969222-C9BA-49DC-AF77-677047E69347}" srcOrd="0" destOrd="0" presId="urn:microsoft.com/office/officeart/2005/8/layout/hierarchy4"/>
    <dgm:cxn modelId="{97DE7992-B783-4ABC-8DAC-EAC6166C721C}" srcId="{85003AC2-5773-484C-A813-40EFF6F8A823}" destId="{2A301FB0-782B-4E4C-9F8B-B5F6651D5675}" srcOrd="1" destOrd="0" parTransId="{7EA7E6DD-2552-4DC1-AC28-DE54FB53A83D}" sibTransId="{CA5D6E47-4915-4F25-88E4-4B8F832FF9EF}"/>
    <dgm:cxn modelId="{C9F6959B-3FD7-48EC-B6B7-A3305F76DECE}" type="presOf" srcId="{2C95FD51-25DF-49FE-8CD1-B505632AAC5A}" destId="{1308B9F1-1109-44D4-8FEF-9C31EA7EE089}" srcOrd="0" destOrd="0" presId="urn:microsoft.com/office/officeart/2005/8/layout/hierarchy4"/>
    <dgm:cxn modelId="{4ADC86B7-DD0B-4AD5-A186-4AB530C526A6}" type="presOf" srcId="{855AC023-8E08-4B4C-939D-B33E48080C84}" destId="{92155280-D076-4F93-B2E9-6CF5FBCC6FA1}" srcOrd="0" destOrd="0" presId="urn:microsoft.com/office/officeart/2005/8/layout/hierarchy4"/>
    <dgm:cxn modelId="{7741E389-B7BE-4F14-A9E5-071EEE9BA86B}" type="presOf" srcId="{EB7510DB-67A0-4F7F-AAF7-4AE8408121D7}" destId="{6C2D9263-A5EE-4D11-998E-FFCDDBAC3779}" srcOrd="0" destOrd="0" presId="urn:microsoft.com/office/officeart/2005/8/layout/hierarchy4"/>
    <dgm:cxn modelId="{24810D76-05C4-4E42-A86A-1534CD94258F}" srcId="{85003AC2-5773-484C-A813-40EFF6F8A823}" destId="{855AC023-8E08-4B4C-939D-B33E48080C84}" srcOrd="2" destOrd="0" parTransId="{63D3FD84-36B6-4D31-8D42-F1C06B42E657}" sibTransId="{4161BBBD-C8D0-467E-B9FD-84F29C07FC79}"/>
    <dgm:cxn modelId="{CCA45E5C-8F18-4CE3-8520-1114D6BA638B}" type="presOf" srcId="{85003AC2-5773-484C-A813-40EFF6F8A823}" destId="{578D8836-6D08-4E31-921D-86188C992246}" srcOrd="0" destOrd="0" presId="urn:microsoft.com/office/officeart/2005/8/layout/hierarchy4"/>
    <dgm:cxn modelId="{25C0E349-47B7-4D09-AFBC-8855E3D07D78}" srcId="{85003AC2-5773-484C-A813-40EFF6F8A823}" destId="{EB7510DB-67A0-4F7F-AAF7-4AE8408121D7}" srcOrd="3" destOrd="0" parTransId="{C8FBA4E2-1AC1-44FB-9A4A-B4E1A05AF5CE}" sibTransId="{6C55A318-E0D7-44BC-96DD-E219EDC25C5B}"/>
    <dgm:cxn modelId="{44B01364-58B5-446A-9C28-16CA3A7560E9}" type="presOf" srcId="{FD6C6262-74B1-4A06-B787-0532D2DAE03A}" destId="{76E1DDFA-91D1-4BDA-B736-BFCCC4C2CE15}" srcOrd="0" destOrd="0" presId="urn:microsoft.com/office/officeart/2005/8/layout/hierarchy4"/>
    <dgm:cxn modelId="{1F641290-3C49-446F-9CEF-32AC9BCFA2BA}" srcId="{43B14A11-8B8C-463C-883B-2869E87108B2}" destId="{85003AC2-5773-484C-A813-40EFF6F8A823}" srcOrd="0" destOrd="0" parTransId="{C1D00746-F9BF-4F40-8570-F3F65AE9B459}" sibTransId="{B36DB983-29C2-494D-8ED0-514A893A7673}"/>
    <dgm:cxn modelId="{4890A7C7-2D47-4C60-A09F-E027EBEAA48F}" srcId="{85003AC2-5773-484C-A813-40EFF6F8A823}" destId="{FD6C6262-74B1-4A06-B787-0532D2DAE03A}" srcOrd="0" destOrd="0" parTransId="{2F92AB68-0D12-43CD-8776-6E22FAB8EFBD}" sibTransId="{1388E6DB-B12E-4392-B0C2-EFF1E0E55BD0}"/>
    <dgm:cxn modelId="{BFC1EA34-F13F-472E-91E2-2978E5D3BC62}" type="presParOf" srcId="{D1CFE10D-F307-45B5-B949-4CC113A7DEB6}" destId="{7FA72D75-D6D0-4125-819B-7E4401BF613B}" srcOrd="0" destOrd="0" presId="urn:microsoft.com/office/officeart/2005/8/layout/hierarchy4"/>
    <dgm:cxn modelId="{6FA7FBE9-5275-4CFC-859E-F61708C04D27}" type="presParOf" srcId="{7FA72D75-D6D0-4125-819B-7E4401BF613B}" destId="{578D8836-6D08-4E31-921D-86188C992246}" srcOrd="0" destOrd="0" presId="urn:microsoft.com/office/officeart/2005/8/layout/hierarchy4"/>
    <dgm:cxn modelId="{448C4B4C-738A-40F3-9788-477437BA3D36}" type="presParOf" srcId="{7FA72D75-D6D0-4125-819B-7E4401BF613B}" destId="{1235009C-5EB1-4A42-B5E2-EF4B6D792F50}" srcOrd="1" destOrd="0" presId="urn:microsoft.com/office/officeart/2005/8/layout/hierarchy4"/>
    <dgm:cxn modelId="{835009A2-DB4C-4F27-9EF3-D5845A967C81}" type="presParOf" srcId="{7FA72D75-D6D0-4125-819B-7E4401BF613B}" destId="{04A30C85-FCA1-4751-B194-47A4B949E0A0}" srcOrd="2" destOrd="0" presId="urn:microsoft.com/office/officeart/2005/8/layout/hierarchy4"/>
    <dgm:cxn modelId="{8063FC0F-49EE-4F2B-AEFF-1819DE19DE2B}" type="presParOf" srcId="{04A30C85-FCA1-4751-B194-47A4B949E0A0}" destId="{F1ED1862-45D0-425E-9FF7-B47F8C744526}" srcOrd="0" destOrd="0" presId="urn:microsoft.com/office/officeart/2005/8/layout/hierarchy4"/>
    <dgm:cxn modelId="{0A14747E-2802-4093-859A-B7C7F662425A}" type="presParOf" srcId="{F1ED1862-45D0-425E-9FF7-B47F8C744526}" destId="{76E1DDFA-91D1-4BDA-B736-BFCCC4C2CE15}" srcOrd="0" destOrd="0" presId="urn:microsoft.com/office/officeart/2005/8/layout/hierarchy4"/>
    <dgm:cxn modelId="{3C2FF41A-5165-4E5F-BE4C-1ABFAD7707C3}" type="presParOf" srcId="{F1ED1862-45D0-425E-9FF7-B47F8C744526}" destId="{23E5323A-ABA2-4561-A738-96BF2D920C24}" srcOrd="1" destOrd="0" presId="urn:microsoft.com/office/officeart/2005/8/layout/hierarchy4"/>
    <dgm:cxn modelId="{B288AADF-8B36-4BF7-8E6C-1D18AB6F2A09}" type="presParOf" srcId="{04A30C85-FCA1-4751-B194-47A4B949E0A0}" destId="{F6365C02-37E5-4B6A-B102-5E2FD1C92869}" srcOrd="1" destOrd="0" presId="urn:microsoft.com/office/officeart/2005/8/layout/hierarchy4"/>
    <dgm:cxn modelId="{6312EDC7-E60A-4091-9776-B7A1F925FFDF}" type="presParOf" srcId="{04A30C85-FCA1-4751-B194-47A4B949E0A0}" destId="{1FBBF45B-ECAA-4763-8CBA-EA39E91CE78F}" srcOrd="2" destOrd="0" presId="urn:microsoft.com/office/officeart/2005/8/layout/hierarchy4"/>
    <dgm:cxn modelId="{999CDEFD-4134-4717-B9BB-3577319F4DE4}" type="presParOf" srcId="{1FBBF45B-ECAA-4763-8CBA-EA39E91CE78F}" destId="{85969222-C9BA-49DC-AF77-677047E69347}" srcOrd="0" destOrd="0" presId="urn:microsoft.com/office/officeart/2005/8/layout/hierarchy4"/>
    <dgm:cxn modelId="{ACA385B7-D328-4482-AF25-CE15257D6B5E}" type="presParOf" srcId="{1FBBF45B-ECAA-4763-8CBA-EA39E91CE78F}" destId="{F2C28EEE-1A39-4518-9ED5-98B2D944C75D}" srcOrd="1" destOrd="0" presId="urn:microsoft.com/office/officeart/2005/8/layout/hierarchy4"/>
    <dgm:cxn modelId="{A8E91E1A-B6EB-414C-A3A7-A792A78084EC}" type="presParOf" srcId="{04A30C85-FCA1-4751-B194-47A4B949E0A0}" destId="{214022A0-DE8E-4D51-98D3-C2487EAA57E7}" srcOrd="3" destOrd="0" presId="urn:microsoft.com/office/officeart/2005/8/layout/hierarchy4"/>
    <dgm:cxn modelId="{067A856F-5390-4A4E-843E-CD45939BB0DC}" type="presParOf" srcId="{04A30C85-FCA1-4751-B194-47A4B949E0A0}" destId="{7CFC4D1D-1E9B-407E-9509-820350AE77C1}" srcOrd="4" destOrd="0" presId="urn:microsoft.com/office/officeart/2005/8/layout/hierarchy4"/>
    <dgm:cxn modelId="{7701BB11-ADC7-4E2E-8B5E-D458A5E44D02}" type="presParOf" srcId="{7CFC4D1D-1E9B-407E-9509-820350AE77C1}" destId="{92155280-D076-4F93-B2E9-6CF5FBCC6FA1}" srcOrd="0" destOrd="0" presId="urn:microsoft.com/office/officeart/2005/8/layout/hierarchy4"/>
    <dgm:cxn modelId="{7E763AC9-F1FE-48D2-BDBF-9EB3C0AEBB6F}" type="presParOf" srcId="{7CFC4D1D-1E9B-407E-9509-820350AE77C1}" destId="{0366652E-EDDC-448B-9FD5-FFF44B4A9071}" srcOrd="1" destOrd="0" presId="urn:microsoft.com/office/officeart/2005/8/layout/hierarchy4"/>
    <dgm:cxn modelId="{78F5D401-0749-41E8-8BC0-8403D46F762A}" type="presParOf" srcId="{04A30C85-FCA1-4751-B194-47A4B949E0A0}" destId="{2B9C83BC-A66D-43FA-B16B-9AA6923589FE}" srcOrd="5" destOrd="0" presId="urn:microsoft.com/office/officeart/2005/8/layout/hierarchy4"/>
    <dgm:cxn modelId="{14818339-3DEE-4AAB-9C4E-B0336D124F24}" type="presParOf" srcId="{04A30C85-FCA1-4751-B194-47A4B949E0A0}" destId="{577F7BD4-ACC4-4DE6-B3A0-F90140439171}" srcOrd="6" destOrd="0" presId="urn:microsoft.com/office/officeart/2005/8/layout/hierarchy4"/>
    <dgm:cxn modelId="{F0AED682-B04B-4F09-8F06-5E2AFEDE729D}" type="presParOf" srcId="{577F7BD4-ACC4-4DE6-B3A0-F90140439171}" destId="{6C2D9263-A5EE-4D11-998E-FFCDDBAC3779}" srcOrd="0" destOrd="0" presId="urn:microsoft.com/office/officeart/2005/8/layout/hierarchy4"/>
    <dgm:cxn modelId="{8F0D03AF-BEBC-485A-A34C-847ACE6B7907}" type="presParOf" srcId="{577F7BD4-ACC4-4DE6-B3A0-F90140439171}" destId="{30935151-4124-489D-8C52-2958AE998C79}" srcOrd="1" destOrd="0" presId="urn:microsoft.com/office/officeart/2005/8/layout/hierarchy4"/>
    <dgm:cxn modelId="{3E2DF41E-1530-46B6-A8B4-3D0C8C2EB1C3}" type="presParOf" srcId="{04A30C85-FCA1-4751-B194-47A4B949E0A0}" destId="{B687B3CF-51A7-4683-92C5-6C98EE66F5AE}" srcOrd="7" destOrd="0" presId="urn:microsoft.com/office/officeart/2005/8/layout/hierarchy4"/>
    <dgm:cxn modelId="{C75F9E5D-C2E0-4316-8F51-D6A9B9DEC0F9}" type="presParOf" srcId="{04A30C85-FCA1-4751-B194-47A4B949E0A0}" destId="{9063AD80-706D-48A5-8C90-E56DD2F9E505}" srcOrd="8" destOrd="0" presId="urn:microsoft.com/office/officeart/2005/8/layout/hierarchy4"/>
    <dgm:cxn modelId="{A9421DF8-016F-470D-882F-E1E2122E1144}" type="presParOf" srcId="{9063AD80-706D-48A5-8C90-E56DD2F9E505}" destId="{1308B9F1-1109-44D4-8FEF-9C31EA7EE089}" srcOrd="0" destOrd="0" presId="urn:microsoft.com/office/officeart/2005/8/layout/hierarchy4"/>
    <dgm:cxn modelId="{8DE999D9-2AB6-4785-9448-DAFAAC00C3EC}" type="presParOf" srcId="{9063AD80-706D-48A5-8C90-E56DD2F9E505}" destId="{51702FEA-C980-475E-9C29-A3C5B4550130}" srcOrd="1" destOrd="0" presId="urn:microsoft.com/office/officeart/2005/8/layout/hierarchy4"/>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Transportation Mgt</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FD6C6262-74B1-4A06-B787-0532D2DAE03A}">
      <dgm:prSet phldrT="[Text]"/>
      <dgm:spPr>
        <a:solidFill>
          <a:srgbClr val="3366FF"/>
        </a:solidFill>
      </dgm:spPr>
      <dgm:t>
        <a:bodyPr/>
        <a:lstStyle/>
        <a:p>
          <a:r>
            <a:rPr lang="en-US" dirty="0" smtClean="0"/>
            <a:t>3</a:t>
          </a:r>
          <a:r>
            <a:rPr lang="en-US" baseline="30000" dirty="0" smtClean="0"/>
            <a:t>rd</a:t>
          </a:r>
          <a:r>
            <a:rPr lang="en-US" dirty="0" smtClean="0"/>
            <a:t> Pty Web Collaboration</a:t>
          </a:r>
          <a:endParaRPr lang="en-US" dirty="0"/>
        </a:p>
      </dgm:t>
    </dgm:pt>
    <dgm:pt modelId="{2F92AB68-0D12-43CD-8776-6E22FAB8EFBD}" type="parTrans" cxnId="{4890A7C7-2D47-4C60-A09F-E027EBEAA48F}">
      <dgm:prSet/>
      <dgm:spPr/>
      <dgm:t>
        <a:bodyPr/>
        <a:lstStyle/>
        <a:p>
          <a:endParaRPr lang="en-US"/>
        </a:p>
      </dgm:t>
    </dgm:pt>
    <dgm:pt modelId="{1388E6DB-B12E-4392-B0C2-EFF1E0E55BD0}" type="sibTrans" cxnId="{4890A7C7-2D47-4C60-A09F-E027EBEAA48F}">
      <dgm:prSet/>
      <dgm:spPr/>
      <dgm:t>
        <a:bodyPr/>
        <a:lstStyle/>
        <a:p>
          <a:endParaRPr lang="en-US"/>
        </a:p>
      </dgm:t>
    </dgm:pt>
    <dgm:pt modelId="{2A301FB0-782B-4E4C-9F8B-B5F6651D5675}">
      <dgm:prSet phldrT="[Text]"/>
      <dgm:spPr>
        <a:solidFill>
          <a:srgbClr val="3366FF"/>
        </a:solidFill>
      </dgm:spPr>
      <dgm:t>
        <a:bodyPr/>
        <a:lstStyle/>
        <a:p>
          <a:r>
            <a:rPr lang="en-US" dirty="0" smtClean="0"/>
            <a:t>B2B Integration</a:t>
          </a:r>
          <a:endParaRPr lang="en-US" dirty="0"/>
        </a:p>
      </dgm:t>
    </dgm:pt>
    <dgm:pt modelId="{7EA7E6DD-2552-4DC1-AC28-DE54FB53A83D}" type="parTrans" cxnId="{97DE7992-B783-4ABC-8DAC-EAC6166C721C}">
      <dgm:prSet/>
      <dgm:spPr/>
      <dgm:t>
        <a:bodyPr/>
        <a:lstStyle/>
        <a:p>
          <a:endParaRPr lang="en-US"/>
        </a:p>
      </dgm:t>
    </dgm:pt>
    <dgm:pt modelId="{CA5D6E47-4915-4F25-88E4-4B8F832FF9EF}" type="sibTrans" cxnId="{97DE7992-B783-4ABC-8DAC-EAC6166C721C}">
      <dgm:prSet/>
      <dgm:spPr/>
      <dgm:t>
        <a:bodyPr/>
        <a:lstStyle/>
        <a:p>
          <a:endParaRPr lang="en-US"/>
        </a:p>
      </dgm:t>
    </dgm:pt>
    <dgm:pt modelId="{871D08C9-D236-4D99-BCE3-A78C711998EC}">
      <dgm:prSet phldrT="[Text]"/>
      <dgm:spPr>
        <a:solidFill>
          <a:srgbClr val="3366FF"/>
        </a:solidFill>
      </dgm:spPr>
      <dgm:t>
        <a:bodyPr/>
        <a:lstStyle/>
        <a:p>
          <a:r>
            <a:rPr lang="en-US" dirty="0" smtClean="0"/>
            <a:t>Automation (RFID) </a:t>
          </a:r>
          <a:endParaRPr lang="en-US" dirty="0"/>
        </a:p>
      </dgm:t>
    </dgm:pt>
    <dgm:pt modelId="{72F4047C-4A8D-4E49-B4F4-55A4432CC41C}" type="parTrans" cxnId="{7BAD0A1D-9F37-4FE6-9947-32416E538F07}">
      <dgm:prSet/>
      <dgm:spPr/>
      <dgm:t>
        <a:bodyPr/>
        <a:lstStyle/>
        <a:p>
          <a:endParaRPr lang="en-US"/>
        </a:p>
      </dgm:t>
    </dgm:pt>
    <dgm:pt modelId="{FD6FB164-6BC2-4842-A151-0DCEA4E65863}" type="sibTrans" cxnId="{7BAD0A1D-9F37-4FE6-9947-32416E538F07}">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1613F800-CA79-4B76-BF2E-6EE0E0341BEE}" type="pres">
      <dgm:prSet presAssocID="{871D08C9-D236-4D99-BCE3-A78C711998EC}" presName="vertTwo" presStyleCnt="0"/>
      <dgm:spPr/>
    </dgm:pt>
    <dgm:pt modelId="{8D51BF77-E319-4E6F-8BAD-5A979998B6EE}" type="pres">
      <dgm:prSet presAssocID="{871D08C9-D236-4D99-BCE3-A78C711998EC}" presName="txTwo" presStyleLbl="node2" presStyleIdx="0" presStyleCnt="3">
        <dgm:presLayoutVars>
          <dgm:chPref val="3"/>
        </dgm:presLayoutVars>
      </dgm:prSet>
      <dgm:spPr/>
      <dgm:t>
        <a:bodyPr/>
        <a:lstStyle/>
        <a:p>
          <a:endParaRPr lang="en-US"/>
        </a:p>
      </dgm:t>
    </dgm:pt>
    <dgm:pt modelId="{3F91977B-E033-4F81-A2E2-073F376CC441}" type="pres">
      <dgm:prSet presAssocID="{871D08C9-D236-4D99-BCE3-A78C711998EC}" presName="horzTwo" presStyleCnt="0"/>
      <dgm:spPr/>
    </dgm:pt>
    <dgm:pt modelId="{0D63BBCF-8EBA-45D7-A758-928E4439EF45}" type="pres">
      <dgm:prSet presAssocID="{FD6FB164-6BC2-4842-A151-0DCEA4E65863}" presName="sibSpaceTwo"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1" presStyleCnt="3">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 modelId="{F6365C02-37E5-4B6A-B102-5E2FD1C92869}" type="pres">
      <dgm:prSet presAssocID="{1388E6DB-B12E-4392-B0C2-EFF1E0E55BD0}" presName="sibSpaceTwo" presStyleCnt="0"/>
      <dgm:spPr/>
    </dgm:pt>
    <dgm:pt modelId="{1FBBF45B-ECAA-4763-8CBA-EA39E91CE78F}" type="pres">
      <dgm:prSet presAssocID="{2A301FB0-782B-4E4C-9F8B-B5F6651D5675}" presName="vertTwo" presStyleCnt="0"/>
      <dgm:spPr/>
    </dgm:pt>
    <dgm:pt modelId="{85969222-C9BA-49DC-AF77-677047E69347}" type="pres">
      <dgm:prSet presAssocID="{2A301FB0-782B-4E4C-9F8B-B5F6651D5675}" presName="txTwo" presStyleLbl="node2" presStyleIdx="2" presStyleCnt="3">
        <dgm:presLayoutVars>
          <dgm:chPref val="3"/>
        </dgm:presLayoutVars>
      </dgm:prSet>
      <dgm:spPr/>
      <dgm:t>
        <a:bodyPr/>
        <a:lstStyle/>
        <a:p>
          <a:endParaRPr lang="en-US"/>
        </a:p>
      </dgm:t>
    </dgm:pt>
    <dgm:pt modelId="{F2C28EEE-1A39-4518-9ED5-98B2D944C75D}" type="pres">
      <dgm:prSet presAssocID="{2A301FB0-782B-4E4C-9F8B-B5F6651D5675}" presName="horzTwo" presStyleCnt="0"/>
      <dgm:spPr/>
    </dgm:pt>
  </dgm:ptLst>
  <dgm:cxnLst>
    <dgm:cxn modelId="{0947BCBE-7B7D-4B4E-B5C9-DF353A6A56E3}" type="presOf" srcId="{871D08C9-D236-4D99-BCE3-A78C711998EC}" destId="{8D51BF77-E319-4E6F-8BAD-5A979998B6EE}" srcOrd="0" destOrd="0" presId="urn:microsoft.com/office/officeart/2005/8/layout/hierarchy4"/>
    <dgm:cxn modelId="{1F641290-3C49-446F-9CEF-32AC9BCFA2BA}" srcId="{43B14A11-8B8C-463C-883B-2869E87108B2}" destId="{85003AC2-5773-484C-A813-40EFF6F8A823}" srcOrd="0" destOrd="0" parTransId="{C1D00746-F9BF-4F40-8570-F3F65AE9B459}" sibTransId="{B36DB983-29C2-494D-8ED0-514A893A7673}"/>
    <dgm:cxn modelId="{97DE7992-B783-4ABC-8DAC-EAC6166C721C}" srcId="{85003AC2-5773-484C-A813-40EFF6F8A823}" destId="{2A301FB0-782B-4E4C-9F8B-B5F6651D5675}" srcOrd="2" destOrd="0" parTransId="{7EA7E6DD-2552-4DC1-AC28-DE54FB53A83D}" sibTransId="{CA5D6E47-4915-4F25-88E4-4B8F832FF9EF}"/>
    <dgm:cxn modelId="{B1C3EC09-F033-4D56-82FE-6EF11D0D9189}" type="presOf" srcId="{43B14A11-8B8C-463C-883B-2869E87108B2}" destId="{D1CFE10D-F307-45B5-B949-4CC113A7DEB6}" srcOrd="0" destOrd="0" presId="urn:microsoft.com/office/officeart/2005/8/layout/hierarchy4"/>
    <dgm:cxn modelId="{4890A7C7-2D47-4C60-A09F-E027EBEAA48F}" srcId="{85003AC2-5773-484C-A813-40EFF6F8A823}" destId="{FD6C6262-74B1-4A06-B787-0532D2DAE03A}" srcOrd="1" destOrd="0" parTransId="{2F92AB68-0D12-43CD-8776-6E22FAB8EFBD}" sibTransId="{1388E6DB-B12E-4392-B0C2-EFF1E0E55BD0}"/>
    <dgm:cxn modelId="{40301137-CD34-41FB-8E62-50FB78B532E2}" type="presOf" srcId="{FD6C6262-74B1-4A06-B787-0532D2DAE03A}" destId="{76E1DDFA-91D1-4BDA-B736-BFCCC4C2CE15}" srcOrd="0" destOrd="0" presId="urn:microsoft.com/office/officeart/2005/8/layout/hierarchy4"/>
    <dgm:cxn modelId="{7BAD0A1D-9F37-4FE6-9947-32416E538F07}" srcId="{85003AC2-5773-484C-A813-40EFF6F8A823}" destId="{871D08C9-D236-4D99-BCE3-A78C711998EC}" srcOrd="0" destOrd="0" parTransId="{72F4047C-4A8D-4E49-B4F4-55A4432CC41C}" sibTransId="{FD6FB164-6BC2-4842-A151-0DCEA4E65863}"/>
    <dgm:cxn modelId="{A3E19921-E773-4E6C-859A-078CE75B3E6E}" type="presOf" srcId="{85003AC2-5773-484C-A813-40EFF6F8A823}" destId="{578D8836-6D08-4E31-921D-86188C992246}" srcOrd="0" destOrd="0" presId="urn:microsoft.com/office/officeart/2005/8/layout/hierarchy4"/>
    <dgm:cxn modelId="{D03F64B8-572A-4D39-A36B-9AFB371C7F90}" type="presOf" srcId="{2A301FB0-782B-4E4C-9F8B-B5F6651D5675}" destId="{85969222-C9BA-49DC-AF77-677047E69347}" srcOrd="0" destOrd="0" presId="urn:microsoft.com/office/officeart/2005/8/layout/hierarchy4"/>
    <dgm:cxn modelId="{693E8CF6-0FEC-4EF8-9982-59953F631A28}" type="presParOf" srcId="{D1CFE10D-F307-45B5-B949-4CC113A7DEB6}" destId="{7FA72D75-D6D0-4125-819B-7E4401BF613B}" srcOrd="0" destOrd="0" presId="urn:microsoft.com/office/officeart/2005/8/layout/hierarchy4"/>
    <dgm:cxn modelId="{794C1C00-4F14-4971-8EAA-5E832D4D6439}" type="presParOf" srcId="{7FA72D75-D6D0-4125-819B-7E4401BF613B}" destId="{578D8836-6D08-4E31-921D-86188C992246}" srcOrd="0" destOrd="0" presId="urn:microsoft.com/office/officeart/2005/8/layout/hierarchy4"/>
    <dgm:cxn modelId="{A97092DE-84D1-40B6-9369-249F2B842EC0}" type="presParOf" srcId="{7FA72D75-D6D0-4125-819B-7E4401BF613B}" destId="{1235009C-5EB1-4A42-B5E2-EF4B6D792F50}" srcOrd="1" destOrd="0" presId="urn:microsoft.com/office/officeart/2005/8/layout/hierarchy4"/>
    <dgm:cxn modelId="{E51EB7EA-53B1-45B0-9844-0F5815EB12D5}" type="presParOf" srcId="{7FA72D75-D6D0-4125-819B-7E4401BF613B}" destId="{04A30C85-FCA1-4751-B194-47A4B949E0A0}" srcOrd="2" destOrd="0" presId="urn:microsoft.com/office/officeart/2005/8/layout/hierarchy4"/>
    <dgm:cxn modelId="{0D5BDA75-677F-48B3-BFA2-838567EA190A}" type="presParOf" srcId="{04A30C85-FCA1-4751-B194-47A4B949E0A0}" destId="{1613F800-CA79-4B76-BF2E-6EE0E0341BEE}" srcOrd="0" destOrd="0" presId="urn:microsoft.com/office/officeart/2005/8/layout/hierarchy4"/>
    <dgm:cxn modelId="{F42063C2-8159-4619-A645-F7E601A63A76}" type="presParOf" srcId="{1613F800-CA79-4B76-BF2E-6EE0E0341BEE}" destId="{8D51BF77-E319-4E6F-8BAD-5A979998B6EE}" srcOrd="0" destOrd="0" presId="urn:microsoft.com/office/officeart/2005/8/layout/hierarchy4"/>
    <dgm:cxn modelId="{05C72265-E27D-4DEE-956A-ED03BFB7D3B6}" type="presParOf" srcId="{1613F800-CA79-4B76-BF2E-6EE0E0341BEE}" destId="{3F91977B-E033-4F81-A2E2-073F376CC441}" srcOrd="1" destOrd="0" presId="urn:microsoft.com/office/officeart/2005/8/layout/hierarchy4"/>
    <dgm:cxn modelId="{12185200-ADA4-42B6-90F3-E15BAC65C1EC}" type="presParOf" srcId="{04A30C85-FCA1-4751-B194-47A4B949E0A0}" destId="{0D63BBCF-8EBA-45D7-A758-928E4439EF45}" srcOrd="1" destOrd="0" presId="urn:microsoft.com/office/officeart/2005/8/layout/hierarchy4"/>
    <dgm:cxn modelId="{DCEB11CC-D8A9-4236-A4BC-F24FC78C4721}" type="presParOf" srcId="{04A30C85-FCA1-4751-B194-47A4B949E0A0}" destId="{F1ED1862-45D0-425E-9FF7-B47F8C744526}" srcOrd="2" destOrd="0" presId="urn:microsoft.com/office/officeart/2005/8/layout/hierarchy4"/>
    <dgm:cxn modelId="{1A615BC8-7D62-4949-9F96-9997C6902C8E}" type="presParOf" srcId="{F1ED1862-45D0-425E-9FF7-B47F8C744526}" destId="{76E1DDFA-91D1-4BDA-B736-BFCCC4C2CE15}" srcOrd="0" destOrd="0" presId="urn:microsoft.com/office/officeart/2005/8/layout/hierarchy4"/>
    <dgm:cxn modelId="{C85E4D9E-A194-4993-986B-F06A4C4AFEF6}" type="presParOf" srcId="{F1ED1862-45D0-425E-9FF7-B47F8C744526}" destId="{23E5323A-ABA2-4561-A738-96BF2D920C24}" srcOrd="1" destOrd="0" presId="urn:microsoft.com/office/officeart/2005/8/layout/hierarchy4"/>
    <dgm:cxn modelId="{839E2841-9EBB-4B34-9473-E5794FC7BBA6}" type="presParOf" srcId="{04A30C85-FCA1-4751-B194-47A4B949E0A0}" destId="{F6365C02-37E5-4B6A-B102-5E2FD1C92869}" srcOrd="3" destOrd="0" presId="urn:microsoft.com/office/officeart/2005/8/layout/hierarchy4"/>
    <dgm:cxn modelId="{AFF08221-F2A8-4D1F-8CFD-6756EE91C296}" type="presParOf" srcId="{04A30C85-FCA1-4751-B194-47A4B949E0A0}" destId="{1FBBF45B-ECAA-4763-8CBA-EA39E91CE78F}" srcOrd="4" destOrd="0" presId="urn:microsoft.com/office/officeart/2005/8/layout/hierarchy4"/>
    <dgm:cxn modelId="{EEE41BE1-D9A3-40C7-B7EC-2547D177D9FE}" type="presParOf" srcId="{1FBBF45B-ECAA-4763-8CBA-EA39E91CE78F}" destId="{85969222-C9BA-49DC-AF77-677047E69347}" srcOrd="0" destOrd="0" presId="urn:microsoft.com/office/officeart/2005/8/layout/hierarchy4"/>
    <dgm:cxn modelId="{950EBD19-A354-47A3-B941-119B28131A35}" type="presParOf" srcId="{1FBBF45B-ECAA-4763-8CBA-EA39E91CE78F}" destId="{F2C28EEE-1A39-4518-9ED5-98B2D944C75D}" srcOrd="1" destOrd="0" presId="urn:microsoft.com/office/officeart/2005/8/layout/hierarchy4"/>
  </dgm:cxnLst>
  <dgm:bg/>
  <dgm:whole/>
  <dgm:extLst>
    <a:ext uri="http://schemas.microsoft.com/office/drawing/2008/diagram">
      <dsp:dataModelExt xmlns:dsp="http://schemas.microsoft.com/office/drawing/2008/diagram" xmlns=""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Financial Consolidation</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FD6C6262-74B1-4A06-B787-0532D2DAE03A}">
      <dgm:prSet phldrT="[Text]" custT="1"/>
      <dgm:spPr>
        <a:solidFill>
          <a:srgbClr val="3366FF"/>
        </a:solidFill>
      </dgm:spPr>
      <dgm:t>
        <a:bodyPr/>
        <a:lstStyle/>
        <a:p>
          <a:r>
            <a:rPr lang="en-US" sz="800" dirty="0" smtClean="0"/>
            <a:t>Financial Planning &amp; Budgeting</a:t>
          </a:r>
          <a:endParaRPr lang="en-US" sz="800" dirty="0"/>
        </a:p>
      </dgm:t>
    </dgm:pt>
    <dgm:pt modelId="{2F92AB68-0D12-43CD-8776-6E22FAB8EFBD}" type="parTrans" cxnId="{4890A7C7-2D47-4C60-A09F-E027EBEAA48F}">
      <dgm:prSet/>
      <dgm:spPr/>
      <dgm:t>
        <a:bodyPr/>
        <a:lstStyle/>
        <a:p>
          <a:endParaRPr lang="en-US"/>
        </a:p>
      </dgm:t>
    </dgm:pt>
    <dgm:pt modelId="{1388E6DB-B12E-4392-B0C2-EFF1E0E55BD0}" type="sibTrans" cxnId="{4890A7C7-2D47-4C60-A09F-E027EBEAA48F}">
      <dgm:prSet/>
      <dgm:spPr/>
      <dgm:t>
        <a:bodyPr/>
        <a:lstStyle/>
        <a:p>
          <a:endParaRPr lang="en-US"/>
        </a:p>
      </dgm:t>
    </dgm:pt>
    <dgm:pt modelId="{2A301FB0-782B-4E4C-9F8B-B5F6651D5675}">
      <dgm:prSet phldrT="[Text]" custT="1"/>
      <dgm:spPr>
        <a:solidFill>
          <a:srgbClr val="3366FF"/>
        </a:solidFill>
      </dgm:spPr>
      <dgm:t>
        <a:bodyPr/>
        <a:lstStyle/>
        <a:p>
          <a:r>
            <a:rPr lang="en-US" sz="800" dirty="0" smtClean="0"/>
            <a:t>Balanced Scorecard</a:t>
          </a:r>
          <a:endParaRPr lang="en-US" sz="800" dirty="0"/>
        </a:p>
      </dgm:t>
    </dgm:pt>
    <dgm:pt modelId="{7EA7E6DD-2552-4DC1-AC28-DE54FB53A83D}" type="parTrans" cxnId="{97DE7992-B783-4ABC-8DAC-EAC6166C721C}">
      <dgm:prSet/>
      <dgm:spPr/>
      <dgm:t>
        <a:bodyPr/>
        <a:lstStyle/>
        <a:p>
          <a:endParaRPr lang="en-US"/>
        </a:p>
      </dgm:t>
    </dgm:pt>
    <dgm:pt modelId="{CA5D6E47-4915-4F25-88E4-4B8F832FF9EF}" type="sibTrans" cxnId="{97DE7992-B783-4ABC-8DAC-EAC6166C721C}">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0" presStyleCnt="2">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 modelId="{F6365C02-37E5-4B6A-B102-5E2FD1C92869}" type="pres">
      <dgm:prSet presAssocID="{1388E6DB-B12E-4392-B0C2-EFF1E0E55BD0}" presName="sibSpaceTwo" presStyleCnt="0"/>
      <dgm:spPr/>
    </dgm:pt>
    <dgm:pt modelId="{1FBBF45B-ECAA-4763-8CBA-EA39E91CE78F}" type="pres">
      <dgm:prSet presAssocID="{2A301FB0-782B-4E4C-9F8B-B5F6651D5675}" presName="vertTwo" presStyleCnt="0"/>
      <dgm:spPr/>
    </dgm:pt>
    <dgm:pt modelId="{85969222-C9BA-49DC-AF77-677047E69347}" type="pres">
      <dgm:prSet presAssocID="{2A301FB0-782B-4E4C-9F8B-B5F6651D5675}" presName="txTwo" presStyleLbl="node2" presStyleIdx="1" presStyleCnt="2">
        <dgm:presLayoutVars>
          <dgm:chPref val="3"/>
        </dgm:presLayoutVars>
      </dgm:prSet>
      <dgm:spPr/>
      <dgm:t>
        <a:bodyPr/>
        <a:lstStyle/>
        <a:p>
          <a:endParaRPr lang="en-US"/>
        </a:p>
      </dgm:t>
    </dgm:pt>
    <dgm:pt modelId="{F2C28EEE-1A39-4518-9ED5-98B2D944C75D}" type="pres">
      <dgm:prSet presAssocID="{2A301FB0-782B-4E4C-9F8B-B5F6651D5675}" presName="horzTwo" presStyleCnt="0"/>
      <dgm:spPr/>
    </dgm:pt>
  </dgm:ptLst>
  <dgm:cxnLst>
    <dgm:cxn modelId="{1F641290-3C49-446F-9CEF-32AC9BCFA2BA}" srcId="{43B14A11-8B8C-463C-883B-2869E87108B2}" destId="{85003AC2-5773-484C-A813-40EFF6F8A823}" srcOrd="0" destOrd="0" parTransId="{C1D00746-F9BF-4F40-8570-F3F65AE9B459}" sibTransId="{B36DB983-29C2-494D-8ED0-514A893A7673}"/>
    <dgm:cxn modelId="{FC997647-ADF6-497D-A275-0F5932D4A1DC}" type="presOf" srcId="{85003AC2-5773-484C-A813-40EFF6F8A823}" destId="{578D8836-6D08-4E31-921D-86188C992246}" srcOrd="0" destOrd="0" presId="urn:microsoft.com/office/officeart/2005/8/layout/hierarchy4"/>
    <dgm:cxn modelId="{97DE7992-B783-4ABC-8DAC-EAC6166C721C}" srcId="{85003AC2-5773-484C-A813-40EFF6F8A823}" destId="{2A301FB0-782B-4E4C-9F8B-B5F6651D5675}" srcOrd="1" destOrd="0" parTransId="{7EA7E6DD-2552-4DC1-AC28-DE54FB53A83D}" sibTransId="{CA5D6E47-4915-4F25-88E4-4B8F832FF9EF}"/>
    <dgm:cxn modelId="{BED10B17-14D0-4CAA-8B40-450E93AFD0F5}" type="presOf" srcId="{2A301FB0-782B-4E4C-9F8B-B5F6651D5675}" destId="{85969222-C9BA-49DC-AF77-677047E69347}" srcOrd="0" destOrd="0" presId="urn:microsoft.com/office/officeart/2005/8/layout/hierarchy4"/>
    <dgm:cxn modelId="{4890A7C7-2D47-4C60-A09F-E027EBEAA48F}" srcId="{85003AC2-5773-484C-A813-40EFF6F8A823}" destId="{FD6C6262-74B1-4A06-B787-0532D2DAE03A}" srcOrd="0" destOrd="0" parTransId="{2F92AB68-0D12-43CD-8776-6E22FAB8EFBD}" sibTransId="{1388E6DB-B12E-4392-B0C2-EFF1E0E55BD0}"/>
    <dgm:cxn modelId="{1BD269B7-BD85-4AA4-A032-1680D7393F99}" type="presOf" srcId="{FD6C6262-74B1-4A06-B787-0532D2DAE03A}" destId="{76E1DDFA-91D1-4BDA-B736-BFCCC4C2CE15}" srcOrd="0" destOrd="0" presId="urn:microsoft.com/office/officeart/2005/8/layout/hierarchy4"/>
    <dgm:cxn modelId="{6BEEB4F0-8173-40E8-BCD1-26E9D97AE56F}" type="presOf" srcId="{43B14A11-8B8C-463C-883B-2869E87108B2}" destId="{D1CFE10D-F307-45B5-B949-4CC113A7DEB6}" srcOrd="0" destOrd="0" presId="urn:microsoft.com/office/officeart/2005/8/layout/hierarchy4"/>
    <dgm:cxn modelId="{4CD0E27B-008B-4796-A8E1-4680C7DE20AB}" type="presParOf" srcId="{D1CFE10D-F307-45B5-B949-4CC113A7DEB6}" destId="{7FA72D75-D6D0-4125-819B-7E4401BF613B}" srcOrd="0" destOrd="0" presId="urn:microsoft.com/office/officeart/2005/8/layout/hierarchy4"/>
    <dgm:cxn modelId="{F5F0FE3D-BD05-492B-829C-E3D4E73AF31A}" type="presParOf" srcId="{7FA72D75-D6D0-4125-819B-7E4401BF613B}" destId="{578D8836-6D08-4E31-921D-86188C992246}" srcOrd="0" destOrd="0" presId="urn:microsoft.com/office/officeart/2005/8/layout/hierarchy4"/>
    <dgm:cxn modelId="{919FA527-FA5E-40F9-92A6-649D6923D0AC}" type="presParOf" srcId="{7FA72D75-D6D0-4125-819B-7E4401BF613B}" destId="{1235009C-5EB1-4A42-B5E2-EF4B6D792F50}" srcOrd="1" destOrd="0" presId="urn:microsoft.com/office/officeart/2005/8/layout/hierarchy4"/>
    <dgm:cxn modelId="{2EDBB5C4-5793-4CEE-9A35-1C603086DDF4}" type="presParOf" srcId="{7FA72D75-D6D0-4125-819B-7E4401BF613B}" destId="{04A30C85-FCA1-4751-B194-47A4B949E0A0}" srcOrd="2" destOrd="0" presId="urn:microsoft.com/office/officeart/2005/8/layout/hierarchy4"/>
    <dgm:cxn modelId="{03C44D15-10B6-4EA8-A60B-50D898852748}" type="presParOf" srcId="{04A30C85-FCA1-4751-B194-47A4B949E0A0}" destId="{F1ED1862-45D0-425E-9FF7-B47F8C744526}" srcOrd="0" destOrd="0" presId="urn:microsoft.com/office/officeart/2005/8/layout/hierarchy4"/>
    <dgm:cxn modelId="{2C71B7DD-B7A8-4E73-9FDC-514A74497ED0}" type="presParOf" srcId="{F1ED1862-45D0-425E-9FF7-B47F8C744526}" destId="{76E1DDFA-91D1-4BDA-B736-BFCCC4C2CE15}" srcOrd="0" destOrd="0" presId="urn:microsoft.com/office/officeart/2005/8/layout/hierarchy4"/>
    <dgm:cxn modelId="{839B1D78-F3F4-4884-B888-193A124F6EC0}" type="presParOf" srcId="{F1ED1862-45D0-425E-9FF7-B47F8C744526}" destId="{23E5323A-ABA2-4561-A738-96BF2D920C24}" srcOrd="1" destOrd="0" presId="urn:microsoft.com/office/officeart/2005/8/layout/hierarchy4"/>
    <dgm:cxn modelId="{2545D3A6-936F-4511-B9E2-8B874EF91923}" type="presParOf" srcId="{04A30C85-FCA1-4751-B194-47A4B949E0A0}" destId="{F6365C02-37E5-4B6A-B102-5E2FD1C92869}" srcOrd="1" destOrd="0" presId="urn:microsoft.com/office/officeart/2005/8/layout/hierarchy4"/>
    <dgm:cxn modelId="{A807B20D-1D76-4B8F-A8A6-27CE09D3B77E}" type="presParOf" srcId="{04A30C85-FCA1-4751-B194-47A4B949E0A0}" destId="{1FBBF45B-ECAA-4763-8CBA-EA39E91CE78F}" srcOrd="2" destOrd="0" presId="urn:microsoft.com/office/officeart/2005/8/layout/hierarchy4"/>
    <dgm:cxn modelId="{FE91950B-F01E-435C-83FF-BC0546D050F6}" type="presParOf" srcId="{1FBBF45B-ECAA-4763-8CBA-EA39E91CE78F}" destId="{85969222-C9BA-49DC-AF77-677047E69347}" srcOrd="0" destOrd="0" presId="urn:microsoft.com/office/officeart/2005/8/layout/hierarchy4"/>
    <dgm:cxn modelId="{C448FAC9-56E6-48CF-872D-01E141336873}" type="presParOf" srcId="{1FBBF45B-ECAA-4763-8CBA-EA39E91CE78F}" destId="{F2C28EEE-1A39-4518-9ED5-98B2D944C75D}" srcOrd="1" destOrd="0" presId="urn:microsoft.com/office/officeart/2005/8/layout/hierarchy4"/>
  </dgm:cxnLst>
  <dgm:bg/>
  <dgm:whole/>
  <dgm:extLst>
    <a:ext uri="http://schemas.microsoft.com/office/drawing/2008/diagram">
      <dsp:dataModelExt xmlns:dsp="http://schemas.microsoft.com/office/drawing/2008/diagram" xmlns="" relId="rId1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Global HR Data</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FD6C6262-74B1-4A06-B787-0532D2DAE03A}">
      <dgm:prSet phldrT="[Text]" custT="1"/>
      <dgm:spPr>
        <a:solidFill>
          <a:srgbClr val="3366FF"/>
        </a:solidFill>
      </dgm:spPr>
      <dgm:t>
        <a:bodyPr lIns="0" tIns="0" rIns="0" bIns="0"/>
        <a:lstStyle/>
        <a:p>
          <a:r>
            <a:rPr lang="en-US" sz="700" dirty="0" smtClean="0"/>
            <a:t>Recruitment</a:t>
          </a:r>
        </a:p>
        <a:p>
          <a:r>
            <a:rPr lang="en-US" sz="700" dirty="0" smtClean="0"/>
            <a:t>Collaboration</a:t>
          </a:r>
          <a:endParaRPr lang="en-US" sz="800" dirty="0"/>
        </a:p>
      </dgm:t>
    </dgm:pt>
    <dgm:pt modelId="{2F92AB68-0D12-43CD-8776-6E22FAB8EFBD}" type="parTrans" cxnId="{4890A7C7-2D47-4C60-A09F-E027EBEAA48F}">
      <dgm:prSet/>
      <dgm:spPr/>
      <dgm:t>
        <a:bodyPr/>
        <a:lstStyle/>
        <a:p>
          <a:endParaRPr lang="en-US"/>
        </a:p>
      </dgm:t>
    </dgm:pt>
    <dgm:pt modelId="{1388E6DB-B12E-4392-B0C2-EFF1E0E55BD0}" type="sibTrans" cxnId="{4890A7C7-2D47-4C60-A09F-E027EBEAA48F}">
      <dgm:prSet/>
      <dgm:spPr/>
      <dgm:t>
        <a:bodyPr/>
        <a:lstStyle/>
        <a:p>
          <a:endParaRPr lang="en-US"/>
        </a:p>
      </dgm:t>
    </dgm:pt>
    <dgm:pt modelId="{2A301FB0-782B-4E4C-9F8B-B5F6651D5675}">
      <dgm:prSet phldrT="[Text]" custT="1"/>
      <dgm:spPr>
        <a:solidFill>
          <a:srgbClr val="3366FF"/>
        </a:solidFill>
      </dgm:spPr>
      <dgm:t>
        <a:bodyPr/>
        <a:lstStyle/>
        <a:p>
          <a:r>
            <a:rPr lang="en-US" sz="800" dirty="0" smtClean="0"/>
            <a:t>PDR/Talent Mgt</a:t>
          </a:r>
          <a:endParaRPr lang="en-US" sz="800" dirty="0"/>
        </a:p>
      </dgm:t>
    </dgm:pt>
    <dgm:pt modelId="{7EA7E6DD-2552-4DC1-AC28-DE54FB53A83D}" type="parTrans" cxnId="{97DE7992-B783-4ABC-8DAC-EAC6166C721C}">
      <dgm:prSet/>
      <dgm:spPr/>
      <dgm:t>
        <a:bodyPr/>
        <a:lstStyle/>
        <a:p>
          <a:endParaRPr lang="en-US"/>
        </a:p>
      </dgm:t>
    </dgm:pt>
    <dgm:pt modelId="{CA5D6E47-4915-4F25-88E4-4B8F832FF9EF}" type="sibTrans" cxnId="{97DE7992-B783-4ABC-8DAC-EAC6166C721C}">
      <dgm:prSet/>
      <dgm:spPr/>
      <dgm:t>
        <a:bodyPr/>
        <a:lstStyle/>
        <a:p>
          <a:endParaRPr lang="en-US"/>
        </a:p>
      </dgm:t>
    </dgm:pt>
    <dgm:pt modelId="{855AC023-8E08-4B4C-939D-B33E48080C84}">
      <dgm:prSet phldrT="[Text]" custT="1"/>
      <dgm:spPr>
        <a:solidFill>
          <a:srgbClr val="3366FF"/>
        </a:solidFill>
      </dgm:spPr>
      <dgm:t>
        <a:bodyPr/>
        <a:lstStyle/>
        <a:p>
          <a:r>
            <a:rPr lang="en-US" sz="800" dirty="0" smtClean="0"/>
            <a:t>Learning Mgt</a:t>
          </a:r>
          <a:endParaRPr lang="en-US" sz="800" dirty="0"/>
        </a:p>
      </dgm:t>
    </dgm:pt>
    <dgm:pt modelId="{63D3FD84-36B6-4D31-8D42-F1C06B42E657}" type="parTrans" cxnId="{24810D76-05C4-4E42-A86A-1534CD94258F}">
      <dgm:prSet/>
      <dgm:spPr/>
      <dgm:t>
        <a:bodyPr/>
        <a:lstStyle/>
        <a:p>
          <a:endParaRPr lang="en-US"/>
        </a:p>
      </dgm:t>
    </dgm:pt>
    <dgm:pt modelId="{4161BBBD-C8D0-467E-B9FD-84F29C07FC79}" type="sibTrans" cxnId="{24810D76-05C4-4E42-A86A-1534CD94258F}">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0" presStyleCnt="3">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 modelId="{F6365C02-37E5-4B6A-B102-5E2FD1C92869}" type="pres">
      <dgm:prSet presAssocID="{1388E6DB-B12E-4392-B0C2-EFF1E0E55BD0}" presName="sibSpaceTwo" presStyleCnt="0"/>
      <dgm:spPr/>
    </dgm:pt>
    <dgm:pt modelId="{1FBBF45B-ECAA-4763-8CBA-EA39E91CE78F}" type="pres">
      <dgm:prSet presAssocID="{2A301FB0-782B-4E4C-9F8B-B5F6651D5675}" presName="vertTwo" presStyleCnt="0"/>
      <dgm:spPr/>
    </dgm:pt>
    <dgm:pt modelId="{85969222-C9BA-49DC-AF77-677047E69347}" type="pres">
      <dgm:prSet presAssocID="{2A301FB0-782B-4E4C-9F8B-B5F6651D5675}" presName="txTwo" presStyleLbl="node2" presStyleIdx="1" presStyleCnt="3">
        <dgm:presLayoutVars>
          <dgm:chPref val="3"/>
        </dgm:presLayoutVars>
      </dgm:prSet>
      <dgm:spPr/>
      <dgm:t>
        <a:bodyPr/>
        <a:lstStyle/>
        <a:p>
          <a:endParaRPr lang="en-US"/>
        </a:p>
      </dgm:t>
    </dgm:pt>
    <dgm:pt modelId="{F2C28EEE-1A39-4518-9ED5-98B2D944C75D}" type="pres">
      <dgm:prSet presAssocID="{2A301FB0-782B-4E4C-9F8B-B5F6651D5675}" presName="horzTwo" presStyleCnt="0"/>
      <dgm:spPr/>
    </dgm:pt>
    <dgm:pt modelId="{214022A0-DE8E-4D51-98D3-C2487EAA57E7}" type="pres">
      <dgm:prSet presAssocID="{CA5D6E47-4915-4F25-88E4-4B8F832FF9EF}" presName="sibSpaceTwo" presStyleCnt="0"/>
      <dgm:spPr/>
    </dgm:pt>
    <dgm:pt modelId="{7CFC4D1D-1E9B-407E-9509-820350AE77C1}" type="pres">
      <dgm:prSet presAssocID="{855AC023-8E08-4B4C-939D-B33E48080C84}" presName="vertTwo" presStyleCnt="0"/>
      <dgm:spPr/>
    </dgm:pt>
    <dgm:pt modelId="{92155280-D076-4F93-B2E9-6CF5FBCC6FA1}" type="pres">
      <dgm:prSet presAssocID="{855AC023-8E08-4B4C-939D-B33E48080C84}" presName="txTwo" presStyleLbl="node2" presStyleIdx="2" presStyleCnt="3">
        <dgm:presLayoutVars>
          <dgm:chPref val="3"/>
        </dgm:presLayoutVars>
      </dgm:prSet>
      <dgm:spPr/>
      <dgm:t>
        <a:bodyPr/>
        <a:lstStyle/>
        <a:p>
          <a:endParaRPr lang="en-US"/>
        </a:p>
      </dgm:t>
    </dgm:pt>
    <dgm:pt modelId="{0366652E-EDDC-448B-9FD5-FFF44B4A9071}" type="pres">
      <dgm:prSet presAssocID="{855AC023-8E08-4B4C-939D-B33E48080C84}" presName="horzTwo" presStyleCnt="0"/>
      <dgm:spPr/>
    </dgm:pt>
  </dgm:ptLst>
  <dgm:cxnLst>
    <dgm:cxn modelId="{AC48A288-2258-4BCD-A32C-C1973FAEE67F}" type="presOf" srcId="{855AC023-8E08-4B4C-939D-B33E48080C84}" destId="{92155280-D076-4F93-B2E9-6CF5FBCC6FA1}" srcOrd="0" destOrd="0" presId="urn:microsoft.com/office/officeart/2005/8/layout/hierarchy4"/>
    <dgm:cxn modelId="{1F641290-3C49-446F-9CEF-32AC9BCFA2BA}" srcId="{43B14A11-8B8C-463C-883B-2869E87108B2}" destId="{85003AC2-5773-484C-A813-40EFF6F8A823}" srcOrd="0" destOrd="0" parTransId="{C1D00746-F9BF-4F40-8570-F3F65AE9B459}" sibTransId="{B36DB983-29C2-494D-8ED0-514A893A7673}"/>
    <dgm:cxn modelId="{8D55C56B-E36A-4F51-972C-3915464DDBE3}" type="presOf" srcId="{85003AC2-5773-484C-A813-40EFF6F8A823}" destId="{578D8836-6D08-4E31-921D-86188C992246}" srcOrd="0" destOrd="0" presId="urn:microsoft.com/office/officeart/2005/8/layout/hierarchy4"/>
    <dgm:cxn modelId="{97DE7992-B783-4ABC-8DAC-EAC6166C721C}" srcId="{85003AC2-5773-484C-A813-40EFF6F8A823}" destId="{2A301FB0-782B-4E4C-9F8B-B5F6651D5675}" srcOrd="1" destOrd="0" parTransId="{7EA7E6DD-2552-4DC1-AC28-DE54FB53A83D}" sibTransId="{CA5D6E47-4915-4F25-88E4-4B8F832FF9EF}"/>
    <dgm:cxn modelId="{41375AC9-79F0-426F-A2B9-35D6C1A92A0C}" type="presOf" srcId="{43B14A11-8B8C-463C-883B-2869E87108B2}" destId="{D1CFE10D-F307-45B5-B949-4CC113A7DEB6}" srcOrd="0" destOrd="0" presId="urn:microsoft.com/office/officeart/2005/8/layout/hierarchy4"/>
    <dgm:cxn modelId="{4890A7C7-2D47-4C60-A09F-E027EBEAA48F}" srcId="{85003AC2-5773-484C-A813-40EFF6F8A823}" destId="{FD6C6262-74B1-4A06-B787-0532D2DAE03A}" srcOrd="0" destOrd="0" parTransId="{2F92AB68-0D12-43CD-8776-6E22FAB8EFBD}" sibTransId="{1388E6DB-B12E-4392-B0C2-EFF1E0E55BD0}"/>
    <dgm:cxn modelId="{245C8037-AF58-41D4-950F-D3F041DD59D7}" type="presOf" srcId="{2A301FB0-782B-4E4C-9F8B-B5F6651D5675}" destId="{85969222-C9BA-49DC-AF77-677047E69347}" srcOrd="0" destOrd="0" presId="urn:microsoft.com/office/officeart/2005/8/layout/hierarchy4"/>
    <dgm:cxn modelId="{24810D76-05C4-4E42-A86A-1534CD94258F}" srcId="{85003AC2-5773-484C-A813-40EFF6F8A823}" destId="{855AC023-8E08-4B4C-939D-B33E48080C84}" srcOrd="2" destOrd="0" parTransId="{63D3FD84-36B6-4D31-8D42-F1C06B42E657}" sibTransId="{4161BBBD-C8D0-467E-B9FD-84F29C07FC79}"/>
    <dgm:cxn modelId="{4B2C6F19-5CB1-48D3-8B72-34DD4F07A6D7}" type="presOf" srcId="{FD6C6262-74B1-4A06-B787-0532D2DAE03A}" destId="{76E1DDFA-91D1-4BDA-B736-BFCCC4C2CE15}" srcOrd="0" destOrd="0" presId="urn:microsoft.com/office/officeart/2005/8/layout/hierarchy4"/>
    <dgm:cxn modelId="{199C6276-3069-4905-B704-AA53B80688AF}" type="presParOf" srcId="{D1CFE10D-F307-45B5-B949-4CC113A7DEB6}" destId="{7FA72D75-D6D0-4125-819B-7E4401BF613B}" srcOrd="0" destOrd="0" presId="urn:microsoft.com/office/officeart/2005/8/layout/hierarchy4"/>
    <dgm:cxn modelId="{9DED5400-6C33-47BC-90A7-0011D040AF01}" type="presParOf" srcId="{7FA72D75-D6D0-4125-819B-7E4401BF613B}" destId="{578D8836-6D08-4E31-921D-86188C992246}" srcOrd="0" destOrd="0" presId="urn:microsoft.com/office/officeart/2005/8/layout/hierarchy4"/>
    <dgm:cxn modelId="{7DCCDD48-2120-4CE7-B534-64E14F7D2146}" type="presParOf" srcId="{7FA72D75-D6D0-4125-819B-7E4401BF613B}" destId="{1235009C-5EB1-4A42-B5E2-EF4B6D792F50}" srcOrd="1" destOrd="0" presId="urn:microsoft.com/office/officeart/2005/8/layout/hierarchy4"/>
    <dgm:cxn modelId="{9C49C0AC-8457-4BC9-B682-DE5C2AA7CAA1}" type="presParOf" srcId="{7FA72D75-D6D0-4125-819B-7E4401BF613B}" destId="{04A30C85-FCA1-4751-B194-47A4B949E0A0}" srcOrd="2" destOrd="0" presId="urn:microsoft.com/office/officeart/2005/8/layout/hierarchy4"/>
    <dgm:cxn modelId="{538D5911-9CD7-4A63-97C0-7814FFB665D5}" type="presParOf" srcId="{04A30C85-FCA1-4751-B194-47A4B949E0A0}" destId="{F1ED1862-45D0-425E-9FF7-B47F8C744526}" srcOrd="0" destOrd="0" presId="urn:microsoft.com/office/officeart/2005/8/layout/hierarchy4"/>
    <dgm:cxn modelId="{412A61B1-7090-4808-80BC-F4D4CA7E2466}" type="presParOf" srcId="{F1ED1862-45D0-425E-9FF7-B47F8C744526}" destId="{76E1DDFA-91D1-4BDA-B736-BFCCC4C2CE15}" srcOrd="0" destOrd="0" presId="urn:microsoft.com/office/officeart/2005/8/layout/hierarchy4"/>
    <dgm:cxn modelId="{DD7ABB9F-1D1E-4B6A-8213-0FB2D0BE8B31}" type="presParOf" srcId="{F1ED1862-45D0-425E-9FF7-B47F8C744526}" destId="{23E5323A-ABA2-4561-A738-96BF2D920C24}" srcOrd="1" destOrd="0" presId="urn:microsoft.com/office/officeart/2005/8/layout/hierarchy4"/>
    <dgm:cxn modelId="{BF21BB25-9996-4B4D-8269-72A17F1220E4}" type="presParOf" srcId="{04A30C85-FCA1-4751-B194-47A4B949E0A0}" destId="{F6365C02-37E5-4B6A-B102-5E2FD1C92869}" srcOrd="1" destOrd="0" presId="urn:microsoft.com/office/officeart/2005/8/layout/hierarchy4"/>
    <dgm:cxn modelId="{736BEBE8-1BB0-44F5-95EB-C79D4C30B4B4}" type="presParOf" srcId="{04A30C85-FCA1-4751-B194-47A4B949E0A0}" destId="{1FBBF45B-ECAA-4763-8CBA-EA39E91CE78F}" srcOrd="2" destOrd="0" presId="urn:microsoft.com/office/officeart/2005/8/layout/hierarchy4"/>
    <dgm:cxn modelId="{52834EEB-E89E-4224-8AB2-B8D5E6EE0EF6}" type="presParOf" srcId="{1FBBF45B-ECAA-4763-8CBA-EA39E91CE78F}" destId="{85969222-C9BA-49DC-AF77-677047E69347}" srcOrd="0" destOrd="0" presId="urn:microsoft.com/office/officeart/2005/8/layout/hierarchy4"/>
    <dgm:cxn modelId="{45F36EBC-ED7C-4C62-A7D8-4E40462ABCBE}" type="presParOf" srcId="{1FBBF45B-ECAA-4763-8CBA-EA39E91CE78F}" destId="{F2C28EEE-1A39-4518-9ED5-98B2D944C75D}" srcOrd="1" destOrd="0" presId="urn:microsoft.com/office/officeart/2005/8/layout/hierarchy4"/>
    <dgm:cxn modelId="{EE70FB56-B6B9-4AD4-8F75-B68150468645}" type="presParOf" srcId="{04A30C85-FCA1-4751-B194-47A4B949E0A0}" destId="{214022A0-DE8E-4D51-98D3-C2487EAA57E7}" srcOrd="3" destOrd="0" presId="urn:microsoft.com/office/officeart/2005/8/layout/hierarchy4"/>
    <dgm:cxn modelId="{DFD8C503-26CB-4F1A-A8EF-358D7D76C5AB}" type="presParOf" srcId="{04A30C85-FCA1-4751-B194-47A4B949E0A0}" destId="{7CFC4D1D-1E9B-407E-9509-820350AE77C1}" srcOrd="4" destOrd="0" presId="urn:microsoft.com/office/officeart/2005/8/layout/hierarchy4"/>
    <dgm:cxn modelId="{239044D9-480C-4002-964D-458B938805A3}" type="presParOf" srcId="{7CFC4D1D-1E9B-407E-9509-820350AE77C1}" destId="{92155280-D076-4F93-B2E9-6CF5FBCC6FA1}" srcOrd="0" destOrd="0" presId="urn:microsoft.com/office/officeart/2005/8/layout/hierarchy4"/>
    <dgm:cxn modelId="{5D974868-E071-467F-B054-FFF3FB62BA3C}" type="presParOf" srcId="{7CFC4D1D-1E9B-407E-9509-820350AE77C1}" destId="{0366652E-EDDC-448B-9FD5-FFF44B4A9071}" srcOrd="1" destOrd="0" presId="urn:microsoft.com/office/officeart/2005/8/layout/hierarchy4"/>
  </dgm:cxnLst>
  <dgm:bg/>
  <dgm:whole/>
  <dgm:extLst>
    <a:ext uri="http://schemas.microsoft.com/office/drawing/2008/diagram">
      <dsp:dataModelExt xmlns:dsp="http://schemas.microsoft.com/office/drawing/2008/diagram" xmlns="" relId="rId2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Service &amp; Install Base</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FD6C6262-74B1-4A06-B787-0532D2DAE03A}">
      <dgm:prSet phldrT="[Text]"/>
      <dgm:spPr>
        <a:solidFill>
          <a:srgbClr val="3366FF"/>
        </a:solidFill>
      </dgm:spPr>
      <dgm:t>
        <a:bodyPr/>
        <a:lstStyle/>
        <a:p>
          <a:r>
            <a:rPr lang="en-US" dirty="0" smtClean="0"/>
            <a:t>Web Self-Service</a:t>
          </a:r>
          <a:endParaRPr lang="en-US" dirty="0"/>
        </a:p>
      </dgm:t>
    </dgm:pt>
    <dgm:pt modelId="{2F92AB68-0D12-43CD-8776-6E22FAB8EFBD}" type="parTrans" cxnId="{4890A7C7-2D47-4C60-A09F-E027EBEAA48F}">
      <dgm:prSet/>
      <dgm:spPr/>
      <dgm:t>
        <a:bodyPr/>
        <a:lstStyle/>
        <a:p>
          <a:endParaRPr lang="en-US"/>
        </a:p>
      </dgm:t>
    </dgm:pt>
    <dgm:pt modelId="{1388E6DB-B12E-4392-B0C2-EFF1E0E55BD0}" type="sibTrans" cxnId="{4890A7C7-2D47-4C60-A09F-E027EBEAA48F}">
      <dgm:prSet/>
      <dgm:spPr/>
      <dgm:t>
        <a:bodyPr/>
        <a:lstStyle/>
        <a:p>
          <a:endParaRPr lang="en-US"/>
        </a:p>
      </dgm:t>
    </dgm:pt>
    <dgm:pt modelId="{2A301FB0-782B-4E4C-9F8B-B5F6651D5675}">
      <dgm:prSet phldrT="[Text]"/>
      <dgm:spPr>
        <a:solidFill>
          <a:srgbClr val="3366FF"/>
        </a:solidFill>
      </dgm:spPr>
      <dgm:t>
        <a:bodyPr/>
        <a:lstStyle/>
        <a:p>
          <a:r>
            <a:rPr lang="en-US" dirty="0" smtClean="0"/>
            <a:t>Knowledge Base</a:t>
          </a:r>
          <a:endParaRPr lang="en-US" dirty="0"/>
        </a:p>
      </dgm:t>
    </dgm:pt>
    <dgm:pt modelId="{7EA7E6DD-2552-4DC1-AC28-DE54FB53A83D}" type="parTrans" cxnId="{97DE7992-B783-4ABC-8DAC-EAC6166C721C}">
      <dgm:prSet/>
      <dgm:spPr/>
      <dgm:t>
        <a:bodyPr/>
        <a:lstStyle/>
        <a:p>
          <a:endParaRPr lang="en-US"/>
        </a:p>
      </dgm:t>
    </dgm:pt>
    <dgm:pt modelId="{CA5D6E47-4915-4F25-88E4-4B8F832FF9EF}" type="sibTrans" cxnId="{97DE7992-B783-4ABC-8DAC-EAC6166C721C}">
      <dgm:prSet/>
      <dgm:spPr/>
      <dgm:t>
        <a:bodyPr/>
        <a:lstStyle/>
        <a:p>
          <a:endParaRPr lang="en-US"/>
        </a:p>
      </dgm:t>
    </dgm:pt>
    <dgm:pt modelId="{855AC023-8E08-4B4C-939D-B33E48080C84}">
      <dgm:prSet phldrT="[Text]"/>
      <dgm:spPr>
        <a:solidFill>
          <a:srgbClr val="3366FF"/>
        </a:solidFill>
      </dgm:spPr>
      <dgm:t>
        <a:bodyPr/>
        <a:lstStyle/>
        <a:p>
          <a:r>
            <a:rPr lang="en-US" dirty="0" smtClean="0"/>
            <a:t>Depot Repair</a:t>
          </a:r>
          <a:endParaRPr lang="en-US" dirty="0"/>
        </a:p>
      </dgm:t>
    </dgm:pt>
    <dgm:pt modelId="{63D3FD84-36B6-4D31-8D42-F1C06B42E657}" type="parTrans" cxnId="{24810D76-05C4-4E42-A86A-1534CD94258F}">
      <dgm:prSet/>
      <dgm:spPr/>
      <dgm:t>
        <a:bodyPr/>
        <a:lstStyle/>
        <a:p>
          <a:endParaRPr lang="en-US"/>
        </a:p>
      </dgm:t>
    </dgm:pt>
    <dgm:pt modelId="{4161BBBD-C8D0-467E-B9FD-84F29C07FC79}" type="sibTrans" cxnId="{24810D76-05C4-4E42-A86A-1534CD94258F}">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0" presStyleCnt="3">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 modelId="{F6365C02-37E5-4B6A-B102-5E2FD1C92869}" type="pres">
      <dgm:prSet presAssocID="{1388E6DB-B12E-4392-B0C2-EFF1E0E55BD0}" presName="sibSpaceTwo" presStyleCnt="0"/>
      <dgm:spPr/>
    </dgm:pt>
    <dgm:pt modelId="{1FBBF45B-ECAA-4763-8CBA-EA39E91CE78F}" type="pres">
      <dgm:prSet presAssocID="{2A301FB0-782B-4E4C-9F8B-B5F6651D5675}" presName="vertTwo" presStyleCnt="0"/>
      <dgm:spPr/>
    </dgm:pt>
    <dgm:pt modelId="{85969222-C9BA-49DC-AF77-677047E69347}" type="pres">
      <dgm:prSet presAssocID="{2A301FB0-782B-4E4C-9F8B-B5F6651D5675}" presName="txTwo" presStyleLbl="node2" presStyleIdx="1" presStyleCnt="3">
        <dgm:presLayoutVars>
          <dgm:chPref val="3"/>
        </dgm:presLayoutVars>
      </dgm:prSet>
      <dgm:spPr/>
      <dgm:t>
        <a:bodyPr/>
        <a:lstStyle/>
        <a:p>
          <a:endParaRPr lang="en-US"/>
        </a:p>
      </dgm:t>
    </dgm:pt>
    <dgm:pt modelId="{F2C28EEE-1A39-4518-9ED5-98B2D944C75D}" type="pres">
      <dgm:prSet presAssocID="{2A301FB0-782B-4E4C-9F8B-B5F6651D5675}" presName="horzTwo" presStyleCnt="0"/>
      <dgm:spPr/>
    </dgm:pt>
    <dgm:pt modelId="{214022A0-DE8E-4D51-98D3-C2487EAA57E7}" type="pres">
      <dgm:prSet presAssocID="{CA5D6E47-4915-4F25-88E4-4B8F832FF9EF}" presName="sibSpaceTwo" presStyleCnt="0"/>
      <dgm:spPr/>
    </dgm:pt>
    <dgm:pt modelId="{7CFC4D1D-1E9B-407E-9509-820350AE77C1}" type="pres">
      <dgm:prSet presAssocID="{855AC023-8E08-4B4C-939D-B33E48080C84}" presName="vertTwo" presStyleCnt="0"/>
      <dgm:spPr/>
    </dgm:pt>
    <dgm:pt modelId="{92155280-D076-4F93-B2E9-6CF5FBCC6FA1}" type="pres">
      <dgm:prSet presAssocID="{855AC023-8E08-4B4C-939D-B33E48080C84}" presName="txTwo" presStyleLbl="node2" presStyleIdx="2" presStyleCnt="3">
        <dgm:presLayoutVars>
          <dgm:chPref val="3"/>
        </dgm:presLayoutVars>
      </dgm:prSet>
      <dgm:spPr/>
      <dgm:t>
        <a:bodyPr/>
        <a:lstStyle/>
        <a:p>
          <a:endParaRPr lang="en-US"/>
        </a:p>
      </dgm:t>
    </dgm:pt>
    <dgm:pt modelId="{0366652E-EDDC-448B-9FD5-FFF44B4A9071}" type="pres">
      <dgm:prSet presAssocID="{855AC023-8E08-4B4C-939D-B33E48080C84}" presName="horzTwo" presStyleCnt="0"/>
      <dgm:spPr/>
    </dgm:pt>
  </dgm:ptLst>
  <dgm:cxnLst>
    <dgm:cxn modelId="{56AD0D26-FE1D-41BE-8731-2C4BB22D32CC}" type="presOf" srcId="{855AC023-8E08-4B4C-939D-B33E48080C84}" destId="{92155280-D076-4F93-B2E9-6CF5FBCC6FA1}" srcOrd="0" destOrd="0" presId="urn:microsoft.com/office/officeart/2005/8/layout/hierarchy4"/>
    <dgm:cxn modelId="{ED364B5A-7BA8-45D9-B6D2-8560167C6C6D}" type="presOf" srcId="{43B14A11-8B8C-463C-883B-2869E87108B2}" destId="{D1CFE10D-F307-45B5-B949-4CC113A7DEB6}" srcOrd="0" destOrd="0" presId="urn:microsoft.com/office/officeart/2005/8/layout/hierarchy4"/>
    <dgm:cxn modelId="{86FC1241-54F7-4597-A402-A2E553EE7000}" type="presOf" srcId="{2A301FB0-782B-4E4C-9F8B-B5F6651D5675}" destId="{85969222-C9BA-49DC-AF77-677047E69347}" srcOrd="0" destOrd="0" presId="urn:microsoft.com/office/officeart/2005/8/layout/hierarchy4"/>
    <dgm:cxn modelId="{1F641290-3C49-446F-9CEF-32AC9BCFA2BA}" srcId="{43B14A11-8B8C-463C-883B-2869E87108B2}" destId="{85003AC2-5773-484C-A813-40EFF6F8A823}" srcOrd="0" destOrd="0" parTransId="{C1D00746-F9BF-4F40-8570-F3F65AE9B459}" sibTransId="{B36DB983-29C2-494D-8ED0-514A893A7673}"/>
    <dgm:cxn modelId="{96AB07D7-EB5E-43EB-8060-4B7204E291D2}" type="presOf" srcId="{FD6C6262-74B1-4A06-B787-0532D2DAE03A}" destId="{76E1DDFA-91D1-4BDA-B736-BFCCC4C2CE15}" srcOrd="0" destOrd="0" presId="urn:microsoft.com/office/officeart/2005/8/layout/hierarchy4"/>
    <dgm:cxn modelId="{97DE7992-B783-4ABC-8DAC-EAC6166C721C}" srcId="{85003AC2-5773-484C-A813-40EFF6F8A823}" destId="{2A301FB0-782B-4E4C-9F8B-B5F6651D5675}" srcOrd="1" destOrd="0" parTransId="{7EA7E6DD-2552-4DC1-AC28-DE54FB53A83D}" sibTransId="{CA5D6E47-4915-4F25-88E4-4B8F832FF9EF}"/>
    <dgm:cxn modelId="{4890A7C7-2D47-4C60-A09F-E027EBEAA48F}" srcId="{85003AC2-5773-484C-A813-40EFF6F8A823}" destId="{FD6C6262-74B1-4A06-B787-0532D2DAE03A}" srcOrd="0" destOrd="0" parTransId="{2F92AB68-0D12-43CD-8776-6E22FAB8EFBD}" sibTransId="{1388E6DB-B12E-4392-B0C2-EFF1E0E55BD0}"/>
    <dgm:cxn modelId="{24810D76-05C4-4E42-A86A-1534CD94258F}" srcId="{85003AC2-5773-484C-A813-40EFF6F8A823}" destId="{855AC023-8E08-4B4C-939D-B33E48080C84}" srcOrd="2" destOrd="0" parTransId="{63D3FD84-36B6-4D31-8D42-F1C06B42E657}" sibTransId="{4161BBBD-C8D0-467E-B9FD-84F29C07FC79}"/>
    <dgm:cxn modelId="{1F97EB22-2AE3-4043-A297-DE9DCECDD000}" type="presOf" srcId="{85003AC2-5773-484C-A813-40EFF6F8A823}" destId="{578D8836-6D08-4E31-921D-86188C992246}" srcOrd="0" destOrd="0" presId="urn:microsoft.com/office/officeart/2005/8/layout/hierarchy4"/>
    <dgm:cxn modelId="{CC8D0577-2A77-40B2-9EF4-9D55B10BA476}" type="presParOf" srcId="{D1CFE10D-F307-45B5-B949-4CC113A7DEB6}" destId="{7FA72D75-D6D0-4125-819B-7E4401BF613B}" srcOrd="0" destOrd="0" presId="urn:microsoft.com/office/officeart/2005/8/layout/hierarchy4"/>
    <dgm:cxn modelId="{2D4550F1-A30A-4F58-A244-17FDD9E16E62}" type="presParOf" srcId="{7FA72D75-D6D0-4125-819B-7E4401BF613B}" destId="{578D8836-6D08-4E31-921D-86188C992246}" srcOrd="0" destOrd="0" presId="urn:microsoft.com/office/officeart/2005/8/layout/hierarchy4"/>
    <dgm:cxn modelId="{EE4645E1-0D21-4ED6-922D-C61B7924A388}" type="presParOf" srcId="{7FA72D75-D6D0-4125-819B-7E4401BF613B}" destId="{1235009C-5EB1-4A42-B5E2-EF4B6D792F50}" srcOrd="1" destOrd="0" presId="urn:microsoft.com/office/officeart/2005/8/layout/hierarchy4"/>
    <dgm:cxn modelId="{12DD9059-785D-415A-877E-8A78A35B5199}" type="presParOf" srcId="{7FA72D75-D6D0-4125-819B-7E4401BF613B}" destId="{04A30C85-FCA1-4751-B194-47A4B949E0A0}" srcOrd="2" destOrd="0" presId="urn:microsoft.com/office/officeart/2005/8/layout/hierarchy4"/>
    <dgm:cxn modelId="{F09244AB-2DC0-41DF-9B1D-9975F3CA3D8D}" type="presParOf" srcId="{04A30C85-FCA1-4751-B194-47A4B949E0A0}" destId="{F1ED1862-45D0-425E-9FF7-B47F8C744526}" srcOrd="0" destOrd="0" presId="urn:microsoft.com/office/officeart/2005/8/layout/hierarchy4"/>
    <dgm:cxn modelId="{58388558-ED5F-4D8E-8E16-B0709C33BD74}" type="presParOf" srcId="{F1ED1862-45D0-425E-9FF7-B47F8C744526}" destId="{76E1DDFA-91D1-4BDA-B736-BFCCC4C2CE15}" srcOrd="0" destOrd="0" presId="urn:microsoft.com/office/officeart/2005/8/layout/hierarchy4"/>
    <dgm:cxn modelId="{5ADE9BBE-3F17-42F3-92EA-DFFEB95AF518}" type="presParOf" srcId="{F1ED1862-45D0-425E-9FF7-B47F8C744526}" destId="{23E5323A-ABA2-4561-A738-96BF2D920C24}" srcOrd="1" destOrd="0" presId="urn:microsoft.com/office/officeart/2005/8/layout/hierarchy4"/>
    <dgm:cxn modelId="{BEC99A01-6131-4C2D-AD50-53794F5EB6AC}" type="presParOf" srcId="{04A30C85-FCA1-4751-B194-47A4B949E0A0}" destId="{F6365C02-37E5-4B6A-B102-5E2FD1C92869}" srcOrd="1" destOrd="0" presId="urn:microsoft.com/office/officeart/2005/8/layout/hierarchy4"/>
    <dgm:cxn modelId="{3CF3CA0E-5EF2-498F-B555-2743D9D710DD}" type="presParOf" srcId="{04A30C85-FCA1-4751-B194-47A4B949E0A0}" destId="{1FBBF45B-ECAA-4763-8CBA-EA39E91CE78F}" srcOrd="2" destOrd="0" presId="urn:microsoft.com/office/officeart/2005/8/layout/hierarchy4"/>
    <dgm:cxn modelId="{ED13A146-E9FA-4F18-9BF7-28A422BE847F}" type="presParOf" srcId="{1FBBF45B-ECAA-4763-8CBA-EA39E91CE78F}" destId="{85969222-C9BA-49DC-AF77-677047E69347}" srcOrd="0" destOrd="0" presId="urn:microsoft.com/office/officeart/2005/8/layout/hierarchy4"/>
    <dgm:cxn modelId="{738B5A5E-5010-4F93-B140-052EE39C0F27}" type="presParOf" srcId="{1FBBF45B-ECAA-4763-8CBA-EA39E91CE78F}" destId="{F2C28EEE-1A39-4518-9ED5-98B2D944C75D}" srcOrd="1" destOrd="0" presId="urn:microsoft.com/office/officeart/2005/8/layout/hierarchy4"/>
    <dgm:cxn modelId="{A291DD06-3349-4E3E-ACE6-410F41360CF6}" type="presParOf" srcId="{04A30C85-FCA1-4751-B194-47A4B949E0A0}" destId="{214022A0-DE8E-4D51-98D3-C2487EAA57E7}" srcOrd="3" destOrd="0" presId="urn:microsoft.com/office/officeart/2005/8/layout/hierarchy4"/>
    <dgm:cxn modelId="{DFE644CA-6E6E-46D8-8DE1-F61042914E20}" type="presParOf" srcId="{04A30C85-FCA1-4751-B194-47A4B949E0A0}" destId="{7CFC4D1D-1E9B-407E-9509-820350AE77C1}" srcOrd="4" destOrd="0" presId="urn:microsoft.com/office/officeart/2005/8/layout/hierarchy4"/>
    <dgm:cxn modelId="{ACF149CE-6018-4667-9CAD-55898B3EE730}" type="presParOf" srcId="{7CFC4D1D-1E9B-407E-9509-820350AE77C1}" destId="{92155280-D076-4F93-B2E9-6CF5FBCC6FA1}" srcOrd="0" destOrd="0" presId="urn:microsoft.com/office/officeart/2005/8/layout/hierarchy4"/>
    <dgm:cxn modelId="{DFA01B4C-4F70-4D18-BB16-E3A561CB06B3}" type="presParOf" srcId="{7CFC4D1D-1E9B-407E-9509-820350AE77C1}" destId="{0366652E-EDDC-448B-9FD5-FFF44B4A9071}" srcOrd="1" destOrd="0" presId="urn:microsoft.com/office/officeart/2005/8/layout/hierarchy4"/>
  </dgm:cxnLst>
  <dgm:bg/>
  <dgm:whole/>
  <dgm:extLst>
    <a:ext uri="http://schemas.microsoft.com/office/drawing/2008/diagram">
      <dsp:dataModelExt xmlns:dsp="http://schemas.microsoft.com/office/drawing/2008/diagram" xmlns="" relId="rId2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Demand Planning &amp; Forecasting</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FD6C6262-74B1-4A06-B787-0532D2DAE03A}">
      <dgm:prSet phldrT="[Text]"/>
      <dgm:spPr>
        <a:solidFill>
          <a:srgbClr val="3366FF"/>
        </a:solidFill>
      </dgm:spPr>
      <dgm:t>
        <a:bodyPr/>
        <a:lstStyle/>
        <a:p>
          <a:r>
            <a:rPr lang="en-US" dirty="0" smtClean="0"/>
            <a:t>Advanced Planning &amp; Scheduling</a:t>
          </a:r>
          <a:endParaRPr lang="en-US" dirty="0"/>
        </a:p>
      </dgm:t>
    </dgm:pt>
    <dgm:pt modelId="{1388E6DB-B12E-4392-B0C2-EFF1E0E55BD0}" type="sibTrans" cxnId="{4890A7C7-2D47-4C60-A09F-E027EBEAA48F}">
      <dgm:prSet/>
      <dgm:spPr/>
      <dgm:t>
        <a:bodyPr/>
        <a:lstStyle/>
        <a:p>
          <a:endParaRPr lang="en-US"/>
        </a:p>
      </dgm:t>
    </dgm:pt>
    <dgm:pt modelId="{2F92AB68-0D12-43CD-8776-6E22FAB8EFBD}" type="parTrans" cxnId="{4890A7C7-2D47-4C60-A09F-E027EBEAA48F}">
      <dgm:prSet/>
      <dgm:spPr/>
      <dgm:t>
        <a:bodyPr/>
        <a:lstStyle/>
        <a:p>
          <a:endParaRPr lang="en-US"/>
        </a:p>
      </dgm:t>
    </dgm:pt>
    <dgm:pt modelId="{2A301FB0-782B-4E4C-9F8B-B5F6651D5675}">
      <dgm:prSet phldrT="[Text]">
        <dgm:style>
          <a:lnRef idx="0">
            <a:schemeClr val="accent6"/>
          </a:lnRef>
          <a:fillRef idx="3">
            <a:schemeClr val="accent6"/>
          </a:fillRef>
          <a:effectRef idx="3">
            <a:schemeClr val="accent6"/>
          </a:effectRef>
          <a:fontRef idx="minor">
            <a:schemeClr val="lt1"/>
          </a:fontRef>
        </dgm:style>
      </dgm:prSet>
      <dgm:spPr>
        <a:solidFill>
          <a:srgbClr val="3366FF"/>
        </a:solidFill>
      </dgm:spPr>
      <dgm:t>
        <a:bodyPr/>
        <a:lstStyle/>
        <a:p>
          <a:r>
            <a:rPr lang="en-US" dirty="0" smtClean="0"/>
            <a:t>Optimization</a:t>
          </a:r>
          <a:endParaRPr lang="en-US" dirty="0"/>
        </a:p>
      </dgm:t>
    </dgm:pt>
    <dgm:pt modelId="{CA5D6E47-4915-4F25-88E4-4B8F832FF9EF}" type="sibTrans" cxnId="{97DE7992-B783-4ABC-8DAC-EAC6166C721C}">
      <dgm:prSet/>
      <dgm:spPr/>
      <dgm:t>
        <a:bodyPr/>
        <a:lstStyle/>
        <a:p>
          <a:endParaRPr lang="en-US"/>
        </a:p>
      </dgm:t>
    </dgm:pt>
    <dgm:pt modelId="{7EA7E6DD-2552-4DC1-AC28-DE54FB53A83D}" type="parTrans" cxnId="{97DE7992-B783-4ABC-8DAC-EAC6166C721C}">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0" presStyleCnt="2">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 modelId="{F6365C02-37E5-4B6A-B102-5E2FD1C92869}" type="pres">
      <dgm:prSet presAssocID="{1388E6DB-B12E-4392-B0C2-EFF1E0E55BD0}" presName="sibSpaceTwo" presStyleCnt="0"/>
      <dgm:spPr/>
    </dgm:pt>
    <dgm:pt modelId="{1FBBF45B-ECAA-4763-8CBA-EA39E91CE78F}" type="pres">
      <dgm:prSet presAssocID="{2A301FB0-782B-4E4C-9F8B-B5F6651D5675}" presName="vertTwo" presStyleCnt="0"/>
      <dgm:spPr/>
    </dgm:pt>
    <dgm:pt modelId="{85969222-C9BA-49DC-AF77-677047E69347}" type="pres">
      <dgm:prSet presAssocID="{2A301FB0-782B-4E4C-9F8B-B5F6651D5675}" presName="txTwo" presStyleLbl="node2" presStyleIdx="1" presStyleCnt="2">
        <dgm:presLayoutVars>
          <dgm:chPref val="3"/>
        </dgm:presLayoutVars>
      </dgm:prSet>
      <dgm:spPr/>
      <dgm:t>
        <a:bodyPr/>
        <a:lstStyle/>
        <a:p>
          <a:endParaRPr lang="en-US"/>
        </a:p>
      </dgm:t>
    </dgm:pt>
    <dgm:pt modelId="{F2C28EEE-1A39-4518-9ED5-98B2D944C75D}" type="pres">
      <dgm:prSet presAssocID="{2A301FB0-782B-4E4C-9F8B-B5F6651D5675}" presName="horzTwo" presStyleCnt="0"/>
      <dgm:spPr/>
    </dgm:pt>
  </dgm:ptLst>
  <dgm:cxnLst>
    <dgm:cxn modelId="{1F641290-3C49-446F-9CEF-32AC9BCFA2BA}" srcId="{43B14A11-8B8C-463C-883B-2869E87108B2}" destId="{85003AC2-5773-484C-A813-40EFF6F8A823}" srcOrd="0" destOrd="0" parTransId="{C1D00746-F9BF-4F40-8570-F3F65AE9B459}" sibTransId="{B36DB983-29C2-494D-8ED0-514A893A7673}"/>
    <dgm:cxn modelId="{14DDEB3B-6010-4950-A515-FF2D89DE6870}" type="presOf" srcId="{FD6C6262-74B1-4A06-B787-0532D2DAE03A}" destId="{76E1DDFA-91D1-4BDA-B736-BFCCC4C2CE15}" srcOrd="0" destOrd="0" presId="urn:microsoft.com/office/officeart/2005/8/layout/hierarchy4"/>
    <dgm:cxn modelId="{97DE7992-B783-4ABC-8DAC-EAC6166C721C}" srcId="{85003AC2-5773-484C-A813-40EFF6F8A823}" destId="{2A301FB0-782B-4E4C-9F8B-B5F6651D5675}" srcOrd="1" destOrd="0" parTransId="{7EA7E6DD-2552-4DC1-AC28-DE54FB53A83D}" sibTransId="{CA5D6E47-4915-4F25-88E4-4B8F832FF9EF}"/>
    <dgm:cxn modelId="{4890A7C7-2D47-4C60-A09F-E027EBEAA48F}" srcId="{85003AC2-5773-484C-A813-40EFF6F8A823}" destId="{FD6C6262-74B1-4A06-B787-0532D2DAE03A}" srcOrd="0" destOrd="0" parTransId="{2F92AB68-0D12-43CD-8776-6E22FAB8EFBD}" sibTransId="{1388E6DB-B12E-4392-B0C2-EFF1E0E55BD0}"/>
    <dgm:cxn modelId="{7DE3C9DB-69EA-4CEA-9217-DA1E8B2C0BE0}" type="presOf" srcId="{43B14A11-8B8C-463C-883B-2869E87108B2}" destId="{D1CFE10D-F307-45B5-B949-4CC113A7DEB6}" srcOrd="0" destOrd="0" presId="urn:microsoft.com/office/officeart/2005/8/layout/hierarchy4"/>
    <dgm:cxn modelId="{1CE3968F-209F-4695-B99F-EE72ACF9DC82}" type="presOf" srcId="{85003AC2-5773-484C-A813-40EFF6F8A823}" destId="{578D8836-6D08-4E31-921D-86188C992246}" srcOrd="0" destOrd="0" presId="urn:microsoft.com/office/officeart/2005/8/layout/hierarchy4"/>
    <dgm:cxn modelId="{5A2A9C37-EDFB-4632-8919-B2B5FB014F80}" type="presOf" srcId="{2A301FB0-782B-4E4C-9F8B-B5F6651D5675}" destId="{85969222-C9BA-49DC-AF77-677047E69347}" srcOrd="0" destOrd="0" presId="urn:microsoft.com/office/officeart/2005/8/layout/hierarchy4"/>
    <dgm:cxn modelId="{BC08C56D-1E7A-46F7-85B1-78C8C6E0DD00}" type="presParOf" srcId="{D1CFE10D-F307-45B5-B949-4CC113A7DEB6}" destId="{7FA72D75-D6D0-4125-819B-7E4401BF613B}" srcOrd="0" destOrd="0" presId="urn:microsoft.com/office/officeart/2005/8/layout/hierarchy4"/>
    <dgm:cxn modelId="{7A06C558-9D0F-4B93-B2C2-FBEDF10C10D1}" type="presParOf" srcId="{7FA72D75-D6D0-4125-819B-7E4401BF613B}" destId="{578D8836-6D08-4E31-921D-86188C992246}" srcOrd="0" destOrd="0" presId="urn:microsoft.com/office/officeart/2005/8/layout/hierarchy4"/>
    <dgm:cxn modelId="{E9223281-4B67-46A6-9CBB-D2719BF02C1E}" type="presParOf" srcId="{7FA72D75-D6D0-4125-819B-7E4401BF613B}" destId="{1235009C-5EB1-4A42-B5E2-EF4B6D792F50}" srcOrd="1" destOrd="0" presId="urn:microsoft.com/office/officeart/2005/8/layout/hierarchy4"/>
    <dgm:cxn modelId="{379EE6B6-7F18-4A96-B009-B67827B94ED0}" type="presParOf" srcId="{7FA72D75-D6D0-4125-819B-7E4401BF613B}" destId="{04A30C85-FCA1-4751-B194-47A4B949E0A0}" srcOrd="2" destOrd="0" presId="urn:microsoft.com/office/officeart/2005/8/layout/hierarchy4"/>
    <dgm:cxn modelId="{B14BA578-E277-467C-9E2C-313E1CD92658}" type="presParOf" srcId="{04A30C85-FCA1-4751-B194-47A4B949E0A0}" destId="{F1ED1862-45D0-425E-9FF7-B47F8C744526}" srcOrd="0" destOrd="0" presId="urn:microsoft.com/office/officeart/2005/8/layout/hierarchy4"/>
    <dgm:cxn modelId="{294FCCC4-5D72-47C6-A286-74A4A6750839}" type="presParOf" srcId="{F1ED1862-45D0-425E-9FF7-B47F8C744526}" destId="{76E1DDFA-91D1-4BDA-B736-BFCCC4C2CE15}" srcOrd="0" destOrd="0" presId="urn:microsoft.com/office/officeart/2005/8/layout/hierarchy4"/>
    <dgm:cxn modelId="{6111EF69-A57B-4514-B0C6-15A98B75FEDC}" type="presParOf" srcId="{F1ED1862-45D0-425E-9FF7-B47F8C744526}" destId="{23E5323A-ABA2-4561-A738-96BF2D920C24}" srcOrd="1" destOrd="0" presId="urn:microsoft.com/office/officeart/2005/8/layout/hierarchy4"/>
    <dgm:cxn modelId="{50ECC8EB-058D-4532-9389-F708EFDDA3AA}" type="presParOf" srcId="{04A30C85-FCA1-4751-B194-47A4B949E0A0}" destId="{F6365C02-37E5-4B6A-B102-5E2FD1C92869}" srcOrd="1" destOrd="0" presId="urn:microsoft.com/office/officeart/2005/8/layout/hierarchy4"/>
    <dgm:cxn modelId="{20B5D439-9D7A-41BF-9659-949F9F0966E1}" type="presParOf" srcId="{04A30C85-FCA1-4751-B194-47A4B949E0A0}" destId="{1FBBF45B-ECAA-4763-8CBA-EA39E91CE78F}" srcOrd="2" destOrd="0" presId="urn:microsoft.com/office/officeart/2005/8/layout/hierarchy4"/>
    <dgm:cxn modelId="{EEF942BD-1196-4169-A9F3-BCF68BA3D1E8}" type="presParOf" srcId="{1FBBF45B-ECAA-4763-8CBA-EA39E91CE78F}" destId="{85969222-C9BA-49DC-AF77-677047E69347}" srcOrd="0" destOrd="0" presId="urn:microsoft.com/office/officeart/2005/8/layout/hierarchy4"/>
    <dgm:cxn modelId="{E964D5FC-482F-41CE-A9A8-11B74240F530}" type="presParOf" srcId="{1FBBF45B-ECAA-4763-8CBA-EA39E91CE78F}" destId="{F2C28EEE-1A39-4518-9ED5-98B2D944C75D}" srcOrd="1" destOrd="0" presId="urn:microsoft.com/office/officeart/2005/8/layout/hierarchy4"/>
  </dgm:cxnLst>
  <dgm:bg/>
  <dgm:whole/>
  <dgm:extLst>
    <a:ext uri="http://schemas.microsoft.com/office/drawing/2008/diagram">
      <dsp:dataModelExt xmlns:dsp="http://schemas.microsoft.com/office/drawing/2008/diagram" xmlns="" relId="rId3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Quality Control</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800BD03C-EC82-47FE-AE2C-8D9571EC8557}">
      <dgm:prSet phldrT="[Text]" custT="1"/>
      <dgm:spPr>
        <a:solidFill>
          <a:srgbClr val="3366FF"/>
        </a:solidFill>
      </dgm:spPr>
      <dgm:t>
        <a:bodyPr/>
        <a:lstStyle/>
        <a:p>
          <a:r>
            <a:rPr lang="en-US" sz="900" dirty="0" smtClean="0"/>
            <a:t>Governance, Risk &amp; Control (GRC)</a:t>
          </a:r>
          <a:endParaRPr lang="en-US" sz="900" dirty="0"/>
        </a:p>
      </dgm:t>
    </dgm:pt>
    <dgm:pt modelId="{00130E44-2DCD-4C91-B851-24E5C1B0D07A}" type="parTrans" cxnId="{09E892CB-8133-4E30-9611-C8FA8B62F526}">
      <dgm:prSet/>
      <dgm:spPr/>
      <dgm:t>
        <a:bodyPr/>
        <a:lstStyle/>
        <a:p>
          <a:endParaRPr lang="en-US"/>
        </a:p>
      </dgm:t>
    </dgm:pt>
    <dgm:pt modelId="{14F7CDB3-A9A5-4421-80D1-B22FFA3761B9}" type="sibTrans" cxnId="{09E892CB-8133-4E30-9611-C8FA8B62F526}">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4F26F06E-5BC3-4CF4-A458-90B878793D1C}" type="pres">
      <dgm:prSet presAssocID="{85003AC2-5773-484C-A813-40EFF6F8A823}" presName="parTransOne" presStyleCnt="0"/>
      <dgm:spPr/>
    </dgm:pt>
    <dgm:pt modelId="{04A30C85-FCA1-4751-B194-47A4B949E0A0}" type="pres">
      <dgm:prSet presAssocID="{85003AC2-5773-484C-A813-40EFF6F8A823}" presName="horzOne" presStyleCnt="0"/>
      <dgm:spPr/>
    </dgm:pt>
    <dgm:pt modelId="{67308A57-9EFE-418E-9001-9DB2E60D559B}" type="pres">
      <dgm:prSet presAssocID="{800BD03C-EC82-47FE-AE2C-8D9571EC8557}" presName="vertTwo" presStyleCnt="0"/>
      <dgm:spPr/>
    </dgm:pt>
    <dgm:pt modelId="{CE4623C8-50AC-4780-BF4F-96749DEAA39C}" type="pres">
      <dgm:prSet presAssocID="{800BD03C-EC82-47FE-AE2C-8D9571EC8557}" presName="txTwo" presStyleLbl="node2" presStyleIdx="0" presStyleCnt="1">
        <dgm:presLayoutVars>
          <dgm:chPref val="3"/>
        </dgm:presLayoutVars>
      </dgm:prSet>
      <dgm:spPr/>
      <dgm:t>
        <a:bodyPr/>
        <a:lstStyle/>
        <a:p>
          <a:endParaRPr lang="en-US"/>
        </a:p>
      </dgm:t>
    </dgm:pt>
    <dgm:pt modelId="{86964B79-4D57-4109-A55C-0431DB202059}" type="pres">
      <dgm:prSet presAssocID="{800BD03C-EC82-47FE-AE2C-8D9571EC8557}" presName="horzTwo" presStyleCnt="0"/>
      <dgm:spPr/>
    </dgm:pt>
  </dgm:ptLst>
  <dgm:cxnLst>
    <dgm:cxn modelId="{CF0E8D33-17DB-45AB-A1BB-297EB3D66232}" type="presOf" srcId="{43B14A11-8B8C-463C-883B-2869E87108B2}" destId="{D1CFE10D-F307-45B5-B949-4CC113A7DEB6}" srcOrd="0" destOrd="0" presId="urn:microsoft.com/office/officeart/2005/8/layout/hierarchy4"/>
    <dgm:cxn modelId="{1F641290-3C49-446F-9CEF-32AC9BCFA2BA}" srcId="{43B14A11-8B8C-463C-883B-2869E87108B2}" destId="{85003AC2-5773-484C-A813-40EFF6F8A823}" srcOrd="0" destOrd="0" parTransId="{C1D00746-F9BF-4F40-8570-F3F65AE9B459}" sibTransId="{B36DB983-29C2-494D-8ED0-514A893A7673}"/>
    <dgm:cxn modelId="{09E892CB-8133-4E30-9611-C8FA8B62F526}" srcId="{85003AC2-5773-484C-A813-40EFF6F8A823}" destId="{800BD03C-EC82-47FE-AE2C-8D9571EC8557}" srcOrd="0" destOrd="0" parTransId="{00130E44-2DCD-4C91-B851-24E5C1B0D07A}" sibTransId="{14F7CDB3-A9A5-4421-80D1-B22FFA3761B9}"/>
    <dgm:cxn modelId="{52E2E390-9FCD-4B94-9CAA-E61699460DC2}" type="presOf" srcId="{85003AC2-5773-484C-A813-40EFF6F8A823}" destId="{578D8836-6D08-4E31-921D-86188C992246}" srcOrd="0" destOrd="0" presId="urn:microsoft.com/office/officeart/2005/8/layout/hierarchy4"/>
    <dgm:cxn modelId="{8B78F3B4-10A8-4F2C-901F-71372A2F833E}" type="presOf" srcId="{800BD03C-EC82-47FE-AE2C-8D9571EC8557}" destId="{CE4623C8-50AC-4780-BF4F-96749DEAA39C}" srcOrd="0" destOrd="0" presId="urn:microsoft.com/office/officeart/2005/8/layout/hierarchy4"/>
    <dgm:cxn modelId="{69D0C549-7515-4B87-B104-55FEE19135B1}" type="presParOf" srcId="{D1CFE10D-F307-45B5-B949-4CC113A7DEB6}" destId="{7FA72D75-D6D0-4125-819B-7E4401BF613B}" srcOrd="0" destOrd="0" presId="urn:microsoft.com/office/officeart/2005/8/layout/hierarchy4"/>
    <dgm:cxn modelId="{72D77302-8D2C-4CC8-A360-5C4E4647F94A}" type="presParOf" srcId="{7FA72D75-D6D0-4125-819B-7E4401BF613B}" destId="{578D8836-6D08-4E31-921D-86188C992246}" srcOrd="0" destOrd="0" presId="urn:microsoft.com/office/officeart/2005/8/layout/hierarchy4"/>
    <dgm:cxn modelId="{F0C9FE16-FA19-46AD-9A1E-48FB97100AE6}" type="presParOf" srcId="{7FA72D75-D6D0-4125-819B-7E4401BF613B}" destId="{4F26F06E-5BC3-4CF4-A458-90B878793D1C}" srcOrd="1" destOrd="0" presId="urn:microsoft.com/office/officeart/2005/8/layout/hierarchy4"/>
    <dgm:cxn modelId="{EB777BB5-C38D-4C80-BDAD-35D109D6350B}" type="presParOf" srcId="{7FA72D75-D6D0-4125-819B-7E4401BF613B}" destId="{04A30C85-FCA1-4751-B194-47A4B949E0A0}" srcOrd="2" destOrd="0" presId="urn:microsoft.com/office/officeart/2005/8/layout/hierarchy4"/>
    <dgm:cxn modelId="{D49305B9-BD62-4AD9-9F1F-334FA4B989D1}" type="presParOf" srcId="{04A30C85-FCA1-4751-B194-47A4B949E0A0}" destId="{67308A57-9EFE-418E-9001-9DB2E60D559B}" srcOrd="0" destOrd="0" presId="urn:microsoft.com/office/officeart/2005/8/layout/hierarchy4"/>
    <dgm:cxn modelId="{C781D815-9343-4D6B-811C-20A4527CC771}" type="presParOf" srcId="{67308A57-9EFE-418E-9001-9DB2E60D559B}" destId="{CE4623C8-50AC-4780-BF4F-96749DEAA39C}" srcOrd="0" destOrd="0" presId="urn:microsoft.com/office/officeart/2005/8/layout/hierarchy4"/>
    <dgm:cxn modelId="{D09F2AAD-4A16-4829-9B62-60DB0507F877}" type="presParOf" srcId="{67308A57-9EFE-418E-9001-9DB2E60D559B}" destId="{86964B79-4D57-4109-A55C-0431DB202059}" srcOrd="1" destOrd="0" presId="urn:microsoft.com/office/officeart/2005/8/layout/hierarchy4"/>
  </dgm:cxnLst>
  <dgm:bg/>
  <dgm:whole/>
  <dgm:extLst>
    <a:ext uri="http://schemas.microsoft.com/office/drawing/2008/diagram">
      <dsp:dataModelExt xmlns:dsp="http://schemas.microsoft.com/office/drawing/2008/diagram" xmlns="" relId="rId3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Project Planning &amp; Scheduling</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FD6C6262-74B1-4A06-B787-0532D2DAE03A}">
      <dgm:prSet phldrT="[Text]"/>
      <dgm:spPr>
        <a:solidFill>
          <a:srgbClr val="3366FF"/>
        </a:solidFill>
      </dgm:spPr>
      <dgm:t>
        <a:bodyPr/>
        <a:lstStyle/>
        <a:p>
          <a:r>
            <a:rPr lang="en-US" dirty="0" smtClean="0"/>
            <a:t>Resource Mgt</a:t>
          </a:r>
          <a:endParaRPr lang="en-US" dirty="0"/>
        </a:p>
      </dgm:t>
    </dgm:pt>
    <dgm:pt modelId="{2F92AB68-0D12-43CD-8776-6E22FAB8EFBD}" type="parTrans" cxnId="{4890A7C7-2D47-4C60-A09F-E027EBEAA48F}">
      <dgm:prSet/>
      <dgm:spPr/>
      <dgm:t>
        <a:bodyPr/>
        <a:lstStyle/>
        <a:p>
          <a:endParaRPr lang="en-US"/>
        </a:p>
      </dgm:t>
    </dgm:pt>
    <dgm:pt modelId="{1388E6DB-B12E-4392-B0C2-EFF1E0E55BD0}" type="sibTrans" cxnId="{4890A7C7-2D47-4C60-A09F-E027EBEAA48F}">
      <dgm:prSet/>
      <dgm:spPr/>
      <dgm:t>
        <a:bodyPr/>
        <a:lstStyle/>
        <a:p>
          <a:endParaRPr lang="en-US"/>
        </a:p>
      </dgm:t>
    </dgm:pt>
    <dgm:pt modelId="{2A301FB0-782B-4E4C-9F8B-B5F6651D5675}">
      <dgm:prSet phldrT="[Text]"/>
      <dgm:spPr>
        <a:solidFill>
          <a:srgbClr val="3366FF"/>
        </a:solidFill>
      </dgm:spPr>
      <dgm:t>
        <a:bodyPr/>
        <a:lstStyle/>
        <a:p>
          <a:r>
            <a:rPr lang="en-US" dirty="0" smtClean="0"/>
            <a:t>Project Portfolio Mgt</a:t>
          </a:r>
          <a:endParaRPr lang="en-US" dirty="0"/>
        </a:p>
      </dgm:t>
    </dgm:pt>
    <dgm:pt modelId="{7EA7E6DD-2552-4DC1-AC28-DE54FB53A83D}" type="parTrans" cxnId="{97DE7992-B783-4ABC-8DAC-EAC6166C721C}">
      <dgm:prSet/>
      <dgm:spPr/>
      <dgm:t>
        <a:bodyPr/>
        <a:lstStyle/>
        <a:p>
          <a:endParaRPr lang="en-US"/>
        </a:p>
      </dgm:t>
    </dgm:pt>
    <dgm:pt modelId="{CA5D6E47-4915-4F25-88E4-4B8F832FF9EF}" type="sibTrans" cxnId="{97DE7992-B783-4ABC-8DAC-EAC6166C721C}">
      <dgm:prSet/>
      <dgm:spPr/>
      <dgm:t>
        <a:bodyPr/>
        <a:lstStyle/>
        <a:p>
          <a:endParaRPr lang="en-US"/>
        </a:p>
      </dgm:t>
    </dgm:pt>
    <dgm:pt modelId="{855AC023-8E08-4B4C-939D-B33E48080C84}">
      <dgm:prSet phldrT="[Text]"/>
      <dgm:spPr>
        <a:solidFill>
          <a:srgbClr val="3366FF"/>
        </a:solidFill>
      </dgm:spPr>
      <dgm:t>
        <a:bodyPr/>
        <a:lstStyle/>
        <a:p>
          <a:r>
            <a:rPr lang="en-US" dirty="0" smtClean="0"/>
            <a:t>Project Collaboration</a:t>
          </a:r>
          <a:endParaRPr lang="en-US" dirty="0"/>
        </a:p>
      </dgm:t>
    </dgm:pt>
    <dgm:pt modelId="{63D3FD84-36B6-4D31-8D42-F1C06B42E657}" type="parTrans" cxnId="{24810D76-05C4-4E42-A86A-1534CD94258F}">
      <dgm:prSet/>
      <dgm:spPr/>
      <dgm:t>
        <a:bodyPr/>
        <a:lstStyle/>
        <a:p>
          <a:endParaRPr lang="en-US"/>
        </a:p>
      </dgm:t>
    </dgm:pt>
    <dgm:pt modelId="{4161BBBD-C8D0-467E-B9FD-84F29C07FC79}" type="sibTrans" cxnId="{24810D76-05C4-4E42-A86A-1534CD94258F}">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0" presStyleCnt="3">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 modelId="{F6365C02-37E5-4B6A-B102-5E2FD1C92869}" type="pres">
      <dgm:prSet presAssocID="{1388E6DB-B12E-4392-B0C2-EFF1E0E55BD0}" presName="sibSpaceTwo" presStyleCnt="0"/>
      <dgm:spPr/>
    </dgm:pt>
    <dgm:pt modelId="{1FBBF45B-ECAA-4763-8CBA-EA39E91CE78F}" type="pres">
      <dgm:prSet presAssocID="{2A301FB0-782B-4E4C-9F8B-B5F6651D5675}" presName="vertTwo" presStyleCnt="0"/>
      <dgm:spPr/>
    </dgm:pt>
    <dgm:pt modelId="{85969222-C9BA-49DC-AF77-677047E69347}" type="pres">
      <dgm:prSet presAssocID="{2A301FB0-782B-4E4C-9F8B-B5F6651D5675}" presName="txTwo" presStyleLbl="node2" presStyleIdx="1" presStyleCnt="3">
        <dgm:presLayoutVars>
          <dgm:chPref val="3"/>
        </dgm:presLayoutVars>
      </dgm:prSet>
      <dgm:spPr/>
      <dgm:t>
        <a:bodyPr/>
        <a:lstStyle/>
        <a:p>
          <a:endParaRPr lang="en-US"/>
        </a:p>
      </dgm:t>
    </dgm:pt>
    <dgm:pt modelId="{F2C28EEE-1A39-4518-9ED5-98B2D944C75D}" type="pres">
      <dgm:prSet presAssocID="{2A301FB0-782B-4E4C-9F8B-B5F6651D5675}" presName="horzTwo" presStyleCnt="0"/>
      <dgm:spPr/>
    </dgm:pt>
    <dgm:pt modelId="{214022A0-DE8E-4D51-98D3-C2487EAA57E7}" type="pres">
      <dgm:prSet presAssocID="{CA5D6E47-4915-4F25-88E4-4B8F832FF9EF}" presName="sibSpaceTwo" presStyleCnt="0"/>
      <dgm:spPr/>
    </dgm:pt>
    <dgm:pt modelId="{7CFC4D1D-1E9B-407E-9509-820350AE77C1}" type="pres">
      <dgm:prSet presAssocID="{855AC023-8E08-4B4C-939D-B33E48080C84}" presName="vertTwo" presStyleCnt="0"/>
      <dgm:spPr/>
    </dgm:pt>
    <dgm:pt modelId="{92155280-D076-4F93-B2E9-6CF5FBCC6FA1}" type="pres">
      <dgm:prSet presAssocID="{855AC023-8E08-4B4C-939D-B33E48080C84}" presName="txTwo" presStyleLbl="node2" presStyleIdx="2" presStyleCnt="3">
        <dgm:presLayoutVars>
          <dgm:chPref val="3"/>
        </dgm:presLayoutVars>
      </dgm:prSet>
      <dgm:spPr/>
      <dgm:t>
        <a:bodyPr/>
        <a:lstStyle/>
        <a:p>
          <a:endParaRPr lang="en-US"/>
        </a:p>
      </dgm:t>
    </dgm:pt>
    <dgm:pt modelId="{0366652E-EDDC-448B-9FD5-FFF44B4A9071}" type="pres">
      <dgm:prSet presAssocID="{855AC023-8E08-4B4C-939D-B33E48080C84}" presName="horzTwo" presStyleCnt="0"/>
      <dgm:spPr/>
    </dgm:pt>
  </dgm:ptLst>
  <dgm:cxnLst>
    <dgm:cxn modelId="{1F641290-3C49-446F-9CEF-32AC9BCFA2BA}" srcId="{43B14A11-8B8C-463C-883B-2869E87108B2}" destId="{85003AC2-5773-484C-A813-40EFF6F8A823}" srcOrd="0" destOrd="0" parTransId="{C1D00746-F9BF-4F40-8570-F3F65AE9B459}" sibTransId="{B36DB983-29C2-494D-8ED0-514A893A7673}"/>
    <dgm:cxn modelId="{97DE7992-B783-4ABC-8DAC-EAC6166C721C}" srcId="{85003AC2-5773-484C-A813-40EFF6F8A823}" destId="{2A301FB0-782B-4E4C-9F8B-B5F6651D5675}" srcOrd="1" destOrd="0" parTransId="{7EA7E6DD-2552-4DC1-AC28-DE54FB53A83D}" sibTransId="{CA5D6E47-4915-4F25-88E4-4B8F832FF9EF}"/>
    <dgm:cxn modelId="{8FE768C2-633B-4FA7-8A54-971C5BD9D450}" type="presOf" srcId="{43B14A11-8B8C-463C-883B-2869E87108B2}" destId="{D1CFE10D-F307-45B5-B949-4CC113A7DEB6}" srcOrd="0" destOrd="0" presId="urn:microsoft.com/office/officeart/2005/8/layout/hierarchy4"/>
    <dgm:cxn modelId="{33506069-5798-4C93-A86C-4C389AA60EF4}" type="presOf" srcId="{FD6C6262-74B1-4A06-B787-0532D2DAE03A}" destId="{76E1DDFA-91D1-4BDA-B736-BFCCC4C2CE15}" srcOrd="0" destOrd="0" presId="urn:microsoft.com/office/officeart/2005/8/layout/hierarchy4"/>
    <dgm:cxn modelId="{4890A7C7-2D47-4C60-A09F-E027EBEAA48F}" srcId="{85003AC2-5773-484C-A813-40EFF6F8A823}" destId="{FD6C6262-74B1-4A06-B787-0532D2DAE03A}" srcOrd="0" destOrd="0" parTransId="{2F92AB68-0D12-43CD-8776-6E22FAB8EFBD}" sibTransId="{1388E6DB-B12E-4392-B0C2-EFF1E0E55BD0}"/>
    <dgm:cxn modelId="{1206DCA7-30D6-40B6-BDD3-2A172327D3BB}" type="presOf" srcId="{85003AC2-5773-484C-A813-40EFF6F8A823}" destId="{578D8836-6D08-4E31-921D-86188C992246}" srcOrd="0" destOrd="0" presId="urn:microsoft.com/office/officeart/2005/8/layout/hierarchy4"/>
    <dgm:cxn modelId="{A8E2BB4F-6177-4D39-A8EE-A01C794AE488}" type="presOf" srcId="{855AC023-8E08-4B4C-939D-B33E48080C84}" destId="{92155280-D076-4F93-B2E9-6CF5FBCC6FA1}" srcOrd="0" destOrd="0" presId="urn:microsoft.com/office/officeart/2005/8/layout/hierarchy4"/>
    <dgm:cxn modelId="{24810D76-05C4-4E42-A86A-1534CD94258F}" srcId="{85003AC2-5773-484C-A813-40EFF6F8A823}" destId="{855AC023-8E08-4B4C-939D-B33E48080C84}" srcOrd="2" destOrd="0" parTransId="{63D3FD84-36B6-4D31-8D42-F1C06B42E657}" sibTransId="{4161BBBD-C8D0-467E-B9FD-84F29C07FC79}"/>
    <dgm:cxn modelId="{EFC82C7A-8B72-4DFD-9CD9-2606DAD5C770}" type="presOf" srcId="{2A301FB0-782B-4E4C-9F8B-B5F6651D5675}" destId="{85969222-C9BA-49DC-AF77-677047E69347}" srcOrd="0" destOrd="0" presId="urn:microsoft.com/office/officeart/2005/8/layout/hierarchy4"/>
    <dgm:cxn modelId="{4FFCCD51-3097-491C-9C12-C76D07E2A668}" type="presParOf" srcId="{D1CFE10D-F307-45B5-B949-4CC113A7DEB6}" destId="{7FA72D75-D6D0-4125-819B-7E4401BF613B}" srcOrd="0" destOrd="0" presId="urn:microsoft.com/office/officeart/2005/8/layout/hierarchy4"/>
    <dgm:cxn modelId="{156C93E4-C987-4B51-956C-3D347456D8DC}" type="presParOf" srcId="{7FA72D75-D6D0-4125-819B-7E4401BF613B}" destId="{578D8836-6D08-4E31-921D-86188C992246}" srcOrd="0" destOrd="0" presId="urn:microsoft.com/office/officeart/2005/8/layout/hierarchy4"/>
    <dgm:cxn modelId="{F059DC1C-BEEB-42D4-8C8E-AFCBCC445121}" type="presParOf" srcId="{7FA72D75-D6D0-4125-819B-7E4401BF613B}" destId="{1235009C-5EB1-4A42-B5E2-EF4B6D792F50}" srcOrd="1" destOrd="0" presId="urn:microsoft.com/office/officeart/2005/8/layout/hierarchy4"/>
    <dgm:cxn modelId="{FC67F67B-0D66-4A9E-8A25-00BE0E4837F3}" type="presParOf" srcId="{7FA72D75-D6D0-4125-819B-7E4401BF613B}" destId="{04A30C85-FCA1-4751-B194-47A4B949E0A0}" srcOrd="2" destOrd="0" presId="urn:microsoft.com/office/officeart/2005/8/layout/hierarchy4"/>
    <dgm:cxn modelId="{D5F03C86-67F2-4123-8218-1FAAA834CA6B}" type="presParOf" srcId="{04A30C85-FCA1-4751-B194-47A4B949E0A0}" destId="{F1ED1862-45D0-425E-9FF7-B47F8C744526}" srcOrd="0" destOrd="0" presId="urn:microsoft.com/office/officeart/2005/8/layout/hierarchy4"/>
    <dgm:cxn modelId="{36EFCD59-165E-42FD-8215-61A0E7F669AF}" type="presParOf" srcId="{F1ED1862-45D0-425E-9FF7-B47F8C744526}" destId="{76E1DDFA-91D1-4BDA-B736-BFCCC4C2CE15}" srcOrd="0" destOrd="0" presId="urn:microsoft.com/office/officeart/2005/8/layout/hierarchy4"/>
    <dgm:cxn modelId="{51B3E428-9F99-47CF-BC7C-A8CA46AFE365}" type="presParOf" srcId="{F1ED1862-45D0-425E-9FF7-B47F8C744526}" destId="{23E5323A-ABA2-4561-A738-96BF2D920C24}" srcOrd="1" destOrd="0" presId="urn:microsoft.com/office/officeart/2005/8/layout/hierarchy4"/>
    <dgm:cxn modelId="{9DF70160-590F-48C8-9207-F7FD1EC7AE62}" type="presParOf" srcId="{04A30C85-FCA1-4751-B194-47A4B949E0A0}" destId="{F6365C02-37E5-4B6A-B102-5E2FD1C92869}" srcOrd="1" destOrd="0" presId="urn:microsoft.com/office/officeart/2005/8/layout/hierarchy4"/>
    <dgm:cxn modelId="{6DD306CA-F8AC-49F7-8834-35B2FD76C766}" type="presParOf" srcId="{04A30C85-FCA1-4751-B194-47A4B949E0A0}" destId="{1FBBF45B-ECAA-4763-8CBA-EA39E91CE78F}" srcOrd="2" destOrd="0" presId="urn:microsoft.com/office/officeart/2005/8/layout/hierarchy4"/>
    <dgm:cxn modelId="{7775239C-6931-42B0-BD8E-7F5D96F60BB7}" type="presParOf" srcId="{1FBBF45B-ECAA-4763-8CBA-EA39E91CE78F}" destId="{85969222-C9BA-49DC-AF77-677047E69347}" srcOrd="0" destOrd="0" presId="urn:microsoft.com/office/officeart/2005/8/layout/hierarchy4"/>
    <dgm:cxn modelId="{19F904D9-3279-41BE-B252-0E4C4E51418D}" type="presParOf" srcId="{1FBBF45B-ECAA-4763-8CBA-EA39E91CE78F}" destId="{F2C28EEE-1A39-4518-9ED5-98B2D944C75D}" srcOrd="1" destOrd="0" presId="urn:microsoft.com/office/officeart/2005/8/layout/hierarchy4"/>
    <dgm:cxn modelId="{561C8D13-6BDF-4AD2-8786-384B14E1FC33}" type="presParOf" srcId="{04A30C85-FCA1-4751-B194-47A4B949E0A0}" destId="{214022A0-DE8E-4D51-98D3-C2487EAA57E7}" srcOrd="3" destOrd="0" presId="urn:microsoft.com/office/officeart/2005/8/layout/hierarchy4"/>
    <dgm:cxn modelId="{C34D26DF-888D-4936-9F8E-0E4530B9EC08}" type="presParOf" srcId="{04A30C85-FCA1-4751-B194-47A4B949E0A0}" destId="{7CFC4D1D-1E9B-407E-9509-820350AE77C1}" srcOrd="4" destOrd="0" presId="urn:microsoft.com/office/officeart/2005/8/layout/hierarchy4"/>
    <dgm:cxn modelId="{C4004901-E20E-4133-8E8C-0A3467D36251}" type="presParOf" srcId="{7CFC4D1D-1E9B-407E-9509-820350AE77C1}" destId="{92155280-D076-4F93-B2E9-6CF5FBCC6FA1}" srcOrd="0" destOrd="0" presId="urn:microsoft.com/office/officeart/2005/8/layout/hierarchy4"/>
    <dgm:cxn modelId="{47EB308B-3680-482F-83DD-235C2D2A6EBB}" type="presParOf" srcId="{7CFC4D1D-1E9B-407E-9509-820350AE77C1}" destId="{0366652E-EDDC-448B-9FD5-FFF44B4A9071}" srcOrd="1" destOrd="0" presId="urn:microsoft.com/office/officeart/2005/8/layout/hierarchy4"/>
  </dgm:cxnLst>
  <dgm:bg/>
  <dgm:whole/>
  <dgm:extLst>
    <a:ext uri="http://schemas.microsoft.com/office/drawing/2008/diagram">
      <dsp:dataModelExt xmlns:dsp="http://schemas.microsoft.com/office/drawing/2008/diagram" xmlns="" relId="rId41"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Proposal &amp; Estimation</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FD6C6262-74B1-4A06-B787-0532D2DAE03A}">
      <dgm:prSet phldrT="[Text]" custT="1">
        <dgm:style>
          <a:lnRef idx="0">
            <a:schemeClr val="accent2"/>
          </a:lnRef>
          <a:fillRef idx="3">
            <a:schemeClr val="accent2"/>
          </a:fillRef>
          <a:effectRef idx="3">
            <a:schemeClr val="accent2"/>
          </a:effectRef>
          <a:fontRef idx="minor">
            <a:schemeClr val="lt1"/>
          </a:fontRef>
        </dgm:style>
      </dgm:prSet>
      <dgm:spPr>
        <a:solidFill>
          <a:srgbClr val="3366FF"/>
        </a:solidFill>
      </dgm:spPr>
      <dgm:t>
        <a:bodyPr/>
        <a:lstStyle/>
        <a:p>
          <a:r>
            <a:rPr lang="en-US" sz="900" dirty="0" smtClean="0"/>
            <a:t>Budgetary Quoting</a:t>
          </a:r>
          <a:endParaRPr lang="en-US" sz="900" dirty="0"/>
        </a:p>
      </dgm:t>
    </dgm:pt>
    <dgm:pt modelId="{2F92AB68-0D12-43CD-8776-6E22FAB8EFBD}" type="parTrans" cxnId="{4890A7C7-2D47-4C60-A09F-E027EBEAA48F}">
      <dgm:prSet/>
      <dgm:spPr/>
      <dgm:t>
        <a:bodyPr/>
        <a:lstStyle/>
        <a:p>
          <a:endParaRPr lang="en-US"/>
        </a:p>
      </dgm:t>
    </dgm:pt>
    <dgm:pt modelId="{1388E6DB-B12E-4392-B0C2-EFF1E0E55BD0}" type="sibTrans" cxnId="{4890A7C7-2D47-4C60-A09F-E027EBEAA48F}">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0" presStyleCnt="1"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0" presStyleCnt="1">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Lst>
  <dgm:cxnLst>
    <dgm:cxn modelId="{1F641290-3C49-446F-9CEF-32AC9BCFA2BA}" srcId="{43B14A11-8B8C-463C-883B-2869E87108B2}" destId="{85003AC2-5773-484C-A813-40EFF6F8A823}" srcOrd="0" destOrd="0" parTransId="{C1D00746-F9BF-4F40-8570-F3F65AE9B459}" sibTransId="{B36DB983-29C2-494D-8ED0-514A893A7673}"/>
    <dgm:cxn modelId="{C8B4C6BC-5352-4864-BB9B-25EE07E02CE4}" type="presOf" srcId="{85003AC2-5773-484C-A813-40EFF6F8A823}" destId="{578D8836-6D08-4E31-921D-86188C992246}" srcOrd="0" destOrd="0" presId="urn:microsoft.com/office/officeart/2005/8/layout/hierarchy4"/>
    <dgm:cxn modelId="{4890A7C7-2D47-4C60-A09F-E027EBEAA48F}" srcId="{85003AC2-5773-484C-A813-40EFF6F8A823}" destId="{FD6C6262-74B1-4A06-B787-0532D2DAE03A}" srcOrd="0" destOrd="0" parTransId="{2F92AB68-0D12-43CD-8776-6E22FAB8EFBD}" sibTransId="{1388E6DB-B12E-4392-B0C2-EFF1E0E55BD0}"/>
    <dgm:cxn modelId="{518A6ADF-89FB-4AB8-9946-29F7D1E8D5A0}" type="presOf" srcId="{FD6C6262-74B1-4A06-B787-0532D2DAE03A}" destId="{76E1DDFA-91D1-4BDA-B736-BFCCC4C2CE15}" srcOrd="0" destOrd="0" presId="urn:microsoft.com/office/officeart/2005/8/layout/hierarchy4"/>
    <dgm:cxn modelId="{B3BF51C3-44FD-452F-8E20-29E46760E486}" type="presOf" srcId="{43B14A11-8B8C-463C-883B-2869E87108B2}" destId="{D1CFE10D-F307-45B5-B949-4CC113A7DEB6}" srcOrd="0" destOrd="0" presId="urn:microsoft.com/office/officeart/2005/8/layout/hierarchy4"/>
    <dgm:cxn modelId="{AF91803A-64F6-4525-BCC6-384E2AD84231}" type="presParOf" srcId="{D1CFE10D-F307-45B5-B949-4CC113A7DEB6}" destId="{7FA72D75-D6D0-4125-819B-7E4401BF613B}" srcOrd="0" destOrd="0" presId="urn:microsoft.com/office/officeart/2005/8/layout/hierarchy4"/>
    <dgm:cxn modelId="{7D1F6D89-07BC-49B4-89FE-F7D8E1FA3A75}" type="presParOf" srcId="{7FA72D75-D6D0-4125-819B-7E4401BF613B}" destId="{578D8836-6D08-4E31-921D-86188C992246}" srcOrd="0" destOrd="0" presId="urn:microsoft.com/office/officeart/2005/8/layout/hierarchy4"/>
    <dgm:cxn modelId="{E53B44B7-AE2D-414F-A5D2-143B71ACE7CB}" type="presParOf" srcId="{7FA72D75-D6D0-4125-819B-7E4401BF613B}" destId="{1235009C-5EB1-4A42-B5E2-EF4B6D792F50}" srcOrd="1" destOrd="0" presId="urn:microsoft.com/office/officeart/2005/8/layout/hierarchy4"/>
    <dgm:cxn modelId="{0A12E643-2E8F-4426-B594-60D82041256B}" type="presParOf" srcId="{7FA72D75-D6D0-4125-819B-7E4401BF613B}" destId="{04A30C85-FCA1-4751-B194-47A4B949E0A0}" srcOrd="2" destOrd="0" presId="urn:microsoft.com/office/officeart/2005/8/layout/hierarchy4"/>
    <dgm:cxn modelId="{5AC97E9F-4C2E-42FF-85BD-CB474750A2AF}" type="presParOf" srcId="{04A30C85-FCA1-4751-B194-47A4B949E0A0}" destId="{F1ED1862-45D0-425E-9FF7-B47F8C744526}" srcOrd="0" destOrd="0" presId="urn:microsoft.com/office/officeart/2005/8/layout/hierarchy4"/>
    <dgm:cxn modelId="{3DD6D55E-1D5B-4CA1-A3B0-379D5AF821D2}" type="presParOf" srcId="{F1ED1862-45D0-425E-9FF7-B47F8C744526}" destId="{76E1DDFA-91D1-4BDA-B736-BFCCC4C2CE15}" srcOrd="0" destOrd="0" presId="urn:microsoft.com/office/officeart/2005/8/layout/hierarchy4"/>
    <dgm:cxn modelId="{CEA338F6-D8C1-4E86-BBD8-03FBC8031282}" type="presParOf" srcId="{F1ED1862-45D0-425E-9FF7-B47F8C744526}" destId="{23E5323A-ABA2-4561-A738-96BF2D920C24}" srcOrd="1" destOrd="0" presId="urn:microsoft.com/office/officeart/2005/8/layout/hierarchy4"/>
  </dgm:cxnLst>
  <dgm:bg/>
  <dgm:whole/>
  <dgm:extLst>
    <a:ext uri="http://schemas.microsoft.com/office/drawing/2008/diagram">
      <dsp:dataModelExt xmlns:dsp="http://schemas.microsoft.com/office/drawing/2008/diagram" xmlns="" relId="rId4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43B14A11-8B8C-463C-883B-2869E87108B2}" type="doc">
      <dgm:prSet loTypeId="urn:microsoft.com/office/officeart/2005/8/layout/hierarchy4" loCatId="hierarchy" qsTypeId="urn:microsoft.com/office/officeart/2005/8/quickstyle/simple5" qsCatId="simple" csTypeId="urn:microsoft.com/office/officeart/2005/8/colors/accent2_3" csCatId="accent2" phldr="1"/>
      <dgm:spPr/>
      <dgm:t>
        <a:bodyPr/>
        <a:lstStyle/>
        <a:p>
          <a:endParaRPr lang="en-US"/>
        </a:p>
      </dgm:t>
    </dgm:pt>
    <dgm:pt modelId="{85003AC2-5773-484C-A813-40EFF6F8A823}">
      <dgm:prSet phldrT="[Text]" custT="1"/>
      <dgm:spPr>
        <a:solidFill>
          <a:srgbClr val="3366FF"/>
        </a:solidFill>
      </dgm:spPr>
      <dgm:t>
        <a:bodyPr/>
        <a:lstStyle/>
        <a:p>
          <a:r>
            <a:rPr lang="en-US" sz="900" dirty="0" smtClean="0"/>
            <a:t>Transmittals</a:t>
          </a:r>
          <a:endParaRPr lang="en-US" sz="900" dirty="0"/>
        </a:p>
      </dgm:t>
    </dgm:pt>
    <dgm:pt modelId="{C1D00746-F9BF-4F40-8570-F3F65AE9B459}" type="parTrans" cxnId="{1F641290-3C49-446F-9CEF-32AC9BCFA2BA}">
      <dgm:prSet/>
      <dgm:spPr/>
      <dgm:t>
        <a:bodyPr/>
        <a:lstStyle/>
        <a:p>
          <a:endParaRPr lang="en-US"/>
        </a:p>
      </dgm:t>
    </dgm:pt>
    <dgm:pt modelId="{B36DB983-29C2-494D-8ED0-514A893A7673}" type="sibTrans" cxnId="{1F641290-3C49-446F-9CEF-32AC9BCFA2BA}">
      <dgm:prSet/>
      <dgm:spPr/>
      <dgm:t>
        <a:bodyPr/>
        <a:lstStyle/>
        <a:p>
          <a:endParaRPr lang="en-US"/>
        </a:p>
      </dgm:t>
    </dgm:pt>
    <dgm:pt modelId="{2A301FB0-782B-4E4C-9F8B-B5F6651D5675}">
      <dgm:prSet phldrT="[Text]" custT="1"/>
      <dgm:spPr>
        <a:solidFill>
          <a:srgbClr val="3366FF"/>
        </a:solidFill>
      </dgm:spPr>
      <dgm:t>
        <a:bodyPr/>
        <a:lstStyle/>
        <a:p>
          <a:r>
            <a:rPr lang="en-US" sz="800" dirty="0" smtClean="0"/>
            <a:t>B2B Integration</a:t>
          </a:r>
          <a:endParaRPr lang="en-US" sz="800" dirty="0"/>
        </a:p>
      </dgm:t>
    </dgm:pt>
    <dgm:pt modelId="{7EA7E6DD-2552-4DC1-AC28-DE54FB53A83D}" type="parTrans" cxnId="{97DE7992-B783-4ABC-8DAC-EAC6166C721C}">
      <dgm:prSet/>
      <dgm:spPr/>
      <dgm:t>
        <a:bodyPr/>
        <a:lstStyle/>
        <a:p>
          <a:endParaRPr lang="en-US"/>
        </a:p>
      </dgm:t>
    </dgm:pt>
    <dgm:pt modelId="{CA5D6E47-4915-4F25-88E4-4B8F832FF9EF}" type="sibTrans" cxnId="{97DE7992-B783-4ABC-8DAC-EAC6166C721C}">
      <dgm:prSet/>
      <dgm:spPr/>
      <dgm:t>
        <a:bodyPr/>
        <a:lstStyle/>
        <a:p>
          <a:endParaRPr lang="en-US"/>
        </a:p>
      </dgm:t>
    </dgm:pt>
    <dgm:pt modelId="{FD6C6262-74B1-4A06-B787-0532D2DAE03A}">
      <dgm:prSet phldrT="[Text]" custT="1"/>
      <dgm:spPr>
        <a:solidFill>
          <a:srgbClr val="3366FF"/>
        </a:solidFill>
      </dgm:spPr>
      <dgm:t>
        <a:bodyPr/>
        <a:lstStyle/>
        <a:p>
          <a:r>
            <a:rPr lang="en-US" sz="800" dirty="0" smtClean="0"/>
            <a:t>Web Store</a:t>
          </a:r>
          <a:endParaRPr lang="en-US" sz="800" dirty="0"/>
        </a:p>
      </dgm:t>
    </dgm:pt>
    <dgm:pt modelId="{1388E6DB-B12E-4392-B0C2-EFF1E0E55BD0}" type="sibTrans" cxnId="{4890A7C7-2D47-4C60-A09F-E027EBEAA48F}">
      <dgm:prSet/>
      <dgm:spPr/>
      <dgm:t>
        <a:bodyPr/>
        <a:lstStyle/>
        <a:p>
          <a:endParaRPr lang="en-US"/>
        </a:p>
      </dgm:t>
    </dgm:pt>
    <dgm:pt modelId="{2F92AB68-0D12-43CD-8776-6E22FAB8EFBD}" type="parTrans" cxnId="{4890A7C7-2D47-4C60-A09F-E027EBEAA48F}">
      <dgm:prSet/>
      <dgm:spPr/>
      <dgm:t>
        <a:bodyPr/>
        <a:lstStyle/>
        <a:p>
          <a:endParaRPr lang="en-US"/>
        </a:p>
      </dgm:t>
    </dgm:pt>
    <dgm:pt modelId="{F8074E8A-40B4-4935-A7E2-0991AA80E075}">
      <dgm:prSet phldrT="[Text]" custT="1"/>
      <dgm:spPr>
        <a:solidFill>
          <a:srgbClr val="3366FF"/>
        </a:solidFill>
      </dgm:spPr>
      <dgm:t>
        <a:bodyPr/>
        <a:lstStyle/>
        <a:p>
          <a:r>
            <a:rPr lang="en-US" sz="900" dirty="0" smtClean="0"/>
            <a:t>Portal</a:t>
          </a:r>
          <a:endParaRPr lang="en-US" sz="900" dirty="0"/>
        </a:p>
      </dgm:t>
    </dgm:pt>
    <dgm:pt modelId="{B4AFAD3E-E991-4941-AD15-9D595048B7C4}" type="sibTrans" cxnId="{296BCC59-6F71-4878-A6ED-A0BAC15D94B8}">
      <dgm:prSet/>
      <dgm:spPr/>
      <dgm:t>
        <a:bodyPr/>
        <a:lstStyle/>
        <a:p>
          <a:endParaRPr lang="en-US"/>
        </a:p>
      </dgm:t>
    </dgm:pt>
    <dgm:pt modelId="{CB313D00-37CB-45DF-84B1-6B07F9DCC331}" type="parTrans" cxnId="{296BCC59-6F71-4878-A6ED-A0BAC15D94B8}">
      <dgm:prSet/>
      <dgm:spPr/>
      <dgm:t>
        <a:bodyPr/>
        <a:lstStyle/>
        <a:p>
          <a:endParaRPr lang="en-US"/>
        </a:p>
      </dgm:t>
    </dgm:pt>
    <dgm:pt modelId="{D1CFE10D-F307-45B5-B949-4CC113A7DEB6}" type="pres">
      <dgm:prSet presAssocID="{43B14A11-8B8C-463C-883B-2869E87108B2}" presName="Name0" presStyleCnt="0">
        <dgm:presLayoutVars>
          <dgm:chPref val="1"/>
          <dgm:dir/>
          <dgm:animOne val="branch"/>
          <dgm:animLvl val="lvl"/>
          <dgm:resizeHandles/>
        </dgm:presLayoutVars>
      </dgm:prSet>
      <dgm:spPr/>
      <dgm:t>
        <a:bodyPr/>
        <a:lstStyle/>
        <a:p>
          <a:endParaRPr lang="en-US"/>
        </a:p>
      </dgm:t>
    </dgm:pt>
    <dgm:pt modelId="{17D990F9-ABBB-4670-92C3-C0676222F673}" type="pres">
      <dgm:prSet presAssocID="{F8074E8A-40B4-4935-A7E2-0991AA80E075}" presName="vertOne" presStyleCnt="0"/>
      <dgm:spPr/>
    </dgm:pt>
    <dgm:pt modelId="{554FD168-8FB7-427D-835B-9318AE8825C3}" type="pres">
      <dgm:prSet presAssocID="{F8074E8A-40B4-4935-A7E2-0991AA80E075}" presName="txOne" presStyleLbl="node0" presStyleIdx="0" presStyleCnt="2" custScaleX="683745" custLinFactNeighborX="-198" custLinFactNeighborY="22066">
        <dgm:presLayoutVars>
          <dgm:chPref val="3"/>
        </dgm:presLayoutVars>
      </dgm:prSet>
      <dgm:spPr/>
      <dgm:t>
        <a:bodyPr/>
        <a:lstStyle/>
        <a:p>
          <a:endParaRPr lang="en-US"/>
        </a:p>
      </dgm:t>
    </dgm:pt>
    <dgm:pt modelId="{4B6C0028-E96C-464C-AFE4-BE44791C67F8}" type="pres">
      <dgm:prSet presAssocID="{F8074E8A-40B4-4935-A7E2-0991AA80E075}" presName="horzOne" presStyleCnt="0"/>
      <dgm:spPr/>
    </dgm:pt>
    <dgm:pt modelId="{1DA6DAEF-BDB5-4B3A-8DB3-01B4C017D0C2}" type="pres">
      <dgm:prSet presAssocID="{B4AFAD3E-E991-4941-AD15-9D595048B7C4}" presName="sibSpaceOne" presStyleCnt="0"/>
      <dgm:spPr/>
    </dgm:pt>
    <dgm:pt modelId="{7FA72D75-D6D0-4125-819B-7E4401BF613B}" type="pres">
      <dgm:prSet presAssocID="{85003AC2-5773-484C-A813-40EFF6F8A823}" presName="vertOne" presStyleCnt="0"/>
      <dgm:spPr/>
    </dgm:pt>
    <dgm:pt modelId="{578D8836-6D08-4E31-921D-86188C992246}" type="pres">
      <dgm:prSet presAssocID="{85003AC2-5773-484C-A813-40EFF6F8A823}" presName="txOne" presStyleLbl="node0" presStyleIdx="1" presStyleCnt="2" custScaleX="104053" custLinFactNeighborX="8645" custLinFactNeighborY="82277">
        <dgm:presLayoutVars>
          <dgm:chPref val="3"/>
        </dgm:presLayoutVars>
      </dgm:prSet>
      <dgm:spPr/>
      <dgm:t>
        <a:bodyPr/>
        <a:lstStyle/>
        <a:p>
          <a:endParaRPr lang="en-US"/>
        </a:p>
      </dgm:t>
    </dgm:pt>
    <dgm:pt modelId="{1235009C-5EB1-4A42-B5E2-EF4B6D792F50}" type="pres">
      <dgm:prSet presAssocID="{85003AC2-5773-484C-A813-40EFF6F8A823}" presName="parTransOne" presStyleCnt="0"/>
      <dgm:spPr/>
    </dgm:pt>
    <dgm:pt modelId="{04A30C85-FCA1-4751-B194-47A4B949E0A0}" type="pres">
      <dgm:prSet presAssocID="{85003AC2-5773-484C-A813-40EFF6F8A823}" presName="horzOne" presStyleCnt="0"/>
      <dgm:spPr/>
    </dgm:pt>
    <dgm:pt modelId="{F1ED1862-45D0-425E-9FF7-B47F8C744526}" type="pres">
      <dgm:prSet presAssocID="{FD6C6262-74B1-4A06-B787-0532D2DAE03A}" presName="vertTwo" presStyleCnt="0"/>
      <dgm:spPr/>
    </dgm:pt>
    <dgm:pt modelId="{76E1DDFA-91D1-4BDA-B736-BFCCC4C2CE15}" type="pres">
      <dgm:prSet presAssocID="{FD6C6262-74B1-4A06-B787-0532D2DAE03A}" presName="txTwo" presStyleLbl="node2" presStyleIdx="0" presStyleCnt="2" custScaleX="373608" custLinFactX="-295162" custLinFactNeighborX="-300000">
        <dgm:presLayoutVars>
          <dgm:chPref val="3"/>
        </dgm:presLayoutVars>
      </dgm:prSet>
      <dgm:spPr/>
      <dgm:t>
        <a:bodyPr/>
        <a:lstStyle/>
        <a:p>
          <a:endParaRPr lang="en-US"/>
        </a:p>
      </dgm:t>
    </dgm:pt>
    <dgm:pt modelId="{23E5323A-ABA2-4561-A738-96BF2D920C24}" type="pres">
      <dgm:prSet presAssocID="{FD6C6262-74B1-4A06-B787-0532D2DAE03A}" presName="horzTwo" presStyleCnt="0"/>
      <dgm:spPr/>
    </dgm:pt>
    <dgm:pt modelId="{F6365C02-37E5-4B6A-B102-5E2FD1C92869}" type="pres">
      <dgm:prSet presAssocID="{1388E6DB-B12E-4392-B0C2-EFF1E0E55BD0}" presName="sibSpaceTwo" presStyleCnt="0"/>
      <dgm:spPr/>
    </dgm:pt>
    <dgm:pt modelId="{1FBBF45B-ECAA-4763-8CBA-EA39E91CE78F}" type="pres">
      <dgm:prSet presAssocID="{2A301FB0-782B-4E4C-9F8B-B5F6651D5675}" presName="vertTwo" presStyleCnt="0"/>
      <dgm:spPr/>
    </dgm:pt>
    <dgm:pt modelId="{85969222-C9BA-49DC-AF77-677047E69347}" type="pres">
      <dgm:prSet presAssocID="{2A301FB0-782B-4E4C-9F8B-B5F6651D5675}" presName="txTwo" presStyleLbl="node2" presStyleIdx="1" presStyleCnt="2" custScaleX="386774" custLinFactX="-100000" custLinFactNeighborX="-127489">
        <dgm:presLayoutVars>
          <dgm:chPref val="3"/>
        </dgm:presLayoutVars>
      </dgm:prSet>
      <dgm:spPr/>
      <dgm:t>
        <a:bodyPr/>
        <a:lstStyle/>
        <a:p>
          <a:endParaRPr lang="en-US"/>
        </a:p>
      </dgm:t>
    </dgm:pt>
    <dgm:pt modelId="{F2C28EEE-1A39-4518-9ED5-98B2D944C75D}" type="pres">
      <dgm:prSet presAssocID="{2A301FB0-782B-4E4C-9F8B-B5F6651D5675}" presName="horzTwo" presStyleCnt="0"/>
      <dgm:spPr/>
    </dgm:pt>
  </dgm:ptLst>
  <dgm:cxnLst>
    <dgm:cxn modelId="{E65AE967-F328-4AA9-8C0E-92DEDE21EB8D}" type="presOf" srcId="{2A301FB0-782B-4E4C-9F8B-B5F6651D5675}" destId="{85969222-C9BA-49DC-AF77-677047E69347}" srcOrd="0" destOrd="0" presId="urn:microsoft.com/office/officeart/2005/8/layout/hierarchy4"/>
    <dgm:cxn modelId="{D7E83A93-9C9B-4913-A437-4DE72ADE5D63}" type="presOf" srcId="{F8074E8A-40B4-4935-A7E2-0991AA80E075}" destId="{554FD168-8FB7-427D-835B-9318AE8825C3}" srcOrd="0" destOrd="0" presId="urn:microsoft.com/office/officeart/2005/8/layout/hierarchy4"/>
    <dgm:cxn modelId="{1F641290-3C49-446F-9CEF-32AC9BCFA2BA}" srcId="{43B14A11-8B8C-463C-883B-2869E87108B2}" destId="{85003AC2-5773-484C-A813-40EFF6F8A823}" srcOrd="1" destOrd="0" parTransId="{C1D00746-F9BF-4F40-8570-F3F65AE9B459}" sibTransId="{B36DB983-29C2-494D-8ED0-514A893A7673}"/>
    <dgm:cxn modelId="{97DE7992-B783-4ABC-8DAC-EAC6166C721C}" srcId="{85003AC2-5773-484C-A813-40EFF6F8A823}" destId="{2A301FB0-782B-4E4C-9F8B-B5F6651D5675}" srcOrd="1" destOrd="0" parTransId="{7EA7E6DD-2552-4DC1-AC28-DE54FB53A83D}" sibTransId="{CA5D6E47-4915-4F25-88E4-4B8F832FF9EF}"/>
    <dgm:cxn modelId="{4890A7C7-2D47-4C60-A09F-E027EBEAA48F}" srcId="{85003AC2-5773-484C-A813-40EFF6F8A823}" destId="{FD6C6262-74B1-4A06-B787-0532D2DAE03A}" srcOrd="0" destOrd="0" parTransId="{2F92AB68-0D12-43CD-8776-6E22FAB8EFBD}" sibTransId="{1388E6DB-B12E-4392-B0C2-EFF1E0E55BD0}"/>
    <dgm:cxn modelId="{296BCC59-6F71-4878-A6ED-A0BAC15D94B8}" srcId="{43B14A11-8B8C-463C-883B-2869E87108B2}" destId="{F8074E8A-40B4-4935-A7E2-0991AA80E075}" srcOrd="0" destOrd="0" parTransId="{CB313D00-37CB-45DF-84B1-6B07F9DCC331}" sibTransId="{B4AFAD3E-E991-4941-AD15-9D595048B7C4}"/>
    <dgm:cxn modelId="{8D806ABB-CB0B-47A1-AF0D-8C6F3A21DF4A}" type="presOf" srcId="{FD6C6262-74B1-4A06-B787-0532D2DAE03A}" destId="{76E1DDFA-91D1-4BDA-B736-BFCCC4C2CE15}" srcOrd="0" destOrd="0" presId="urn:microsoft.com/office/officeart/2005/8/layout/hierarchy4"/>
    <dgm:cxn modelId="{3C6EB733-C393-4B30-8AA9-C31FE3FDF895}" type="presOf" srcId="{43B14A11-8B8C-463C-883B-2869E87108B2}" destId="{D1CFE10D-F307-45B5-B949-4CC113A7DEB6}" srcOrd="0" destOrd="0" presId="urn:microsoft.com/office/officeart/2005/8/layout/hierarchy4"/>
    <dgm:cxn modelId="{A7D20699-DE84-4AD6-919B-F6F01B5BFEE8}" type="presOf" srcId="{85003AC2-5773-484C-A813-40EFF6F8A823}" destId="{578D8836-6D08-4E31-921D-86188C992246}" srcOrd="0" destOrd="0" presId="urn:microsoft.com/office/officeart/2005/8/layout/hierarchy4"/>
    <dgm:cxn modelId="{4DFCB707-6724-48AB-9541-965FF56961DC}" type="presParOf" srcId="{D1CFE10D-F307-45B5-B949-4CC113A7DEB6}" destId="{17D990F9-ABBB-4670-92C3-C0676222F673}" srcOrd="0" destOrd="0" presId="urn:microsoft.com/office/officeart/2005/8/layout/hierarchy4"/>
    <dgm:cxn modelId="{ECAF4B56-DFFB-46F5-9996-DCB3634074E6}" type="presParOf" srcId="{17D990F9-ABBB-4670-92C3-C0676222F673}" destId="{554FD168-8FB7-427D-835B-9318AE8825C3}" srcOrd="0" destOrd="0" presId="urn:microsoft.com/office/officeart/2005/8/layout/hierarchy4"/>
    <dgm:cxn modelId="{F1F1722D-52A8-4ED7-B1BF-C3F9CC06AFD8}" type="presParOf" srcId="{17D990F9-ABBB-4670-92C3-C0676222F673}" destId="{4B6C0028-E96C-464C-AFE4-BE44791C67F8}" srcOrd="1" destOrd="0" presId="urn:microsoft.com/office/officeart/2005/8/layout/hierarchy4"/>
    <dgm:cxn modelId="{E0DA2F97-B56F-4A15-98F1-8949F94F3B33}" type="presParOf" srcId="{D1CFE10D-F307-45B5-B949-4CC113A7DEB6}" destId="{1DA6DAEF-BDB5-4B3A-8DB3-01B4C017D0C2}" srcOrd="1" destOrd="0" presId="urn:microsoft.com/office/officeart/2005/8/layout/hierarchy4"/>
    <dgm:cxn modelId="{882DF5BB-D91D-4EEF-B8C3-7D3785E18775}" type="presParOf" srcId="{D1CFE10D-F307-45B5-B949-4CC113A7DEB6}" destId="{7FA72D75-D6D0-4125-819B-7E4401BF613B}" srcOrd="2" destOrd="0" presId="urn:microsoft.com/office/officeart/2005/8/layout/hierarchy4"/>
    <dgm:cxn modelId="{92C4BC89-BD57-450A-9221-AFC2720E72D1}" type="presParOf" srcId="{7FA72D75-D6D0-4125-819B-7E4401BF613B}" destId="{578D8836-6D08-4E31-921D-86188C992246}" srcOrd="0" destOrd="0" presId="urn:microsoft.com/office/officeart/2005/8/layout/hierarchy4"/>
    <dgm:cxn modelId="{1843FEB6-7585-4448-A6E1-C20A60F4E561}" type="presParOf" srcId="{7FA72D75-D6D0-4125-819B-7E4401BF613B}" destId="{1235009C-5EB1-4A42-B5E2-EF4B6D792F50}" srcOrd="1" destOrd="0" presId="urn:microsoft.com/office/officeart/2005/8/layout/hierarchy4"/>
    <dgm:cxn modelId="{BF1EEA44-7A52-498B-84E5-1EAF24570C0A}" type="presParOf" srcId="{7FA72D75-D6D0-4125-819B-7E4401BF613B}" destId="{04A30C85-FCA1-4751-B194-47A4B949E0A0}" srcOrd="2" destOrd="0" presId="urn:microsoft.com/office/officeart/2005/8/layout/hierarchy4"/>
    <dgm:cxn modelId="{D8BDF6A5-AAD8-4C30-89D3-7449FE629DBF}" type="presParOf" srcId="{04A30C85-FCA1-4751-B194-47A4B949E0A0}" destId="{F1ED1862-45D0-425E-9FF7-B47F8C744526}" srcOrd="0" destOrd="0" presId="urn:microsoft.com/office/officeart/2005/8/layout/hierarchy4"/>
    <dgm:cxn modelId="{CDBB99CF-983A-4392-9F22-97C3B44E61BF}" type="presParOf" srcId="{F1ED1862-45D0-425E-9FF7-B47F8C744526}" destId="{76E1DDFA-91D1-4BDA-B736-BFCCC4C2CE15}" srcOrd="0" destOrd="0" presId="urn:microsoft.com/office/officeart/2005/8/layout/hierarchy4"/>
    <dgm:cxn modelId="{B0CB611B-24F1-4D9B-A97E-A04B9D94ACED}" type="presParOf" srcId="{F1ED1862-45D0-425E-9FF7-B47F8C744526}" destId="{23E5323A-ABA2-4561-A738-96BF2D920C24}" srcOrd="1" destOrd="0" presId="urn:microsoft.com/office/officeart/2005/8/layout/hierarchy4"/>
    <dgm:cxn modelId="{C47ADB6F-894A-4253-A94F-6D2CC2EBD6A9}" type="presParOf" srcId="{04A30C85-FCA1-4751-B194-47A4B949E0A0}" destId="{F6365C02-37E5-4B6A-B102-5E2FD1C92869}" srcOrd="1" destOrd="0" presId="urn:microsoft.com/office/officeart/2005/8/layout/hierarchy4"/>
    <dgm:cxn modelId="{4E358B0F-8704-43FE-834C-AEF0DEB54F13}" type="presParOf" srcId="{04A30C85-FCA1-4751-B194-47A4B949E0A0}" destId="{1FBBF45B-ECAA-4763-8CBA-EA39E91CE78F}" srcOrd="2" destOrd="0" presId="urn:microsoft.com/office/officeart/2005/8/layout/hierarchy4"/>
    <dgm:cxn modelId="{1AFCB872-0C43-43AE-AE56-5C668527D4C7}" type="presParOf" srcId="{1FBBF45B-ECAA-4763-8CBA-EA39E91CE78F}" destId="{85969222-C9BA-49DC-AF77-677047E69347}" srcOrd="0" destOrd="0" presId="urn:microsoft.com/office/officeart/2005/8/layout/hierarchy4"/>
    <dgm:cxn modelId="{F5EF7840-9B6C-402A-9AFB-4D96AC1503D6}" type="presParOf" srcId="{1FBBF45B-ECAA-4763-8CBA-EA39E91CE78F}" destId="{F2C28EEE-1A39-4518-9ED5-98B2D944C75D}" srcOrd="1" destOrd="0" presId="urn:microsoft.com/office/officeart/2005/8/layout/hierarchy4"/>
  </dgm:cxnLst>
  <dgm:bg/>
  <dgm:whole/>
  <dgm:extLst>
    <a:ext uri="http://schemas.microsoft.com/office/drawing/2008/diagram">
      <dsp:dataModelExt xmlns:dsp="http://schemas.microsoft.com/office/drawing/2008/diagram" xmlns="" relId="rId51"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3119" y="142877"/>
          <a:ext cx="7766160" cy="340922"/>
        </a:xfrm>
        <a:prstGeom prst="roundRect">
          <a:avLst>
            <a:gd name="adj" fmla="val 10000"/>
          </a:avLst>
        </a:prstGeom>
        <a:gradFill rotWithShape="0">
          <a:gsLst>
            <a:gs pos="0">
              <a:schemeClr val="accent2">
                <a:shade val="80000"/>
                <a:hueOff val="0"/>
                <a:satOff val="0"/>
                <a:lumOff val="0"/>
                <a:alphaOff val="0"/>
                <a:shade val="51000"/>
                <a:satMod val="130000"/>
              </a:schemeClr>
            </a:gs>
            <a:gs pos="80000">
              <a:schemeClr val="accent2">
                <a:shade val="80000"/>
                <a:hueOff val="0"/>
                <a:satOff val="0"/>
                <a:lumOff val="0"/>
                <a:alphaOff val="0"/>
                <a:shade val="93000"/>
                <a:satMod val="130000"/>
              </a:schemeClr>
            </a:gs>
            <a:gs pos="100000">
              <a:schemeClr val="accent2">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Flow of Money, Flow of Goods, Project Accounting, HR</a:t>
          </a:r>
          <a:endParaRPr lang="en-US" sz="1400" kern="1200" dirty="0"/>
        </a:p>
      </dsp:txBody>
      <dsp:txXfrm>
        <a:off x="3119" y="142877"/>
        <a:ext cx="7766160" cy="340922"/>
      </dsp:txXfrm>
    </dsp:sp>
    <dsp:sp modelId="{76E1DDFA-91D1-4BDA-B736-BFCCC4C2CE15}">
      <dsp:nvSpPr>
        <dsp:cNvPr id="0" name=""/>
        <dsp:cNvSpPr/>
      </dsp:nvSpPr>
      <dsp:spPr>
        <a:xfrm>
          <a:off x="3119" y="514535"/>
          <a:ext cx="1455427" cy="340922"/>
        </a:xfrm>
        <a:prstGeom prst="roundRect">
          <a:avLst>
            <a:gd name="adj" fmla="val 10000"/>
          </a:avLst>
        </a:prstGeom>
        <a:solidFill>
          <a:srgbClr val="18187C"/>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t>Mfg</a:t>
          </a:r>
          <a:endParaRPr lang="en-US" sz="1100" kern="1200" dirty="0"/>
        </a:p>
      </dsp:txBody>
      <dsp:txXfrm>
        <a:off x="3119" y="514535"/>
        <a:ext cx="1455427" cy="340922"/>
      </dsp:txXfrm>
    </dsp:sp>
    <dsp:sp modelId="{85969222-C9BA-49DC-AF77-677047E69347}">
      <dsp:nvSpPr>
        <dsp:cNvPr id="0" name=""/>
        <dsp:cNvSpPr/>
      </dsp:nvSpPr>
      <dsp:spPr>
        <a:xfrm>
          <a:off x="1580802" y="514535"/>
          <a:ext cx="1455427" cy="340922"/>
        </a:xfrm>
        <a:prstGeom prst="roundRect">
          <a:avLst>
            <a:gd name="adj" fmla="val 10000"/>
          </a:avLst>
        </a:prstGeom>
        <a:solidFill>
          <a:srgbClr val="18187C"/>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t>Warehousing</a:t>
          </a:r>
          <a:endParaRPr lang="en-US" sz="1100" kern="1200" dirty="0"/>
        </a:p>
      </dsp:txBody>
      <dsp:txXfrm>
        <a:off x="1580802" y="514535"/>
        <a:ext cx="1455427" cy="340922"/>
      </dsp:txXfrm>
    </dsp:sp>
    <dsp:sp modelId="{92155280-D076-4F93-B2E9-6CF5FBCC6FA1}">
      <dsp:nvSpPr>
        <dsp:cNvPr id="0" name=""/>
        <dsp:cNvSpPr/>
      </dsp:nvSpPr>
      <dsp:spPr>
        <a:xfrm>
          <a:off x="3158486" y="514535"/>
          <a:ext cx="1455427" cy="340922"/>
        </a:xfrm>
        <a:prstGeom prst="roundRect">
          <a:avLst>
            <a:gd name="adj" fmla="val 10000"/>
          </a:avLst>
        </a:prstGeom>
        <a:solidFill>
          <a:srgbClr val="18187C"/>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t>Supplier Collaboration</a:t>
          </a:r>
          <a:endParaRPr lang="en-US" sz="1100" kern="1200" dirty="0"/>
        </a:p>
      </dsp:txBody>
      <dsp:txXfrm>
        <a:off x="3158486" y="514535"/>
        <a:ext cx="1455427" cy="340922"/>
      </dsp:txXfrm>
    </dsp:sp>
    <dsp:sp modelId="{6C2D9263-A5EE-4D11-998E-FFCDDBAC3779}">
      <dsp:nvSpPr>
        <dsp:cNvPr id="0" name=""/>
        <dsp:cNvSpPr/>
      </dsp:nvSpPr>
      <dsp:spPr>
        <a:xfrm>
          <a:off x="4736169" y="514535"/>
          <a:ext cx="1455427" cy="340922"/>
        </a:xfrm>
        <a:prstGeom prst="roundRect">
          <a:avLst>
            <a:gd name="adj" fmla="val 10000"/>
          </a:avLst>
        </a:prstGeom>
        <a:solidFill>
          <a:srgbClr val="CC9B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solidFill>
                <a:schemeClr val="tx1">
                  <a:lumMod val="65000"/>
                  <a:lumOff val="35000"/>
                </a:schemeClr>
              </a:solidFill>
            </a:rPr>
            <a:t>Payroll</a:t>
          </a:r>
          <a:endParaRPr lang="en-US" sz="1100" kern="1200" dirty="0">
            <a:solidFill>
              <a:schemeClr val="tx1">
                <a:lumMod val="65000"/>
                <a:lumOff val="35000"/>
              </a:schemeClr>
            </a:solidFill>
          </a:endParaRPr>
        </a:p>
      </dsp:txBody>
      <dsp:txXfrm>
        <a:off x="4736169" y="514535"/>
        <a:ext cx="1455427" cy="340922"/>
      </dsp:txXfrm>
    </dsp:sp>
    <dsp:sp modelId="{1308B9F1-1109-44D4-8FEF-9C31EA7EE089}">
      <dsp:nvSpPr>
        <dsp:cNvPr id="0" name=""/>
        <dsp:cNvSpPr/>
      </dsp:nvSpPr>
      <dsp:spPr>
        <a:xfrm>
          <a:off x="6313852" y="514535"/>
          <a:ext cx="1455427" cy="340922"/>
        </a:xfrm>
        <a:prstGeom prst="roundRect">
          <a:avLst>
            <a:gd name="adj" fmla="val 10000"/>
          </a:avLst>
        </a:prstGeom>
        <a:solidFill>
          <a:srgbClr val="CC9B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solidFill>
                <a:schemeClr val="tx1">
                  <a:lumMod val="65000"/>
                  <a:lumOff val="35000"/>
                </a:schemeClr>
              </a:solidFill>
            </a:rPr>
            <a:t>Tax Mgt</a:t>
          </a:r>
          <a:endParaRPr lang="en-US" sz="1100" kern="1200" dirty="0">
            <a:solidFill>
              <a:schemeClr val="tx1">
                <a:lumMod val="65000"/>
                <a:lumOff val="35000"/>
              </a:schemeClr>
            </a:solidFill>
          </a:endParaRPr>
        </a:p>
      </dsp:txBody>
      <dsp:txXfrm>
        <a:off x="6313852" y="514535"/>
        <a:ext cx="1455427" cy="340922"/>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924" y="53824"/>
          <a:ext cx="2569919"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Transportation Mgt</a:t>
          </a:r>
          <a:endParaRPr lang="en-US" sz="900" kern="1200" dirty="0"/>
        </a:p>
      </dsp:txBody>
      <dsp:txXfrm>
        <a:off x="924" y="53824"/>
        <a:ext cx="2569919" cy="323671"/>
      </dsp:txXfrm>
    </dsp:sp>
    <dsp:sp modelId="{8D51BF77-E319-4E6F-8BAD-5A979998B6EE}">
      <dsp:nvSpPr>
        <dsp:cNvPr id="0" name=""/>
        <dsp:cNvSpPr/>
      </dsp:nvSpPr>
      <dsp:spPr>
        <a:xfrm>
          <a:off x="924"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Automation (RFID) </a:t>
          </a:r>
          <a:endParaRPr lang="en-US" sz="800" kern="1200" dirty="0"/>
        </a:p>
      </dsp:txBody>
      <dsp:txXfrm>
        <a:off x="924" y="389086"/>
        <a:ext cx="811211" cy="323671"/>
      </dsp:txXfrm>
    </dsp:sp>
    <dsp:sp modelId="{76E1DDFA-91D1-4BDA-B736-BFCCC4C2CE15}">
      <dsp:nvSpPr>
        <dsp:cNvPr id="0" name=""/>
        <dsp:cNvSpPr/>
      </dsp:nvSpPr>
      <dsp:spPr>
        <a:xfrm>
          <a:off x="880278"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3</a:t>
          </a:r>
          <a:r>
            <a:rPr lang="en-US" sz="800" kern="1200" baseline="30000" dirty="0" smtClean="0"/>
            <a:t>rd</a:t>
          </a:r>
          <a:r>
            <a:rPr lang="en-US" sz="800" kern="1200" dirty="0" smtClean="0"/>
            <a:t> Pty Web Collaboration</a:t>
          </a:r>
          <a:endParaRPr lang="en-US" sz="800" kern="1200" dirty="0"/>
        </a:p>
      </dsp:txBody>
      <dsp:txXfrm>
        <a:off x="880278" y="389086"/>
        <a:ext cx="811211" cy="323671"/>
      </dsp:txXfrm>
    </dsp:sp>
    <dsp:sp modelId="{85969222-C9BA-49DC-AF77-677047E69347}">
      <dsp:nvSpPr>
        <dsp:cNvPr id="0" name=""/>
        <dsp:cNvSpPr/>
      </dsp:nvSpPr>
      <dsp:spPr>
        <a:xfrm>
          <a:off x="1759631"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B2B Integration</a:t>
          </a:r>
          <a:endParaRPr lang="en-US" sz="800" kern="1200" dirty="0"/>
        </a:p>
      </dsp:txBody>
      <dsp:txXfrm>
        <a:off x="1759631" y="389086"/>
        <a:ext cx="811211" cy="323671"/>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949" y="53824"/>
          <a:ext cx="2569869"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Financial Consolidation</a:t>
          </a:r>
          <a:endParaRPr lang="en-US" sz="900" kern="1200" dirty="0"/>
        </a:p>
      </dsp:txBody>
      <dsp:txXfrm>
        <a:off x="949" y="53824"/>
        <a:ext cx="2569869" cy="323671"/>
      </dsp:txXfrm>
    </dsp:sp>
    <dsp:sp modelId="{76E1DDFA-91D1-4BDA-B736-BFCCC4C2CE15}">
      <dsp:nvSpPr>
        <dsp:cNvPr id="0" name=""/>
        <dsp:cNvSpPr/>
      </dsp:nvSpPr>
      <dsp:spPr>
        <a:xfrm>
          <a:off x="949" y="389086"/>
          <a:ext cx="1233142"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Financial Planning &amp; Budgeting</a:t>
          </a:r>
          <a:endParaRPr lang="en-US" sz="800" kern="1200" dirty="0"/>
        </a:p>
      </dsp:txBody>
      <dsp:txXfrm>
        <a:off x="949" y="389086"/>
        <a:ext cx="1233142" cy="323671"/>
      </dsp:txXfrm>
    </dsp:sp>
    <dsp:sp modelId="{85969222-C9BA-49DC-AF77-677047E69347}">
      <dsp:nvSpPr>
        <dsp:cNvPr id="0" name=""/>
        <dsp:cNvSpPr/>
      </dsp:nvSpPr>
      <dsp:spPr>
        <a:xfrm>
          <a:off x="1337675" y="389086"/>
          <a:ext cx="1233142"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Balanced Scorecard</a:t>
          </a:r>
          <a:endParaRPr lang="en-US" sz="800" kern="1200" dirty="0"/>
        </a:p>
      </dsp:txBody>
      <dsp:txXfrm>
        <a:off x="1337675" y="389086"/>
        <a:ext cx="1233142" cy="323671"/>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924" y="53824"/>
          <a:ext cx="2569919"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Global HR Data</a:t>
          </a:r>
          <a:endParaRPr lang="en-US" sz="900" kern="1200" dirty="0"/>
        </a:p>
      </dsp:txBody>
      <dsp:txXfrm>
        <a:off x="924" y="53824"/>
        <a:ext cx="2569919" cy="323671"/>
      </dsp:txXfrm>
    </dsp:sp>
    <dsp:sp modelId="{76E1DDFA-91D1-4BDA-B736-BFCCC4C2CE15}">
      <dsp:nvSpPr>
        <dsp:cNvPr id="0" name=""/>
        <dsp:cNvSpPr/>
      </dsp:nvSpPr>
      <dsp:spPr>
        <a:xfrm>
          <a:off x="924"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r>
            <a:rPr lang="en-US" sz="700" kern="1200" dirty="0" smtClean="0"/>
            <a:t>Recruitment</a:t>
          </a:r>
        </a:p>
        <a:p>
          <a:pPr lvl="0" algn="ctr" defTabSz="311150">
            <a:lnSpc>
              <a:spcPct val="90000"/>
            </a:lnSpc>
            <a:spcBef>
              <a:spcPct val="0"/>
            </a:spcBef>
            <a:spcAft>
              <a:spcPct val="35000"/>
            </a:spcAft>
          </a:pPr>
          <a:r>
            <a:rPr lang="en-US" sz="700" kern="1200" dirty="0" smtClean="0"/>
            <a:t>Collaboration</a:t>
          </a:r>
          <a:endParaRPr lang="en-US" sz="800" kern="1200" dirty="0"/>
        </a:p>
      </dsp:txBody>
      <dsp:txXfrm>
        <a:off x="924" y="389086"/>
        <a:ext cx="811211" cy="323671"/>
      </dsp:txXfrm>
    </dsp:sp>
    <dsp:sp modelId="{85969222-C9BA-49DC-AF77-677047E69347}">
      <dsp:nvSpPr>
        <dsp:cNvPr id="0" name=""/>
        <dsp:cNvSpPr/>
      </dsp:nvSpPr>
      <dsp:spPr>
        <a:xfrm>
          <a:off x="880278"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PDR/Talent Mgt</a:t>
          </a:r>
          <a:endParaRPr lang="en-US" sz="800" kern="1200" dirty="0"/>
        </a:p>
      </dsp:txBody>
      <dsp:txXfrm>
        <a:off x="880278" y="389086"/>
        <a:ext cx="811211" cy="323671"/>
      </dsp:txXfrm>
    </dsp:sp>
    <dsp:sp modelId="{92155280-D076-4F93-B2E9-6CF5FBCC6FA1}">
      <dsp:nvSpPr>
        <dsp:cNvPr id="0" name=""/>
        <dsp:cNvSpPr/>
      </dsp:nvSpPr>
      <dsp:spPr>
        <a:xfrm>
          <a:off x="1759631"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Learning Mgt</a:t>
          </a:r>
          <a:endParaRPr lang="en-US" sz="800" kern="1200" dirty="0"/>
        </a:p>
      </dsp:txBody>
      <dsp:txXfrm>
        <a:off x="1759631" y="389086"/>
        <a:ext cx="811211" cy="323671"/>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924" y="53824"/>
          <a:ext cx="2569919"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Service &amp; Install Base</a:t>
          </a:r>
          <a:endParaRPr lang="en-US" sz="900" kern="1200" dirty="0"/>
        </a:p>
      </dsp:txBody>
      <dsp:txXfrm>
        <a:off x="924" y="53824"/>
        <a:ext cx="2569919" cy="323671"/>
      </dsp:txXfrm>
    </dsp:sp>
    <dsp:sp modelId="{76E1DDFA-91D1-4BDA-B736-BFCCC4C2CE15}">
      <dsp:nvSpPr>
        <dsp:cNvPr id="0" name=""/>
        <dsp:cNvSpPr/>
      </dsp:nvSpPr>
      <dsp:spPr>
        <a:xfrm>
          <a:off x="924"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Web Self-Service</a:t>
          </a:r>
          <a:endParaRPr lang="en-US" sz="800" kern="1200" dirty="0"/>
        </a:p>
      </dsp:txBody>
      <dsp:txXfrm>
        <a:off x="924" y="389086"/>
        <a:ext cx="811211" cy="323671"/>
      </dsp:txXfrm>
    </dsp:sp>
    <dsp:sp modelId="{85969222-C9BA-49DC-AF77-677047E69347}">
      <dsp:nvSpPr>
        <dsp:cNvPr id="0" name=""/>
        <dsp:cNvSpPr/>
      </dsp:nvSpPr>
      <dsp:spPr>
        <a:xfrm>
          <a:off x="880278"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Knowledge Base</a:t>
          </a:r>
          <a:endParaRPr lang="en-US" sz="800" kern="1200" dirty="0"/>
        </a:p>
      </dsp:txBody>
      <dsp:txXfrm>
        <a:off x="880278" y="389086"/>
        <a:ext cx="811211" cy="323671"/>
      </dsp:txXfrm>
    </dsp:sp>
    <dsp:sp modelId="{92155280-D076-4F93-B2E9-6CF5FBCC6FA1}">
      <dsp:nvSpPr>
        <dsp:cNvPr id="0" name=""/>
        <dsp:cNvSpPr/>
      </dsp:nvSpPr>
      <dsp:spPr>
        <a:xfrm>
          <a:off x="1759631"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Depot Repair</a:t>
          </a:r>
          <a:endParaRPr lang="en-US" sz="800" kern="1200" dirty="0"/>
        </a:p>
      </dsp:txBody>
      <dsp:txXfrm>
        <a:off x="1759631" y="389086"/>
        <a:ext cx="811211" cy="323671"/>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949" y="53824"/>
          <a:ext cx="2569869"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Demand Planning &amp; Forecasting</a:t>
          </a:r>
          <a:endParaRPr lang="en-US" sz="900" kern="1200" dirty="0"/>
        </a:p>
      </dsp:txBody>
      <dsp:txXfrm>
        <a:off x="949" y="53824"/>
        <a:ext cx="2569869" cy="323671"/>
      </dsp:txXfrm>
    </dsp:sp>
    <dsp:sp modelId="{76E1DDFA-91D1-4BDA-B736-BFCCC4C2CE15}">
      <dsp:nvSpPr>
        <dsp:cNvPr id="0" name=""/>
        <dsp:cNvSpPr/>
      </dsp:nvSpPr>
      <dsp:spPr>
        <a:xfrm>
          <a:off x="949" y="389086"/>
          <a:ext cx="1233142"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Advanced Planning &amp; Scheduling</a:t>
          </a:r>
          <a:endParaRPr lang="en-US" sz="800" kern="1200" dirty="0"/>
        </a:p>
      </dsp:txBody>
      <dsp:txXfrm>
        <a:off x="949" y="389086"/>
        <a:ext cx="1233142" cy="323671"/>
      </dsp:txXfrm>
    </dsp:sp>
    <dsp:sp modelId="{85969222-C9BA-49DC-AF77-677047E69347}">
      <dsp:nvSpPr>
        <dsp:cNvPr id="0" name=""/>
        <dsp:cNvSpPr/>
      </dsp:nvSpPr>
      <dsp:spPr>
        <a:xfrm>
          <a:off x="1337675" y="389086"/>
          <a:ext cx="1233142"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hemeClr val="accent6"/>
        </a:lnRef>
        <a:fillRef idx="3">
          <a:schemeClr val="accent6"/>
        </a:fillRef>
        <a:effectRef idx="3">
          <a:schemeClr val="accent6"/>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Optimization</a:t>
          </a:r>
          <a:endParaRPr lang="en-US" sz="800" kern="1200" dirty="0"/>
        </a:p>
      </dsp:txBody>
      <dsp:txXfrm>
        <a:off x="1337675" y="389086"/>
        <a:ext cx="1233142" cy="323671"/>
      </dsp:txXfrm>
    </dsp:sp>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1255" y="53897"/>
          <a:ext cx="2569256" cy="32440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Quality Control</a:t>
          </a:r>
          <a:endParaRPr lang="en-US" sz="900" kern="1200" dirty="0"/>
        </a:p>
      </dsp:txBody>
      <dsp:txXfrm>
        <a:off x="1255" y="53897"/>
        <a:ext cx="2569256" cy="324401"/>
      </dsp:txXfrm>
    </dsp:sp>
    <dsp:sp modelId="{CE4623C8-50AC-4780-BF4F-96749DEAA39C}">
      <dsp:nvSpPr>
        <dsp:cNvPr id="0" name=""/>
        <dsp:cNvSpPr/>
      </dsp:nvSpPr>
      <dsp:spPr>
        <a:xfrm>
          <a:off x="1255" y="389889"/>
          <a:ext cx="2569256" cy="32440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Governance, Risk &amp; Control (GRC)</a:t>
          </a:r>
          <a:endParaRPr lang="en-US" sz="900" kern="1200" dirty="0"/>
        </a:p>
      </dsp:txBody>
      <dsp:txXfrm>
        <a:off x="1255" y="389889"/>
        <a:ext cx="2569256" cy="324401"/>
      </dsp:txXfrm>
    </dsp:sp>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924" y="53824"/>
          <a:ext cx="2569919"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Project Planning &amp; Scheduling</a:t>
          </a:r>
          <a:endParaRPr lang="en-US" sz="900" kern="1200" dirty="0"/>
        </a:p>
      </dsp:txBody>
      <dsp:txXfrm>
        <a:off x="924" y="53824"/>
        <a:ext cx="2569919" cy="323671"/>
      </dsp:txXfrm>
    </dsp:sp>
    <dsp:sp modelId="{76E1DDFA-91D1-4BDA-B736-BFCCC4C2CE15}">
      <dsp:nvSpPr>
        <dsp:cNvPr id="0" name=""/>
        <dsp:cNvSpPr/>
      </dsp:nvSpPr>
      <dsp:spPr>
        <a:xfrm>
          <a:off x="924"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Resource Mgt</a:t>
          </a:r>
          <a:endParaRPr lang="en-US" sz="800" kern="1200" dirty="0"/>
        </a:p>
      </dsp:txBody>
      <dsp:txXfrm>
        <a:off x="924" y="389086"/>
        <a:ext cx="811211" cy="323671"/>
      </dsp:txXfrm>
    </dsp:sp>
    <dsp:sp modelId="{85969222-C9BA-49DC-AF77-677047E69347}">
      <dsp:nvSpPr>
        <dsp:cNvPr id="0" name=""/>
        <dsp:cNvSpPr/>
      </dsp:nvSpPr>
      <dsp:spPr>
        <a:xfrm>
          <a:off x="880278"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Project Portfolio Mgt</a:t>
          </a:r>
          <a:endParaRPr lang="en-US" sz="800" kern="1200" dirty="0"/>
        </a:p>
      </dsp:txBody>
      <dsp:txXfrm>
        <a:off x="880278" y="389086"/>
        <a:ext cx="811211" cy="323671"/>
      </dsp:txXfrm>
    </dsp:sp>
    <dsp:sp modelId="{92155280-D076-4F93-B2E9-6CF5FBCC6FA1}">
      <dsp:nvSpPr>
        <dsp:cNvPr id="0" name=""/>
        <dsp:cNvSpPr/>
      </dsp:nvSpPr>
      <dsp:spPr>
        <a:xfrm>
          <a:off x="1759631"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Project Collaboration</a:t>
          </a:r>
          <a:endParaRPr lang="en-US" sz="800" kern="1200" dirty="0"/>
        </a:p>
      </dsp:txBody>
      <dsp:txXfrm>
        <a:off x="1759631" y="389086"/>
        <a:ext cx="811211" cy="323671"/>
      </dsp:txXfrm>
    </dsp:sp>
  </dsp:spTree>
</dsp:drawing>
</file>

<file path=ppt/diagrams/drawing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1255" y="53824"/>
          <a:ext cx="2569256"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Proposal &amp; Estimation</a:t>
          </a:r>
          <a:endParaRPr lang="en-US" sz="900" kern="1200" dirty="0"/>
        </a:p>
      </dsp:txBody>
      <dsp:txXfrm>
        <a:off x="1255" y="53824"/>
        <a:ext cx="2569256" cy="323671"/>
      </dsp:txXfrm>
    </dsp:sp>
    <dsp:sp modelId="{76E1DDFA-91D1-4BDA-B736-BFCCC4C2CE15}">
      <dsp:nvSpPr>
        <dsp:cNvPr id="0" name=""/>
        <dsp:cNvSpPr/>
      </dsp:nvSpPr>
      <dsp:spPr>
        <a:xfrm>
          <a:off x="1255" y="389086"/>
          <a:ext cx="2569256"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hemeClr val="accent2"/>
        </a:lnRef>
        <a:fillRef idx="3">
          <a:schemeClr val="accent2"/>
        </a:fillRef>
        <a:effectRef idx="3">
          <a:schemeClr val="accent2"/>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Budgetary Quoting</a:t>
          </a:r>
          <a:endParaRPr lang="en-US" sz="900" kern="1200" dirty="0"/>
        </a:p>
      </dsp:txBody>
      <dsp:txXfrm>
        <a:off x="1255" y="389086"/>
        <a:ext cx="2569256" cy="323671"/>
      </dsp:txXfrm>
    </dsp:sp>
  </dsp:spTree>
</dsp:drawing>
</file>

<file path=ppt/diagrams/drawing1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54FD168-8FB7-427D-835B-9318AE8825C3}">
      <dsp:nvSpPr>
        <dsp:cNvPr id="0" name=""/>
        <dsp:cNvSpPr/>
      </dsp:nvSpPr>
      <dsp:spPr>
        <a:xfrm>
          <a:off x="1914" y="71436"/>
          <a:ext cx="1169856"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Portal</a:t>
          </a:r>
          <a:endParaRPr lang="en-US" sz="900" kern="1200" dirty="0"/>
        </a:p>
      </dsp:txBody>
      <dsp:txXfrm>
        <a:off x="1914" y="71436"/>
        <a:ext cx="1169856" cy="323671"/>
      </dsp:txXfrm>
    </dsp:sp>
    <dsp:sp modelId="{578D8836-6D08-4E31-921D-86188C992246}">
      <dsp:nvSpPr>
        <dsp:cNvPr id="0" name=""/>
        <dsp:cNvSpPr/>
      </dsp:nvSpPr>
      <dsp:spPr>
        <a:xfrm>
          <a:off x="1203106" y="53824"/>
          <a:ext cx="136866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Transmittals</a:t>
          </a:r>
          <a:endParaRPr lang="en-US" sz="900" kern="1200" dirty="0"/>
        </a:p>
      </dsp:txBody>
      <dsp:txXfrm>
        <a:off x="1203106" y="53824"/>
        <a:ext cx="1368661" cy="323671"/>
      </dsp:txXfrm>
    </dsp:sp>
    <dsp:sp modelId="{76E1DDFA-91D1-4BDA-B736-BFCCC4C2CE15}">
      <dsp:nvSpPr>
        <dsp:cNvPr id="0" name=""/>
        <dsp:cNvSpPr/>
      </dsp:nvSpPr>
      <dsp:spPr>
        <a:xfrm>
          <a:off x="209213" y="389086"/>
          <a:ext cx="639226"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Web Store</a:t>
          </a:r>
          <a:endParaRPr lang="en-US" sz="800" kern="1200" dirty="0"/>
        </a:p>
      </dsp:txBody>
      <dsp:txXfrm>
        <a:off x="209213" y="389086"/>
        <a:ext cx="639226" cy="323671"/>
      </dsp:txXfrm>
    </dsp:sp>
    <dsp:sp modelId="{85969222-C9BA-49DC-AF77-677047E69347}">
      <dsp:nvSpPr>
        <dsp:cNvPr id="0" name=""/>
        <dsp:cNvSpPr/>
      </dsp:nvSpPr>
      <dsp:spPr>
        <a:xfrm>
          <a:off x="1491883" y="389086"/>
          <a:ext cx="661752"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B2B Integration</a:t>
          </a:r>
          <a:endParaRPr lang="en-US" sz="800" kern="1200" dirty="0"/>
        </a:p>
      </dsp:txBody>
      <dsp:txXfrm>
        <a:off x="1491883" y="389086"/>
        <a:ext cx="661752" cy="323671"/>
      </dsp:txXfrm>
    </dsp:sp>
  </dsp:spTree>
</dsp:drawing>
</file>

<file path=ppt/diagrams/drawing1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3119" y="142877"/>
          <a:ext cx="7766160" cy="340922"/>
        </a:xfrm>
        <a:prstGeom prst="roundRect">
          <a:avLst>
            <a:gd name="adj" fmla="val 10000"/>
          </a:avLst>
        </a:prstGeom>
        <a:gradFill rotWithShape="0">
          <a:gsLst>
            <a:gs pos="0">
              <a:schemeClr val="accent2">
                <a:shade val="80000"/>
                <a:hueOff val="0"/>
                <a:satOff val="0"/>
                <a:lumOff val="0"/>
                <a:alphaOff val="0"/>
                <a:shade val="51000"/>
                <a:satMod val="130000"/>
              </a:schemeClr>
            </a:gs>
            <a:gs pos="80000">
              <a:schemeClr val="accent2">
                <a:shade val="80000"/>
                <a:hueOff val="0"/>
                <a:satOff val="0"/>
                <a:lumOff val="0"/>
                <a:alphaOff val="0"/>
                <a:shade val="93000"/>
                <a:satMod val="130000"/>
              </a:schemeClr>
            </a:gs>
            <a:gs pos="100000">
              <a:schemeClr val="accent2">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Flow of Money, Flow of Goods, Project Accounting, HR</a:t>
          </a:r>
          <a:endParaRPr lang="en-US" sz="1400" kern="1200" dirty="0"/>
        </a:p>
      </dsp:txBody>
      <dsp:txXfrm>
        <a:off x="3119" y="142877"/>
        <a:ext cx="7766160" cy="340922"/>
      </dsp:txXfrm>
    </dsp:sp>
    <dsp:sp modelId="{76E1DDFA-91D1-4BDA-B736-BFCCC4C2CE15}">
      <dsp:nvSpPr>
        <dsp:cNvPr id="0" name=""/>
        <dsp:cNvSpPr/>
      </dsp:nvSpPr>
      <dsp:spPr>
        <a:xfrm>
          <a:off x="3119" y="514535"/>
          <a:ext cx="1455427" cy="340922"/>
        </a:xfrm>
        <a:prstGeom prst="roundRect">
          <a:avLst>
            <a:gd name="adj" fmla="val 10000"/>
          </a:avLst>
        </a:prstGeom>
        <a:solidFill>
          <a:srgbClr val="18187C"/>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t>Mfg</a:t>
          </a:r>
          <a:endParaRPr lang="en-US" sz="1100" kern="1200" dirty="0"/>
        </a:p>
      </dsp:txBody>
      <dsp:txXfrm>
        <a:off x="3119" y="514535"/>
        <a:ext cx="1455427" cy="340922"/>
      </dsp:txXfrm>
    </dsp:sp>
    <dsp:sp modelId="{85969222-C9BA-49DC-AF77-677047E69347}">
      <dsp:nvSpPr>
        <dsp:cNvPr id="0" name=""/>
        <dsp:cNvSpPr/>
      </dsp:nvSpPr>
      <dsp:spPr>
        <a:xfrm>
          <a:off x="1580802" y="514535"/>
          <a:ext cx="1455427" cy="340922"/>
        </a:xfrm>
        <a:prstGeom prst="roundRect">
          <a:avLst>
            <a:gd name="adj" fmla="val 10000"/>
          </a:avLst>
        </a:prstGeom>
        <a:solidFill>
          <a:srgbClr val="18187C"/>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t>Warehousing</a:t>
          </a:r>
          <a:endParaRPr lang="en-US" sz="1100" kern="1200" dirty="0"/>
        </a:p>
      </dsp:txBody>
      <dsp:txXfrm>
        <a:off x="1580802" y="514535"/>
        <a:ext cx="1455427" cy="340922"/>
      </dsp:txXfrm>
    </dsp:sp>
    <dsp:sp modelId="{92155280-D076-4F93-B2E9-6CF5FBCC6FA1}">
      <dsp:nvSpPr>
        <dsp:cNvPr id="0" name=""/>
        <dsp:cNvSpPr/>
      </dsp:nvSpPr>
      <dsp:spPr>
        <a:xfrm>
          <a:off x="3158486" y="514535"/>
          <a:ext cx="1455427" cy="340922"/>
        </a:xfrm>
        <a:prstGeom prst="roundRect">
          <a:avLst>
            <a:gd name="adj" fmla="val 10000"/>
          </a:avLst>
        </a:prstGeom>
        <a:solidFill>
          <a:srgbClr val="18187C"/>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t>Supplier Collaboration</a:t>
          </a:r>
          <a:endParaRPr lang="en-US" sz="1100" kern="1200" dirty="0"/>
        </a:p>
      </dsp:txBody>
      <dsp:txXfrm>
        <a:off x="3158486" y="514535"/>
        <a:ext cx="1455427" cy="340922"/>
      </dsp:txXfrm>
    </dsp:sp>
    <dsp:sp modelId="{6C2D9263-A5EE-4D11-998E-FFCDDBAC3779}">
      <dsp:nvSpPr>
        <dsp:cNvPr id="0" name=""/>
        <dsp:cNvSpPr/>
      </dsp:nvSpPr>
      <dsp:spPr>
        <a:xfrm>
          <a:off x="4736169" y="514535"/>
          <a:ext cx="1455427" cy="340922"/>
        </a:xfrm>
        <a:prstGeom prst="roundRect">
          <a:avLst>
            <a:gd name="adj" fmla="val 10000"/>
          </a:avLst>
        </a:prstGeom>
        <a:solidFill>
          <a:srgbClr val="CC9B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solidFill>
                <a:schemeClr val="tx1">
                  <a:lumMod val="65000"/>
                  <a:lumOff val="35000"/>
                </a:schemeClr>
              </a:solidFill>
            </a:rPr>
            <a:t>Payroll</a:t>
          </a:r>
          <a:endParaRPr lang="en-US" sz="1100" kern="1200" dirty="0">
            <a:solidFill>
              <a:schemeClr val="tx1">
                <a:lumMod val="65000"/>
                <a:lumOff val="35000"/>
              </a:schemeClr>
            </a:solidFill>
          </a:endParaRPr>
        </a:p>
      </dsp:txBody>
      <dsp:txXfrm>
        <a:off x="4736169" y="514535"/>
        <a:ext cx="1455427" cy="340922"/>
      </dsp:txXfrm>
    </dsp:sp>
    <dsp:sp modelId="{1308B9F1-1109-44D4-8FEF-9C31EA7EE089}">
      <dsp:nvSpPr>
        <dsp:cNvPr id="0" name=""/>
        <dsp:cNvSpPr/>
      </dsp:nvSpPr>
      <dsp:spPr>
        <a:xfrm>
          <a:off x="6313852" y="514535"/>
          <a:ext cx="1455427" cy="340922"/>
        </a:xfrm>
        <a:prstGeom prst="roundRect">
          <a:avLst>
            <a:gd name="adj" fmla="val 10000"/>
          </a:avLst>
        </a:prstGeom>
        <a:solidFill>
          <a:srgbClr val="CC9B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solidFill>
                <a:schemeClr val="tx1">
                  <a:lumMod val="65000"/>
                  <a:lumOff val="35000"/>
                </a:schemeClr>
              </a:solidFill>
            </a:rPr>
            <a:t>Tax Mgt</a:t>
          </a:r>
          <a:endParaRPr lang="en-US" sz="1100" kern="1200" dirty="0">
            <a:solidFill>
              <a:schemeClr val="tx1">
                <a:lumMod val="65000"/>
                <a:lumOff val="35000"/>
              </a:schemeClr>
            </a:solidFill>
          </a:endParaRPr>
        </a:p>
      </dsp:txBody>
      <dsp:txXfrm>
        <a:off x="6313852" y="514535"/>
        <a:ext cx="1455427" cy="340922"/>
      </dsp:txXfrm>
    </dsp:sp>
  </dsp:spTree>
</dsp:drawing>
</file>

<file path=ppt/diagrams/drawing1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924" y="53824"/>
          <a:ext cx="2569919"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Transportation Mgt</a:t>
          </a:r>
          <a:endParaRPr lang="en-US" sz="900" kern="1200" dirty="0"/>
        </a:p>
      </dsp:txBody>
      <dsp:txXfrm>
        <a:off x="924" y="53824"/>
        <a:ext cx="2569919" cy="323671"/>
      </dsp:txXfrm>
    </dsp:sp>
    <dsp:sp modelId="{8D51BF77-E319-4E6F-8BAD-5A979998B6EE}">
      <dsp:nvSpPr>
        <dsp:cNvPr id="0" name=""/>
        <dsp:cNvSpPr/>
      </dsp:nvSpPr>
      <dsp:spPr>
        <a:xfrm>
          <a:off x="924"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Automation (RFID) </a:t>
          </a:r>
          <a:endParaRPr lang="en-US" sz="800" kern="1200" dirty="0"/>
        </a:p>
      </dsp:txBody>
      <dsp:txXfrm>
        <a:off x="924" y="389086"/>
        <a:ext cx="811211" cy="323671"/>
      </dsp:txXfrm>
    </dsp:sp>
    <dsp:sp modelId="{76E1DDFA-91D1-4BDA-B736-BFCCC4C2CE15}">
      <dsp:nvSpPr>
        <dsp:cNvPr id="0" name=""/>
        <dsp:cNvSpPr/>
      </dsp:nvSpPr>
      <dsp:spPr>
        <a:xfrm>
          <a:off x="880278"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3</a:t>
          </a:r>
          <a:r>
            <a:rPr lang="en-US" sz="800" kern="1200" baseline="30000" dirty="0" smtClean="0"/>
            <a:t>rd</a:t>
          </a:r>
          <a:r>
            <a:rPr lang="en-US" sz="800" kern="1200" dirty="0" smtClean="0"/>
            <a:t> Pty Web Collaboration</a:t>
          </a:r>
          <a:endParaRPr lang="en-US" sz="800" kern="1200" dirty="0"/>
        </a:p>
      </dsp:txBody>
      <dsp:txXfrm>
        <a:off x="880278" y="389086"/>
        <a:ext cx="811211" cy="323671"/>
      </dsp:txXfrm>
    </dsp:sp>
    <dsp:sp modelId="{85969222-C9BA-49DC-AF77-677047E69347}">
      <dsp:nvSpPr>
        <dsp:cNvPr id="0" name=""/>
        <dsp:cNvSpPr/>
      </dsp:nvSpPr>
      <dsp:spPr>
        <a:xfrm>
          <a:off x="1759631"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B2B Integration</a:t>
          </a:r>
          <a:endParaRPr lang="en-US" sz="800" kern="1200" dirty="0"/>
        </a:p>
      </dsp:txBody>
      <dsp:txXfrm>
        <a:off x="1759631" y="389086"/>
        <a:ext cx="811211" cy="323671"/>
      </dsp:txXfrm>
    </dsp:sp>
  </dsp:spTree>
</dsp:drawing>
</file>

<file path=ppt/diagrams/drawing1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949" y="53824"/>
          <a:ext cx="2569869"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Financial Consolidation</a:t>
          </a:r>
          <a:endParaRPr lang="en-US" sz="900" kern="1200" dirty="0"/>
        </a:p>
      </dsp:txBody>
      <dsp:txXfrm>
        <a:off x="949" y="53824"/>
        <a:ext cx="2569869" cy="323671"/>
      </dsp:txXfrm>
    </dsp:sp>
    <dsp:sp modelId="{76E1DDFA-91D1-4BDA-B736-BFCCC4C2CE15}">
      <dsp:nvSpPr>
        <dsp:cNvPr id="0" name=""/>
        <dsp:cNvSpPr/>
      </dsp:nvSpPr>
      <dsp:spPr>
        <a:xfrm>
          <a:off x="949" y="389086"/>
          <a:ext cx="1233142"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Financial Planning &amp; Budgeting</a:t>
          </a:r>
          <a:endParaRPr lang="en-US" sz="800" kern="1200" dirty="0"/>
        </a:p>
      </dsp:txBody>
      <dsp:txXfrm>
        <a:off x="949" y="389086"/>
        <a:ext cx="1233142" cy="323671"/>
      </dsp:txXfrm>
    </dsp:sp>
    <dsp:sp modelId="{85969222-C9BA-49DC-AF77-677047E69347}">
      <dsp:nvSpPr>
        <dsp:cNvPr id="0" name=""/>
        <dsp:cNvSpPr/>
      </dsp:nvSpPr>
      <dsp:spPr>
        <a:xfrm>
          <a:off x="1337675" y="389086"/>
          <a:ext cx="1233142"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Balanced Scorecard</a:t>
          </a:r>
          <a:endParaRPr lang="en-US" sz="800" kern="1200" dirty="0"/>
        </a:p>
      </dsp:txBody>
      <dsp:txXfrm>
        <a:off x="1337675" y="389086"/>
        <a:ext cx="1233142" cy="323671"/>
      </dsp:txXfrm>
    </dsp:sp>
  </dsp:spTree>
</dsp:drawing>
</file>

<file path=ppt/diagrams/drawing1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924" y="53824"/>
          <a:ext cx="2569919"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Global HR Data</a:t>
          </a:r>
          <a:endParaRPr lang="en-US" sz="900" kern="1200" dirty="0"/>
        </a:p>
      </dsp:txBody>
      <dsp:txXfrm>
        <a:off x="924" y="53824"/>
        <a:ext cx="2569919" cy="323671"/>
      </dsp:txXfrm>
    </dsp:sp>
    <dsp:sp modelId="{76E1DDFA-91D1-4BDA-B736-BFCCC4C2CE15}">
      <dsp:nvSpPr>
        <dsp:cNvPr id="0" name=""/>
        <dsp:cNvSpPr/>
      </dsp:nvSpPr>
      <dsp:spPr>
        <a:xfrm>
          <a:off x="924"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r>
            <a:rPr lang="en-US" sz="700" kern="1200" dirty="0" smtClean="0"/>
            <a:t>Recruitment</a:t>
          </a:r>
        </a:p>
        <a:p>
          <a:pPr lvl="0" algn="ctr" defTabSz="311150">
            <a:lnSpc>
              <a:spcPct val="90000"/>
            </a:lnSpc>
            <a:spcBef>
              <a:spcPct val="0"/>
            </a:spcBef>
            <a:spcAft>
              <a:spcPct val="35000"/>
            </a:spcAft>
          </a:pPr>
          <a:r>
            <a:rPr lang="en-US" sz="700" kern="1200" dirty="0" smtClean="0"/>
            <a:t>Collaboration</a:t>
          </a:r>
          <a:endParaRPr lang="en-US" sz="800" kern="1200" dirty="0"/>
        </a:p>
      </dsp:txBody>
      <dsp:txXfrm>
        <a:off x="924" y="389086"/>
        <a:ext cx="811211" cy="323671"/>
      </dsp:txXfrm>
    </dsp:sp>
    <dsp:sp modelId="{85969222-C9BA-49DC-AF77-677047E69347}">
      <dsp:nvSpPr>
        <dsp:cNvPr id="0" name=""/>
        <dsp:cNvSpPr/>
      </dsp:nvSpPr>
      <dsp:spPr>
        <a:xfrm>
          <a:off x="880278"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PDR/Talent Mgt</a:t>
          </a:r>
          <a:endParaRPr lang="en-US" sz="800" kern="1200" dirty="0"/>
        </a:p>
      </dsp:txBody>
      <dsp:txXfrm>
        <a:off x="880278" y="389086"/>
        <a:ext cx="811211" cy="323671"/>
      </dsp:txXfrm>
    </dsp:sp>
    <dsp:sp modelId="{92155280-D076-4F93-B2E9-6CF5FBCC6FA1}">
      <dsp:nvSpPr>
        <dsp:cNvPr id="0" name=""/>
        <dsp:cNvSpPr/>
      </dsp:nvSpPr>
      <dsp:spPr>
        <a:xfrm>
          <a:off x="1759631"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Learning Mgt</a:t>
          </a:r>
          <a:endParaRPr lang="en-US" sz="800" kern="1200" dirty="0"/>
        </a:p>
      </dsp:txBody>
      <dsp:txXfrm>
        <a:off x="1759631" y="389086"/>
        <a:ext cx="811211" cy="323671"/>
      </dsp:txXfrm>
    </dsp:sp>
  </dsp:spTree>
</dsp:drawing>
</file>

<file path=ppt/diagrams/drawing1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924" y="53824"/>
          <a:ext cx="2569919"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Service &amp; Install Base</a:t>
          </a:r>
          <a:endParaRPr lang="en-US" sz="900" kern="1200" dirty="0"/>
        </a:p>
      </dsp:txBody>
      <dsp:txXfrm>
        <a:off x="924" y="53824"/>
        <a:ext cx="2569919" cy="323671"/>
      </dsp:txXfrm>
    </dsp:sp>
    <dsp:sp modelId="{76E1DDFA-91D1-4BDA-B736-BFCCC4C2CE15}">
      <dsp:nvSpPr>
        <dsp:cNvPr id="0" name=""/>
        <dsp:cNvSpPr/>
      </dsp:nvSpPr>
      <dsp:spPr>
        <a:xfrm>
          <a:off x="924"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Web Self-Service</a:t>
          </a:r>
          <a:endParaRPr lang="en-US" sz="800" kern="1200" dirty="0"/>
        </a:p>
      </dsp:txBody>
      <dsp:txXfrm>
        <a:off x="924" y="389086"/>
        <a:ext cx="811211" cy="323671"/>
      </dsp:txXfrm>
    </dsp:sp>
    <dsp:sp modelId="{85969222-C9BA-49DC-AF77-677047E69347}">
      <dsp:nvSpPr>
        <dsp:cNvPr id="0" name=""/>
        <dsp:cNvSpPr/>
      </dsp:nvSpPr>
      <dsp:spPr>
        <a:xfrm>
          <a:off x="880278"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Knowledge Base</a:t>
          </a:r>
          <a:endParaRPr lang="en-US" sz="800" kern="1200" dirty="0"/>
        </a:p>
      </dsp:txBody>
      <dsp:txXfrm>
        <a:off x="880278" y="389086"/>
        <a:ext cx="811211" cy="323671"/>
      </dsp:txXfrm>
    </dsp:sp>
    <dsp:sp modelId="{92155280-D076-4F93-B2E9-6CF5FBCC6FA1}">
      <dsp:nvSpPr>
        <dsp:cNvPr id="0" name=""/>
        <dsp:cNvSpPr/>
      </dsp:nvSpPr>
      <dsp:spPr>
        <a:xfrm>
          <a:off x="1759631"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Depot Repair</a:t>
          </a:r>
          <a:endParaRPr lang="en-US" sz="800" kern="1200" dirty="0"/>
        </a:p>
      </dsp:txBody>
      <dsp:txXfrm>
        <a:off x="1759631" y="389086"/>
        <a:ext cx="811211" cy="323671"/>
      </dsp:txXfrm>
    </dsp:sp>
  </dsp:spTree>
</dsp:drawing>
</file>

<file path=ppt/diagrams/drawing1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949" y="53824"/>
          <a:ext cx="2569869"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Demand Planning &amp; Forecasting</a:t>
          </a:r>
          <a:endParaRPr lang="en-US" sz="900" kern="1200" dirty="0"/>
        </a:p>
      </dsp:txBody>
      <dsp:txXfrm>
        <a:off x="949" y="53824"/>
        <a:ext cx="2569869" cy="323671"/>
      </dsp:txXfrm>
    </dsp:sp>
    <dsp:sp modelId="{76E1DDFA-91D1-4BDA-B736-BFCCC4C2CE15}">
      <dsp:nvSpPr>
        <dsp:cNvPr id="0" name=""/>
        <dsp:cNvSpPr/>
      </dsp:nvSpPr>
      <dsp:spPr>
        <a:xfrm>
          <a:off x="949" y="389086"/>
          <a:ext cx="1233142"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Advanced Planning &amp; Scheduling</a:t>
          </a:r>
          <a:endParaRPr lang="en-US" sz="800" kern="1200" dirty="0"/>
        </a:p>
      </dsp:txBody>
      <dsp:txXfrm>
        <a:off x="949" y="389086"/>
        <a:ext cx="1233142" cy="323671"/>
      </dsp:txXfrm>
    </dsp:sp>
    <dsp:sp modelId="{85969222-C9BA-49DC-AF77-677047E69347}">
      <dsp:nvSpPr>
        <dsp:cNvPr id="0" name=""/>
        <dsp:cNvSpPr/>
      </dsp:nvSpPr>
      <dsp:spPr>
        <a:xfrm>
          <a:off x="1337675" y="389086"/>
          <a:ext cx="1233142"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hemeClr val="accent6"/>
        </a:lnRef>
        <a:fillRef idx="3">
          <a:schemeClr val="accent6"/>
        </a:fillRef>
        <a:effectRef idx="3">
          <a:schemeClr val="accent6"/>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Optimization</a:t>
          </a:r>
          <a:endParaRPr lang="en-US" sz="800" kern="1200" dirty="0"/>
        </a:p>
      </dsp:txBody>
      <dsp:txXfrm>
        <a:off x="1337675" y="389086"/>
        <a:ext cx="1233142" cy="323671"/>
      </dsp:txXfrm>
    </dsp:sp>
  </dsp:spTree>
</dsp:drawing>
</file>

<file path=ppt/diagrams/drawing1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1255" y="53897"/>
          <a:ext cx="2569256" cy="32440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Quality Control</a:t>
          </a:r>
          <a:endParaRPr lang="en-US" sz="900" kern="1200" dirty="0"/>
        </a:p>
      </dsp:txBody>
      <dsp:txXfrm>
        <a:off x="1255" y="53897"/>
        <a:ext cx="2569256" cy="324401"/>
      </dsp:txXfrm>
    </dsp:sp>
    <dsp:sp modelId="{CE4623C8-50AC-4780-BF4F-96749DEAA39C}">
      <dsp:nvSpPr>
        <dsp:cNvPr id="0" name=""/>
        <dsp:cNvSpPr/>
      </dsp:nvSpPr>
      <dsp:spPr>
        <a:xfrm>
          <a:off x="1255" y="389889"/>
          <a:ext cx="2569256" cy="32440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Governance, Risk &amp; Control (GRC)</a:t>
          </a:r>
          <a:endParaRPr lang="en-US" sz="900" kern="1200" dirty="0"/>
        </a:p>
      </dsp:txBody>
      <dsp:txXfrm>
        <a:off x="1255" y="389889"/>
        <a:ext cx="2569256" cy="324401"/>
      </dsp:txXfrm>
    </dsp:sp>
  </dsp:spTree>
</dsp:drawing>
</file>

<file path=ppt/diagrams/drawing1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924" y="53824"/>
          <a:ext cx="2569919"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Project Planning &amp; Scheduling</a:t>
          </a:r>
          <a:endParaRPr lang="en-US" sz="900" kern="1200" dirty="0"/>
        </a:p>
      </dsp:txBody>
      <dsp:txXfrm>
        <a:off x="924" y="53824"/>
        <a:ext cx="2569919" cy="323671"/>
      </dsp:txXfrm>
    </dsp:sp>
    <dsp:sp modelId="{76E1DDFA-91D1-4BDA-B736-BFCCC4C2CE15}">
      <dsp:nvSpPr>
        <dsp:cNvPr id="0" name=""/>
        <dsp:cNvSpPr/>
      </dsp:nvSpPr>
      <dsp:spPr>
        <a:xfrm>
          <a:off x="924"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Resource Mgt</a:t>
          </a:r>
          <a:endParaRPr lang="en-US" sz="800" kern="1200" dirty="0"/>
        </a:p>
      </dsp:txBody>
      <dsp:txXfrm>
        <a:off x="924" y="389086"/>
        <a:ext cx="811211" cy="323671"/>
      </dsp:txXfrm>
    </dsp:sp>
    <dsp:sp modelId="{85969222-C9BA-49DC-AF77-677047E69347}">
      <dsp:nvSpPr>
        <dsp:cNvPr id="0" name=""/>
        <dsp:cNvSpPr/>
      </dsp:nvSpPr>
      <dsp:spPr>
        <a:xfrm>
          <a:off x="880278"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Project Portfolio Mgt</a:t>
          </a:r>
          <a:endParaRPr lang="en-US" sz="800" kern="1200" dirty="0"/>
        </a:p>
      </dsp:txBody>
      <dsp:txXfrm>
        <a:off x="880278" y="389086"/>
        <a:ext cx="811211" cy="323671"/>
      </dsp:txXfrm>
    </dsp:sp>
    <dsp:sp modelId="{92155280-D076-4F93-B2E9-6CF5FBCC6FA1}">
      <dsp:nvSpPr>
        <dsp:cNvPr id="0" name=""/>
        <dsp:cNvSpPr/>
      </dsp:nvSpPr>
      <dsp:spPr>
        <a:xfrm>
          <a:off x="1759631" y="389086"/>
          <a:ext cx="81121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Project Collaboration</a:t>
          </a:r>
          <a:endParaRPr lang="en-US" sz="800" kern="1200" dirty="0"/>
        </a:p>
      </dsp:txBody>
      <dsp:txXfrm>
        <a:off x="1759631" y="389086"/>
        <a:ext cx="811211" cy="323671"/>
      </dsp:txXfrm>
    </dsp:sp>
  </dsp:spTree>
</dsp:drawing>
</file>

<file path=ppt/diagrams/drawing1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78D8836-6D08-4E31-921D-86188C992246}">
      <dsp:nvSpPr>
        <dsp:cNvPr id="0" name=""/>
        <dsp:cNvSpPr/>
      </dsp:nvSpPr>
      <dsp:spPr>
        <a:xfrm>
          <a:off x="1255" y="53824"/>
          <a:ext cx="2569256"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Proposal &amp; Estimation</a:t>
          </a:r>
          <a:endParaRPr lang="en-US" sz="900" kern="1200" dirty="0"/>
        </a:p>
      </dsp:txBody>
      <dsp:txXfrm>
        <a:off x="1255" y="53824"/>
        <a:ext cx="2569256" cy="323671"/>
      </dsp:txXfrm>
    </dsp:sp>
    <dsp:sp modelId="{76E1DDFA-91D1-4BDA-B736-BFCCC4C2CE15}">
      <dsp:nvSpPr>
        <dsp:cNvPr id="0" name=""/>
        <dsp:cNvSpPr/>
      </dsp:nvSpPr>
      <dsp:spPr>
        <a:xfrm>
          <a:off x="1255" y="389086"/>
          <a:ext cx="2569256"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hemeClr val="accent2"/>
        </a:lnRef>
        <a:fillRef idx="3">
          <a:schemeClr val="accent2"/>
        </a:fillRef>
        <a:effectRef idx="3">
          <a:schemeClr val="accent2"/>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Budgetary Quoting</a:t>
          </a:r>
          <a:endParaRPr lang="en-US" sz="900" kern="1200" dirty="0"/>
        </a:p>
      </dsp:txBody>
      <dsp:txXfrm>
        <a:off x="1255" y="389086"/>
        <a:ext cx="2569256" cy="323671"/>
      </dsp:txXfrm>
    </dsp:sp>
  </dsp:spTree>
</dsp:drawing>
</file>

<file path=ppt/diagrams/drawing2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54FD168-8FB7-427D-835B-9318AE8825C3}">
      <dsp:nvSpPr>
        <dsp:cNvPr id="0" name=""/>
        <dsp:cNvSpPr/>
      </dsp:nvSpPr>
      <dsp:spPr>
        <a:xfrm>
          <a:off x="1914" y="71436"/>
          <a:ext cx="1169856"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Portal</a:t>
          </a:r>
          <a:endParaRPr lang="en-US" sz="900" kern="1200" dirty="0"/>
        </a:p>
      </dsp:txBody>
      <dsp:txXfrm>
        <a:off x="1914" y="71436"/>
        <a:ext cx="1169856" cy="323671"/>
      </dsp:txXfrm>
    </dsp:sp>
    <dsp:sp modelId="{578D8836-6D08-4E31-921D-86188C992246}">
      <dsp:nvSpPr>
        <dsp:cNvPr id="0" name=""/>
        <dsp:cNvSpPr/>
      </dsp:nvSpPr>
      <dsp:spPr>
        <a:xfrm>
          <a:off x="1203106" y="53824"/>
          <a:ext cx="1368661"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US" sz="900" kern="1200" dirty="0" smtClean="0"/>
            <a:t>Transmittals</a:t>
          </a:r>
          <a:endParaRPr lang="en-US" sz="900" kern="1200" dirty="0"/>
        </a:p>
      </dsp:txBody>
      <dsp:txXfrm>
        <a:off x="1203106" y="53824"/>
        <a:ext cx="1368661" cy="323671"/>
      </dsp:txXfrm>
    </dsp:sp>
    <dsp:sp modelId="{76E1DDFA-91D1-4BDA-B736-BFCCC4C2CE15}">
      <dsp:nvSpPr>
        <dsp:cNvPr id="0" name=""/>
        <dsp:cNvSpPr/>
      </dsp:nvSpPr>
      <dsp:spPr>
        <a:xfrm>
          <a:off x="209213" y="389086"/>
          <a:ext cx="639226"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Web Store</a:t>
          </a:r>
          <a:endParaRPr lang="en-US" sz="800" kern="1200" dirty="0"/>
        </a:p>
      </dsp:txBody>
      <dsp:txXfrm>
        <a:off x="209213" y="389086"/>
        <a:ext cx="639226" cy="323671"/>
      </dsp:txXfrm>
    </dsp:sp>
    <dsp:sp modelId="{85969222-C9BA-49DC-AF77-677047E69347}">
      <dsp:nvSpPr>
        <dsp:cNvPr id="0" name=""/>
        <dsp:cNvSpPr/>
      </dsp:nvSpPr>
      <dsp:spPr>
        <a:xfrm>
          <a:off x="1491883" y="389086"/>
          <a:ext cx="661752" cy="323671"/>
        </a:xfrm>
        <a:prstGeom prst="roundRect">
          <a:avLst>
            <a:gd name="adj" fmla="val 10000"/>
          </a:avLst>
        </a:prstGeom>
        <a:solidFill>
          <a:srgbClr val="336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B2B Integration</a:t>
          </a:r>
          <a:endParaRPr lang="en-US" sz="800" kern="1200" dirty="0"/>
        </a:p>
      </dsp:txBody>
      <dsp:txXfrm>
        <a:off x="1491883" y="389086"/>
        <a:ext cx="661752" cy="32367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10/3/2014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 xmlns:p14="http://schemas.microsoft.com/office/powerpoint/2010/main"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 xmlns:p14="http://schemas.microsoft.com/office/powerpoint/2010/main"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 xmlns:p14="http://schemas.microsoft.com/office/powerpoint/2010/main"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fontScale="92500" lnSpcReduction="10000"/>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r>
              <a:rPr lang="en-US" baseline="0" dirty="0" smtClean="0"/>
              <a:t>To 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a:p>
            <a:pPr marL="0" indent="0">
              <a:buNone/>
            </a:pPr>
            <a:endParaRPr lang="en-US" baseline="0" dirty="0" smtClean="0"/>
          </a:p>
          <a:p>
            <a:pPr marL="0" indent="0">
              <a:buNone/>
            </a:pPr>
            <a:r>
              <a:rPr lang="en-US" sz="1100" b="0" kern="1200" dirty="0" smtClean="0">
                <a:solidFill>
                  <a:schemeClr val="tx1"/>
                </a:solidFill>
                <a:latin typeface="+mn-lt"/>
                <a:ea typeface="+mn-ea"/>
                <a:cs typeface="+mn-cs"/>
              </a:rPr>
              <a:t>To </a:t>
            </a:r>
            <a:r>
              <a:rPr lang="en-US" sz="1100" b="1" kern="1200" dirty="0" smtClean="0">
                <a:solidFill>
                  <a:schemeClr val="tx1"/>
                </a:solidFill>
                <a:latin typeface="+mn-lt"/>
                <a:ea typeface="+mn-ea"/>
                <a:cs typeface="+mn-cs"/>
              </a:rPr>
              <a:t>copy the Customized Background </a:t>
            </a:r>
            <a:r>
              <a:rPr lang="en-US" sz="1100" b="0" kern="1200" dirty="0" smtClean="0">
                <a:solidFill>
                  <a:schemeClr val="tx1"/>
                </a:solidFill>
                <a:latin typeface="+mn-lt"/>
                <a:ea typeface="+mn-ea"/>
                <a:cs typeface="+mn-cs"/>
              </a:rPr>
              <a:t>from Another Presentation on </a:t>
            </a:r>
            <a:r>
              <a:rPr lang="en-US" sz="1100" b="1" kern="1200" dirty="0" smtClean="0">
                <a:solidFill>
                  <a:schemeClr val="tx1"/>
                </a:solidFill>
                <a:latin typeface="+mn-lt"/>
                <a:ea typeface="+mn-ea"/>
                <a:cs typeface="+mn-cs"/>
              </a:rPr>
              <a:t>PC</a:t>
            </a:r>
            <a:endParaRPr lang="en-US" sz="1100" b="0" kern="1200" dirty="0" smtClean="0">
              <a:solidFill>
                <a:schemeClr val="tx1"/>
              </a:solidFill>
              <a:latin typeface="+mn-lt"/>
              <a:ea typeface="+mn-ea"/>
              <a:cs typeface="+mn-cs"/>
            </a:endParaRPr>
          </a:p>
          <a:p>
            <a:pPr marL="228600" indent="-228600">
              <a:buFont typeface="+mj-lt"/>
              <a:buAutoNum type="arabicPeriod"/>
            </a:pPr>
            <a:r>
              <a:rPr lang="en-US" sz="1100" b="0" kern="1200" dirty="0" smtClean="0">
                <a:solidFill>
                  <a:schemeClr val="tx1"/>
                </a:solidFill>
                <a:latin typeface="+mn-lt"/>
                <a:ea typeface="+mn-ea"/>
                <a:cs typeface="+mn-cs"/>
              </a:rPr>
              <a:t>Click </a:t>
            </a:r>
            <a:r>
              <a:rPr lang="en-US" sz="1100" b="1" kern="1200" dirty="0" smtClean="0">
                <a:solidFill>
                  <a:schemeClr val="tx1"/>
                </a:solidFill>
                <a:latin typeface="+mn-lt"/>
                <a:ea typeface="+mn-ea"/>
                <a:cs typeface="+mn-cs"/>
              </a:rPr>
              <a:t>New Slide</a:t>
            </a:r>
            <a:r>
              <a:rPr lang="en-US" sz="1100" b="0" kern="1200" dirty="0" smtClean="0">
                <a:solidFill>
                  <a:schemeClr val="tx1"/>
                </a:solidFill>
                <a:latin typeface="+mn-lt"/>
                <a:ea typeface="+mn-ea"/>
                <a:cs typeface="+mn-cs"/>
              </a:rPr>
              <a:t> from the </a:t>
            </a:r>
            <a:r>
              <a:rPr lang="en-US" sz="1100" b="1" kern="1200" dirty="0" smtClean="0">
                <a:solidFill>
                  <a:schemeClr val="tx1"/>
                </a:solidFill>
                <a:latin typeface="+mn-lt"/>
                <a:ea typeface="+mn-ea"/>
                <a:cs typeface="+mn-cs"/>
              </a:rPr>
              <a:t>Home</a:t>
            </a:r>
            <a:r>
              <a:rPr lang="en-US" sz="1100" b="0" kern="1200" dirty="0" smtClean="0">
                <a:solidFill>
                  <a:schemeClr val="tx1"/>
                </a:solidFill>
                <a:latin typeface="+mn-lt"/>
                <a:ea typeface="+mn-ea"/>
                <a:cs typeface="+mn-cs"/>
              </a:rPr>
              <a:t> tab's </a:t>
            </a:r>
            <a:r>
              <a:rPr lang="en-US" sz="1100" b="1" kern="1200" dirty="0" smtClean="0">
                <a:solidFill>
                  <a:schemeClr val="tx1"/>
                </a:solidFill>
                <a:latin typeface="+mn-lt"/>
                <a:ea typeface="+mn-ea"/>
                <a:cs typeface="+mn-cs"/>
              </a:rPr>
              <a:t>Slides</a:t>
            </a:r>
            <a:r>
              <a:rPr lang="en-US" sz="1100" b="0" kern="1200" dirty="0" smtClean="0">
                <a:solidFill>
                  <a:schemeClr val="tx1"/>
                </a:solidFill>
                <a:latin typeface="+mn-lt"/>
                <a:ea typeface="+mn-ea"/>
                <a:cs typeface="+mn-cs"/>
              </a:rPr>
              <a:t> group and select </a:t>
            </a:r>
            <a:r>
              <a:rPr lang="en-US" sz="1100" b="1" kern="1200" dirty="0" smtClean="0">
                <a:solidFill>
                  <a:schemeClr val="tx1"/>
                </a:solidFill>
                <a:latin typeface="+mn-lt"/>
                <a:ea typeface="+mn-ea"/>
                <a:cs typeface="+mn-cs"/>
              </a:rPr>
              <a:t>Reuse Slides</a:t>
            </a:r>
            <a:r>
              <a:rPr lang="en-US" sz="1100" b="0" kern="1200" dirty="0" smtClean="0">
                <a:solidFill>
                  <a:schemeClr val="tx1"/>
                </a:solidFill>
                <a:latin typeface="+mn-lt"/>
                <a:ea typeface="+mn-ea"/>
                <a:cs typeface="+mn-cs"/>
              </a:rPr>
              <a:t>.</a:t>
            </a:r>
          </a:p>
          <a:p>
            <a:pPr marL="228600" indent="-228600">
              <a:buFont typeface="+mj-lt"/>
              <a:buAutoNum type="arabicPeriod"/>
            </a:pPr>
            <a:r>
              <a:rPr lang="en-US" sz="1100" b="0" kern="1200" dirty="0" smtClean="0">
                <a:solidFill>
                  <a:schemeClr val="tx1"/>
                </a:solidFill>
                <a:latin typeface="+mn-lt"/>
                <a:ea typeface="+mn-ea"/>
                <a:cs typeface="+mn-cs"/>
              </a:rPr>
              <a:t>Click </a:t>
            </a:r>
            <a:r>
              <a:rPr lang="en-US" sz="1100" b="1" kern="1200" dirty="0" smtClean="0">
                <a:solidFill>
                  <a:schemeClr val="tx1"/>
                </a:solidFill>
                <a:latin typeface="+mn-lt"/>
                <a:ea typeface="+mn-ea"/>
                <a:cs typeface="+mn-cs"/>
              </a:rPr>
              <a:t>Browse</a:t>
            </a:r>
            <a:r>
              <a:rPr lang="en-US" sz="1100" b="0" kern="1200" dirty="0" smtClean="0">
                <a:solidFill>
                  <a:schemeClr val="tx1"/>
                </a:solidFill>
                <a:latin typeface="+mn-lt"/>
                <a:ea typeface="+mn-ea"/>
                <a:cs typeface="+mn-cs"/>
              </a:rPr>
              <a:t> in the </a:t>
            </a:r>
            <a:r>
              <a:rPr lang="en-US" sz="1100" b="1" kern="1200" dirty="0" smtClean="0">
                <a:solidFill>
                  <a:schemeClr val="tx1"/>
                </a:solidFill>
                <a:latin typeface="+mn-lt"/>
                <a:ea typeface="+mn-ea"/>
                <a:cs typeface="+mn-cs"/>
              </a:rPr>
              <a:t>Reuse Slides </a:t>
            </a:r>
            <a:r>
              <a:rPr lang="en-US" sz="1100" b="0" kern="1200" dirty="0" smtClean="0">
                <a:solidFill>
                  <a:schemeClr val="tx1"/>
                </a:solidFill>
                <a:latin typeface="+mn-lt"/>
                <a:ea typeface="+mn-ea"/>
                <a:cs typeface="+mn-cs"/>
              </a:rPr>
              <a:t>panel and select </a:t>
            </a:r>
            <a:r>
              <a:rPr lang="en-US" sz="1100" b="1" kern="1200" dirty="0" smtClean="0">
                <a:solidFill>
                  <a:schemeClr val="tx1"/>
                </a:solidFill>
                <a:latin typeface="+mn-lt"/>
                <a:ea typeface="+mn-ea"/>
                <a:cs typeface="+mn-cs"/>
              </a:rPr>
              <a:t>Browse Files</a:t>
            </a:r>
            <a:r>
              <a:rPr lang="en-US" sz="1100" b="0" kern="1200" dirty="0" smtClean="0">
                <a:solidFill>
                  <a:schemeClr val="tx1"/>
                </a:solidFill>
                <a:latin typeface="+mn-lt"/>
                <a:ea typeface="+mn-ea"/>
                <a:cs typeface="+mn-cs"/>
              </a:rPr>
              <a:t>. Double-click the PowerPoint presentation that contains the background you wish to copy.</a:t>
            </a:r>
          </a:p>
          <a:p>
            <a:pPr marL="228600" indent="-228600">
              <a:buFont typeface="+mj-lt"/>
              <a:buAutoNum type="arabicPeriod"/>
            </a:pPr>
            <a:r>
              <a:rPr lang="en-US" sz="1100" b="0" kern="1200" dirty="0" smtClean="0">
                <a:solidFill>
                  <a:schemeClr val="tx1"/>
                </a:solidFill>
                <a:latin typeface="+mn-lt"/>
                <a:ea typeface="+mn-ea"/>
                <a:cs typeface="+mn-cs"/>
              </a:rPr>
              <a:t>Check</a:t>
            </a:r>
            <a:r>
              <a:rPr lang="en-US" sz="1100" b="0" kern="1200" baseline="0" dirty="0" smtClean="0">
                <a:solidFill>
                  <a:schemeClr val="tx1"/>
                </a:solidFill>
                <a:latin typeface="+mn-lt"/>
                <a:ea typeface="+mn-ea"/>
                <a:cs typeface="+mn-cs"/>
              </a:rPr>
              <a:t> </a:t>
            </a:r>
            <a:r>
              <a:rPr lang="en-US" sz="1100" b="1" kern="1200" dirty="0" smtClean="0">
                <a:solidFill>
                  <a:schemeClr val="tx1"/>
                </a:solidFill>
                <a:latin typeface="+mn-lt"/>
                <a:ea typeface="+mn-ea"/>
                <a:cs typeface="+mn-cs"/>
              </a:rPr>
              <a:t>Keep Source Formatting</a:t>
            </a:r>
            <a:r>
              <a:rPr lang="en-US" sz="1100" b="0" kern="1200" dirty="0" smtClean="0">
                <a:solidFill>
                  <a:schemeClr val="tx1"/>
                </a:solidFill>
                <a:latin typeface="+mn-lt"/>
                <a:ea typeface="+mn-ea"/>
                <a:cs typeface="+mn-cs"/>
              </a:rPr>
              <a:t> and click the slide that contains the background you want.</a:t>
            </a:r>
          </a:p>
          <a:p>
            <a:pPr marL="228600" indent="-228600">
              <a:buFont typeface="+mj-lt"/>
              <a:buAutoNum type="arabicPeriod"/>
            </a:pPr>
            <a:r>
              <a:rPr lang="en-US" sz="1100" b="0" kern="1200" dirty="0" smtClean="0">
                <a:solidFill>
                  <a:schemeClr val="tx1"/>
                </a:solidFill>
                <a:latin typeface="+mn-lt"/>
                <a:ea typeface="+mn-ea"/>
                <a:cs typeface="+mn-cs"/>
              </a:rPr>
              <a:t>Click the left-hand slide preview to which you wish to apply the new master layout. </a:t>
            </a:r>
          </a:p>
          <a:p>
            <a:pPr marL="228600" indent="-228600">
              <a:buFont typeface="+mj-lt"/>
              <a:buAutoNum type="arabicPeriod"/>
            </a:pPr>
            <a:r>
              <a:rPr lang="en-US" sz="1100" b="1" kern="1200" dirty="0" smtClean="0">
                <a:solidFill>
                  <a:schemeClr val="tx1"/>
                </a:solidFill>
                <a:latin typeface="+mn-lt"/>
                <a:ea typeface="+mn-ea"/>
                <a:cs typeface="+mn-cs"/>
              </a:rPr>
              <a:t>Apply New Layout (Important): Right-click</a:t>
            </a:r>
            <a:r>
              <a:rPr lang="en-US" sz="1100" b="0" kern="1200" dirty="0" smtClean="0">
                <a:solidFill>
                  <a:schemeClr val="tx1"/>
                </a:solidFill>
                <a:latin typeface="+mn-lt"/>
                <a:ea typeface="+mn-ea"/>
                <a:cs typeface="+mn-cs"/>
              </a:rPr>
              <a:t> any selected slide, point to </a:t>
            </a:r>
            <a:r>
              <a:rPr lang="en-US" sz="1100" b="1" kern="1200" dirty="0" smtClean="0">
                <a:solidFill>
                  <a:schemeClr val="tx1"/>
                </a:solidFill>
                <a:latin typeface="+mn-lt"/>
                <a:ea typeface="+mn-ea"/>
                <a:cs typeface="+mn-cs"/>
              </a:rPr>
              <a:t>Layout</a:t>
            </a:r>
            <a:r>
              <a:rPr lang="en-US" sz="1100" b="0" kern="1200" dirty="0" smtClean="0">
                <a:solidFill>
                  <a:schemeClr val="tx1"/>
                </a:solidFill>
                <a:latin typeface="+mn-lt"/>
                <a:ea typeface="+mn-ea"/>
                <a:cs typeface="+mn-cs"/>
              </a:rPr>
              <a:t>, and click the slide containing the desired layout from the layout gallery. </a:t>
            </a:r>
          </a:p>
          <a:p>
            <a:pPr marL="228600" indent="-228600">
              <a:buFont typeface="+mj-lt"/>
              <a:buAutoNum type="arabicPeriod"/>
            </a:pPr>
            <a:r>
              <a:rPr lang="en-US" sz="1100" b="0" kern="1200" dirty="0" smtClean="0">
                <a:solidFill>
                  <a:schemeClr val="tx1"/>
                </a:solidFill>
                <a:latin typeface="+mn-lt"/>
                <a:ea typeface="+mn-ea"/>
                <a:cs typeface="+mn-cs"/>
              </a:rPr>
              <a:t>Delete any unwanted slides or duplicates.</a:t>
            </a:r>
          </a:p>
          <a:p>
            <a:pPr marL="228600" indent="-228600">
              <a:buFont typeface="+mj-lt"/>
              <a:buAutoNum type="arabicPeriod"/>
            </a:pPr>
            <a:endParaRPr lang="en-US" sz="1100" b="0" kern="1200" dirty="0" smtClean="0">
              <a:solidFill>
                <a:schemeClr val="tx1"/>
              </a:solidFill>
              <a:latin typeface="+mn-lt"/>
              <a:ea typeface="+mn-ea"/>
              <a:cs typeface="+mn-cs"/>
            </a:endParaRPr>
          </a:p>
          <a:p>
            <a:pPr marL="0" indent="0">
              <a:buFont typeface="+mj-lt"/>
              <a:buNone/>
            </a:pPr>
            <a:r>
              <a:rPr lang="en-US" sz="1100" b="0" kern="1200" dirty="0" smtClean="0">
                <a:solidFill>
                  <a:schemeClr val="tx1"/>
                </a:solidFill>
                <a:latin typeface="+mn-lt"/>
                <a:ea typeface="+mn-ea"/>
                <a:cs typeface="+mn-cs"/>
              </a:rPr>
              <a:t>To </a:t>
            </a:r>
            <a:r>
              <a:rPr lang="en-US" sz="1100" b="1" kern="1200" dirty="0" smtClean="0">
                <a:solidFill>
                  <a:schemeClr val="tx1"/>
                </a:solidFill>
                <a:latin typeface="+mn-lt"/>
                <a:ea typeface="+mn-ea"/>
                <a:cs typeface="+mn-cs"/>
              </a:rPr>
              <a:t>copy the Customized Background</a:t>
            </a:r>
            <a:r>
              <a:rPr lang="en-US" sz="1100" b="0" kern="1200" dirty="0" smtClean="0">
                <a:solidFill>
                  <a:schemeClr val="tx1"/>
                </a:solidFill>
                <a:latin typeface="+mn-lt"/>
                <a:ea typeface="+mn-ea"/>
                <a:cs typeface="+mn-cs"/>
              </a:rPr>
              <a:t> from Another Presentation on </a:t>
            </a:r>
            <a:r>
              <a:rPr lang="en-US" sz="1100" b="1" kern="1200" dirty="0" smtClean="0">
                <a:solidFill>
                  <a:schemeClr val="tx1"/>
                </a:solidFill>
                <a:latin typeface="+mn-lt"/>
                <a:ea typeface="+mn-ea"/>
                <a:cs typeface="+mn-cs"/>
              </a:rPr>
              <a:t>Mac</a:t>
            </a:r>
          </a:p>
          <a:p>
            <a:pPr marL="228600" indent="-228600">
              <a:buFont typeface="+mj-lt"/>
              <a:buAutoNum type="arabicPeriod"/>
            </a:pPr>
            <a:r>
              <a:rPr lang="en-US" sz="1100" b="0" kern="1200" dirty="0" smtClean="0">
                <a:solidFill>
                  <a:schemeClr val="tx1"/>
                </a:solidFill>
                <a:latin typeface="+mn-lt"/>
                <a:ea typeface="+mn-ea"/>
                <a:cs typeface="+mn-cs"/>
              </a:rPr>
              <a:t>Click </a:t>
            </a:r>
            <a:r>
              <a:rPr lang="en-US" sz="1100" b="1" kern="1200" dirty="0" smtClean="0">
                <a:solidFill>
                  <a:schemeClr val="tx1"/>
                </a:solidFill>
                <a:latin typeface="+mn-lt"/>
                <a:ea typeface="+mn-ea"/>
                <a:cs typeface="+mn-cs"/>
              </a:rPr>
              <a:t>New Slide</a:t>
            </a:r>
            <a:r>
              <a:rPr lang="en-US" sz="1100" b="0" kern="1200" dirty="0" smtClean="0">
                <a:solidFill>
                  <a:schemeClr val="tx1"/>
                </a:solidFill>
                <a:latin typeface="+mn-lt"/>
                <a:ea typeface="+mn-ea"/>
                <a:cs typeface="+mn-cs"/>
              </a:rPr>
              <a:t> from the </a:t>
            </a:r>
            <a:r>
              <a:rPr lang="en-US" sz="1100" b="1" kern="1200" dirty="0" smtClean="0">
                <a:solidFill>
                  <a:schemeClr val="tx1"/>
                </a:solidFill>
                <a:latin typeface="+mn-lt"/>
                <a:ea typeface="+mn-ea"/>
                <a:cs typeface="+mn-cs"/>
              </a:rPr>
              <a:t>Home</a:t>
            </a:r>
            <a:r>
              <a:rPr lang="en-US" sz="1100" b="0" kern="1200" dirty="0" smtClean="0">
                <a:solidFill>
                  <a:schemeClr val="tx1"/>
                </a:solidFill>
                <a:latin typeface="+mn-lt"/>
                <a:ea typeface="+mn-ea"/>
                <a:cs typeface="+mn-cs"/>
              </a:rPr>
              <a:t> tab's </a:t>
            </a:r>
            <a:r>
              <a:rPr lang="en-US" sz="1100" b="1" kern="1200" dirty="0" smtClean="0">
                <a:solidFill>
                  <a:schemeClr val="tx1"/>
                </a:solidFill>
                <a:latin typeface="+mn-lt"/>
                <a:ea typeface="+mn-ea"/>
                <a:cs typeface="+mn-cs"/>
              </a:rPr>
              <a:t>Slides</a:t>
            </a:r>
            <a:r>
              <a:rPr lang="en-US" sz="1100" b="0" kern="1200" dirty="0" smtClean="0">
                <a:solidFill>
                  <a:schemeClr val="tx1"/>
                </a:solidFill>
                <a:latin typeface="+mn-lt"/>
                <a:ea typeface="+mn-ea"/>
                <a:cs typeface="+mn-cs"/>
              </a:rPr>
              <a:t> group and select </a:t>
            </a:r>
            <a:r>
              <a:rPr lang="en-US" sz="1100" b="1" kern="1200" dirty="0" smtClean="0">
                <a:solidFill>
                  <a:schemeClr val="tx1"/>
                </a:solidFill>
                <a:latin typeface="+mn-lt"/>
                <a:ea typeface="+mn-ea"/>
                <a:cs typeface="+mn-cs"/>
              </a:rPr>
              <a:t>Insert Slides from Other Presentation…</a:t>
            </a:r>
            <a:endParaRPr lang="en-US" sz="1100" b="0" kern="1200" dirty="0" smtClean="0">
              <a:solidFill>
                <a:schemeClr val="tx1"/>
              </a:solidFill>
              <a:latin typeface="+mn-lt"/>
              <a:ea typeface="+mn-ea"/>
              <a:cs typeface="+mn-cs"/>
            </a:endParaRPr>
          </a:p>
          <a:p>
            <a:pPr marL="228600" indent="-228600">
              <a:buFont typeface="+mj-lt"/>
              <a:buAutoNum type="arabicPeriod"/>
            </a:pPr>
            <a:r>
              <a:rPr lang="en-US" sz="1100" b="0" kern="1200" dirty="0" smtClean="0">
                <a:solidFill>
                  <a:schemeClr val="tx1"/>
                </a:solidFill>
                <a:latin typeface="+mn-lt"/>
                <a:ea typeface="+mn-ea"/>
                <a:cs typeface="+mn-cs"/>
              </a:rPr>
              <a:t>Navigate to the PowerPoint presentation file that contains the background you wish to copy. Double-click or press </a:t>
            </a:r>
            <a:r>
              <a:rPr lang="en-US" sz="1100" b="1" kern="1200" dirty="0" smtClean="0">
                <a:solidFill>
                  <a:schemeClr val="tx1"/>
                </a:solidFill>
                <a:latin typeface="+mn-lt"/>
                <a:ea typeface="+mn-ea"/>
                <a:cs typeface="+mn-cs"/>
              </a:rPr>
              <a:t>Insert. </a:t>
            </a:r>
            <a:r>
              <a:rPr lang="en-US" sz="1100" b="0" kern="1200" dirty="0" smtClean="0">
                <a:solidFill>
                  <a:schemeClr val="tx1"/>
                </a:solidFill>
                <a:latin typeface="+mn-lt"/>
                <a:ea typeface="+mn-ea"/>
                <a:cs typeface="+mn-cs"/>
              </a:rPr>
              <a:t>This prompts the </a:t>
            </a:r>
            <a:r>
              <a:rPr lang="en-US" sz="1100" b="1" kern="1200" dirty="0" smtClean="0">
                <a:solidFill>
                  <a:schemeClr val="tx1"/>
                </a:solidFill>
                <a:latin typeface="+mn-lt"/>
                <a:ea typeface="+mn-ea"/>
                <a:cs typeface="+mn-cs"/>
              </a:rPr>
              <a:t>Slide Finder</a:t>
            </a:r>
            <a:r>
              <a:rPr lang="en-US" sz="1100" b="0" kern="1200" dirty="0" smtClean="0">
                <a:solidFill>
                  <a:schemeClr val="tx1"/>
                </a:solidFill>
                <a:latin typeface="+mn-lt"/>
                <a:ea typeface="+mn-ea"/>
                <a:cs typeface="+mn-cs"/>
              </a:rPr>
              <a:t> dialogue box.</a:t>
            </a:r>
          </a:p>
          <a:p>
            <a:pPr marL="228600" indent="-228600">
              <a:buFont typeface="+mj-lt"/>
              <a:buAutoNum type="arabicPeriod"/>
            </a:pPr>
            <a:r>
              <a:rPr lang="en-US" sz="1100" b="0" kern="1200" dirty="0" smtClean="0">
                <a:solidFill>
                  <a:schemeClr val="tx1"/>
                </a:solidFill>
                <a:latin typeface="+mn-lt"/>
                <a:ea typeface="+mn-ea"/>
                <a:cs typeface="+mn-cs"/>
              </a:rPr>
              <a:t>Make sure </a:t>
            </a:r>
            <a:r>
              <a:rPr lang="en-US" sz="1100" b="1" kern="1200" dirty="0" smtClean="0">
                <a:solidFill>
                  <a:schemeClr val="tx1"/>
                </a:solidFill>
                <a:latin typeface="+mn-lt"/>
                <a:ea typeface="+mn-ea"/>
                <a:cs typeface="+mn-cs"/>
              </a:rPr>
              <a:t>Keep design of original slides</a:t>
            </a:r>
            <a:r>
              <a:rPr lang="en-US" sz="1100" b="0" kern="1200" dirty="0" smtClean="0">
                <a:solidFill>
                  <a:schemeClr val="tx1"/>
                </a:solidFill>
                <a:latin typeface="+mn-lt"/>
                <a:ea typeface="+mn-ea"/>
                <a:cs typeface="+mn-cs"/>
              </a:rPr>
              <a:t> is </a:t>
            </a:r>
            <a:r>
              <a:rPr lang="en-US" sz="1100" b="1" kern="1200" dirty="0" smtClean="0">
                <a:solidFill>
                  <a:schemeClr val="tx1"/>
                </a:solidFill>
                <a:latin typeface="+mn-lt"/>
                <a:ea typeface="+mn-ea"/>
                <a:cs typeface="+mn-cs"/>
              </a:rPr>
              <a:t>unchecked</a:t>
            </a:r>
            <a:r>
              <a:rPr lang="en-US" sz="1100" b="0" kern="1200" dirty="0" smtClean="0">
                <a:solidFill>
                  <a:schemeClr val="tx1"/>
                </a:solidFill>
                <a:latin typeface="+mn-lt"/>
                <a:ea typeface="+mn-ea"/>
                <a:cs typeface="+mn-cs"/>
              </a:rPr>
              <a:t> and click the slide(s) that contains the background you want. Hold Shift key to select multiple slides.</a:t>
            </a:r>
          </a:p>
          <a:p>
            <a:pPr marL="228600" indent="-228600">
              <a:buFont typeface="+mj-lt"/>
              <a:buAutoNum type="arabicPeriod"/>
            </a:pPr>
            <a:r>
              <a:rPr lang="en-US" sz="1100" b="0" kern="1200" dirty="0" smtClean="0">
                <a:solidFill>
                  <a:schemeClr val="tx1"/>
                </a:solidFill>
                <a:latin typeface="+mn-lt"/>
                <a:ea typeface="+mn-ea"/>
                <a:cs typeface="+mn-cs"/>
              </a:rPr>
              <a:t>Click the left-hand slide preview to which you wish to apply the new master layout. </a:t>
            </a:r>
          </a:p>
          <a:p>
            <a:pPr marL="228600" indent="-228600">
              <a:buFont typeface="+mj-lt"/>
              <a:buAutoNum type="arabicPeriod"/>
            </a:pPr>
            <a:r>
              <a:rPr lang="en-US" sz="1100" b="1" kern="1200" dirty="0" smtClean="0">
                <a:solidFill>
                  <a:schemeClr val="tx1"/>
                </a:solidFill>
                <a:latin typeface="+mn-lt"/>
                <a:ea typeface="+mn-ea"/>
                <a:cs typeface="+mn-cs"/>
              </a:rPr>
              <a:t>Apply New Layout (Important): </a:t>
            </a:r>
            <a:r>
              <a:rPr lang="en-US" sz="1100" b="0" kern="1200" dirty="0" smtClean="0">
                <a:solidFill>
                  <a:schemeClr val="tx1"/>
                </a:solidFill>
                <a:latin typeface="+mn-lt"/>
                <a:ea typeface="+mn-ea"/>
                <a:cs typeface="+mn-cs"/>
              </a:rPr>
              <a:t>Click </a:t>
            </a:r>
            <a:r>
              <a:rPr lang="en-US" sz="1100" b="1" kern="1200" dirty="0" smtClean="0">
                <a:solidFill>
                  <a:schemeClr val="tx1"/>
                </a:solidFill>
                <a:latin typeface="+mn-lt"/>
                <a:ea typeface="+mn-ea"/>
                <a:cs typeface="+mn-cs"/>
              </a:rPr>
              <a:t>Layout</a:t>
            </a:r>
            <a:r>
              <a:rPr lang="en-US" sz="1100" b="0" kern="1200" dirty="0" smtClean="0">
                <a:solidFill>
                  <a:schemeClr val="tx1"/>
                </a:solidFill>
                <a:latin typeface="+mn-lt"/>
                <a:ea typeface="+mn-ea"/>
                <a:cs typeface="+mn-cs"/>
              </a:rPr>
              <a:t> from the </a:t>
            </a:r>
            <a:r>
              <a:rPr lang="en-US" sz="1100" b="1" kern="1200" dirty="0" smtClean="0">
                <a:solidFill>
                  <a:schemeClr val="tx1"/>
                </a:solidFill>
                <a:latin typeface="+mn-lt"/>
                <a:ea typeface="+mn-ea"/>
                <a:cs typeface="+mn-cs"/>
              </a:rPr>
              <a:t>Home</a:t>
            </a:r>
            <a:r>
              <a:rPr lang="en-US" sz="1100" b="0" kern="1200" dirty="0" smtClean="0">
                <a:solidFill>
                  <a:schemeClr val="tx1"/>
                </a:solidFill>
                <a:latin typeface="+mn-lt"/>
                <a:ea typeface="+mn-ea"/>
                <a:cs typeface="+mn-cs"/>
              </a:rPr>
              <a:t> tab's </a:t>
            </a:r>
            <a:r>
              <a:rPr lang="en-US" sz="1100" b="1" kern="1200" dirty="0" smtClean="0">
                <a:solidFill>
                  <a:schemeClr val="tx1"/>
                </a:solidFill>
                <a:latin typeface="+mn-lt"/>
                <a:ea typeface="+mn-ea"/>
                <a:cs typeface="+mn-cs"/>
              </a:rPr>
              <a:t>Slides</a:t>
            </a:r>
            <a:r>
              <a:rPr lang="en-US" sz="1100" b="0" kern="1200" dirty="0" smtClean="0">
                <a:solidFill>
                  <a:schemeClr val="tx1"/>
                </a:solidFill>
                <a:latin typeface="+mn-lt"/>
                <a:ea typeface="+mn-ea"/>
                <a:cs typeface="+mn-cs"/>
              </a:rPr>
              <a:t> group, and click the slide containing the desired layout from the layout gallery. </a:t>
            </a:r>
          </a:p>
          <a:p>
            <a:pPr marL="228600" indent="-228600">
              <a:buFont typeface="+mj-lt"/>
              <a:buAutoNum type="arabicPeriod"/>
            </a:pPr>
            <a:r>
              <a:rPr lang="en-US" sz="1100" b="0" kern="1200" dirty="0" smtClean="0">
                <a:solidFill>
                  <a:schemeClr val="tx1"/>
                </a:solidFill>
                <a:latin typeface="+mn-lt"/>
                <a:ea typeface="+mn-ea"/>
                <a:cs typeface="+mn-cs"/>
              </a:rPr>
              <a:t>Delete any unwanted slides or duplicates.</a:t>
            </a:r>
            <a:endParaRPr lang="en-US" baseline="0" dirty="0" smtClean="0"/>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 xmlns:p14="http://schemas.microsoft.com/office/powerpoint/2010/main"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17</a:t>
            </a:fld>
            <a:endParaRPr lang="en-US" dirty="0"/>
          </a:p>
        </p:txBody>
      </p:sp>
    </p:spTree>
    <p:extLst>
      <p:ext uri="{BB962C8B-B14F-4D97-AF65-F5344CB8AC3E}">
        <p14:creationId xmlns="" xmlns:p14="http://schemas.microsoft.com/office/powerpoint/2010/main"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pic>
        <p:nvPicPr>
          <p:cNvPr id="10" name="Picture 9" descr="Oracle logo in white on red staging background"/>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6" name="Date Placeholder 5"/>
          <p:cNvSpPr>
            <a:spLocks noGrp="1"/>
          </p:cNvSpPr>
          <p:nvPr>
            <p:ph type="dt" sz="half" idx="14"/>
          </p:nvPr>
        </p:nvSpPr>
        <p:spPr/>
        <p:txBody>
          <a:bodyPr/>
          <a:lstStyle>
            <a:lvl1pPr>
              <a:defRPr>
                <a:solidFill>
                  <a:srgbClr val="5F5F5F"/>
                </a:solidFill>
              </a:defRPr>
            </a:lvl1pPr>
          </a:lstStyle>
          <a:p>
            <a:fld id="{F58637A1-2757-41E8-AD98-43E9D0558D9A}" type="datetime1">
              <a:rPr lang="en-US" smtClean="0"/>
              <a:pPr/>
              <a:t>10/3/2014</a:t>
            </a:fld>
            <a:endParaRPr lang="en-US" dirty="0"/>
          </a:p>
        </p:txBody>
      </p:sp>
      <p:sp>
        <p:nvSpPr>
          <p:cNvPr id="8" name="Footer Placeholder 7"/>
          <p:cNvSpPr>
            <a:spLocks noGrp="1"/>
          </p:cNvSpPr>
          <p:nvPr>
            <p:ph type="ftr" sz="quarter" idx="15"/>
          </p:nvPr>
        </p:nvSpPr>
        <p:spPr/>
        <p:txBody>
          <a:bodyPr/>
          <a:lstStyle>
            <a:lvl1pPr>
              <a:defRPr>
                <a:solidFill>
                  <a:srgbClr val="5F5F5F"/>
                </a:solidFill>
              </a:defRPr>
            </a:lvl1pPr>
          </a:lstStyle>
          <a:p>
            <a:r>
              <a:rPr lang="en-US" dirty="0" smtClean="0"/>
              <a:t>Oracle Confidential – Internal/Restricted/Highly Restricted</a:t>
            </a:r>
            <a:endParaRPr lang="en-US" dirty="0"/>
          </a:p>
        </p:txBody>
      </p:sp>
      <p:sp>
        <p:nvSpPr>
          <p:cNvPr id="16" name="TextBox 15"/>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sz="850" dirty="0" smtClean="0">
                <a:solidFill>
                  <a:srgbClr val="5F5F5F"/>
                </a:solidFill>
              </a:rPr>
              <a:t>2014</a:t>
            </a:r>
            <a:r>
              <a:rPr lang="en-US" sz="850" dirty="0" smtClean="0">
                <a:solidFill>
                  <a:srgbClr val="5F5F5F"/>
                </a:solidFill>
              </a:rPr>
              <a:t>,</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spTree>
    <p:extLst>
      <p:ext uri="{BB962C8B-B14F-4D97-AF65-F5344CB8AC3E}">
        <p14:creationId xmlns="" xmlns:p14="http://schemas.microsoft.com/office/powerpoint/2010/main" val="399320028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pic>
        <p:nvPicPr>
          <p:cNvPr id="9" name="Picture 8" descr="Oracle logo in white on red staging background"/>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7" name="Date Placeholder 6"/>
          <p:cNvSpPr>
            <a:spLocks noGrp="1"/>
          </p:cNvSpPr>
          <p:nvPr>
            <p:ph type="dt" sz="half" idx="10"/>
          </p:nvPr>
        </p:nvSpPr>
        <p:spPr/>
        <p:txBody>
          <a:bodyPr/>
          <a:lstStyle>
            <a:lvl1pPr>
              <a:defRPr>
                <a:solidFill>
                  <a:srgbClr val="5F5F5F"/>
                </a:solidFill>
              </a:defRPr>
            </a:lvl1pPr>
          </a:lstStyle>
          <a:p>
            <a:fld id="{8DA0FC38-0FA5-4886-ABB4-D52548B1A4EE}" type="datetime1">
              <a:rPr lang="en-US" smtClean="0"/>
              <a:pPr/>
              <a:t>10/3/2014</a:t>
            </a:fld>
            <a:endParaRPr lang="en-US" dirty="0"/>
          </a:p>
        </p:txBody>
      </p:sp>
      <p:sp>
        <p:nvSpPr>
          <p:cNvPr id="8" name="Footer Placeholder 7"/>
          <p:cNvSpPr>
            <a:spLocks noGrp="1"/>
          </p:cNvSpPr>
          <p:nvPr>
            <p:ph type="ftr" sz="quarter" idx="11"/>
          </p:nvPr>
        </p:nvSpPr>
        <p:spPr/>
        <p:txBody>
          <a:bodyPr/>
          <a:lstStyle>
            <a:lvl1pPr>
              <a:defRPr>
                <a:solidFill>
                  <a:srgbClr val="5F5F5F"/>
                </a:solidFill>
              </a:defRPr>
            </a:lvl1pPr>
          </a:lstStyle>
          <a:p>
            <a:r>
              <a:rPr lang="en-US" dirty="0" smtClean="0"/>
              <a:t>Oracle Confidential – Internal/Restricted/Highly Restricted</a:t>
            </a:r>
            <a:endParaRPr lang="en-US" dirty="0"/>
          </a:p>
        </p:txBody>
      </p:sp>
      <p:sp>
        <p:nvSpPr>
          <p:cNvPr id="15" name="TextBox 14"/>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sz="850" dirty="0" smtClean="0">
                <a:solidFill>
                  <a:srgbClr val="5F5F5F"/>
                </a:solidFill>
              </a:rPr>
              <a:t>2014</a:t>
            </a:r>
            <a:r>
              <a:rPr lang="en-US" sz="850" dirty="0" smtClean="0">
                <a:solidFill>
                  <a:srgbClr val="5F5F5F"/>
                </a:solidFill>
              </a:rPr>
              <a:t>,</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spTree>
    <p:extLst>
      <p:ext uri="{BB962C8B-B14F-4D97-AF65-F5344CB8AC3E}">
        <p14:creationId xmlns="" xmlns:p14="http://schemas.microsoft.com/office/powerpoint/2010/main" val="240415743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6012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2" y="2286000"/>
            <a:ext cx="96012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96012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pic>
        <p:nvPicPr>
          <p:cNvPr id="12" name="Picture 11"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7" name="Date Placeholder 6"/>
          <p:cNvSpPr>
            <a:spLocks noGrp="1"/>
          </p:cNvSpPr>
          <p:nvPr>
            <p:ph type="dt" sz="half" idx="14"/>
          </p:nvPr>
        </p:nvSpPr>
        <p:spPr/>
        <p:txBody>
          <a:bodyPr/>
          <a:lstStyle>
            <a:lvl1pPr>
              <a:defRPr>
                <a:solidFill>
                  <a:schemeClr val="tx1"/>
                </a:solidFill>
              </a:defRPr>
            </a:lvl1pPr>
          </a:lstStyle>
          <a:p>
            <a:fld id="{4C505D5A-B256-44E1-AC96-C2C7474C5D8D}" type="datetime1">
              <a:rPr lang="en-US" smtClean="0"/>
              <a:pPr/>
              <a:t>10/3/2014</a:t>
            </a:fld>
            <a:endParaRPr lang="en-US" dirty="0"/>
          </a:p>
        </p:txBody>
      </p:sp>
      <p:sp>
        <p:nvSpPr>
          <p:cNvPr id="8" name="Footer Placeholder 7"/>
          <p:cNvSpPr>
            <a:spLocks noGrp="1"/>
          </p:cNvSpPr>
          <p:nvPr>
            <p:ph type="ftr" sz="quarter" idx="15"/>
          </p:nvPr>
        </p:nvSpPr>
        <p:spPr/>
        <p:txBody>
          <a:bodyPr/>
          <a:lstStyle>
            <a:lvl1pPr>
              <a:defRPr>
                <a:solidFill>
                  <a:schemeClr val="tx1"/>
                </a:solidFill>
              </a:defRPr>
            </a:lvl1pPr>
          </a:lstStyle>
          <a:p>
            <a:r>
              <a:rPr lang="en-US" dirty="0" smtClean="0"/>
              <a:t>Oracle Confidential – Internal/Restricted/Highly Restricted</a:t>
            </a:r>
            <a:endParaRPr lang="en-US" dirty="0"/>
          </a:p>
        </p:txBody>
      </p:sp>
      <p:sp>
        <p:nvSpPr>
          <p:cNvPr id="14" name="TextBox 13"/>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sz="850" dirty="0" smtClean="0">
                <a:solidFill>
                  <a:schemeClr val="tx1"/>
                </a:solidFill>
              </a:rPr>
              <a:t>2014</a:t>
            </a:r>
            <a:r>
              <a:rPr lang="en-US" sz="850" dirty="0" smtClean="0">
                <a:solidFill>
                  <a:schemeClr val="tx1"/>
                </a:solidFill>
              </a:rPr>
              <a:t>,</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spTree>
    <p:extLst>
      <p:ext uri="{BB962C8B-B14F-4D97-AF65-F5344CB8AC3E}">
        <p14:creationId xmlns="" xmlns:p14="http://schemas.microsoft.com/office/powerpoint/2010/main"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Picture and Logo">
    <p:bg>
      <p:bgPr>
        <a:blipFill dpi="0" rotWithShape="1">
          <a:blip r:embed="rId2" cstate="print">
            <a:lum/>
          </a:blip>
          <a:srcRect/>
          <a:stretch>
            <a:fillRect t="-9000" b="-9000"/>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144000" cy="1470025"/>
          </a:xfrm>
        </p:spPr>
        <p:txBody>
          <a:bodyPr/>
          <a:lstStyle>
            <a:lvl1pPr>
              <a:lnSpc>
                <a:spcPct val="80000"/>
              </a:lnSpc>
              <a:defRPr sz="4800"/>
            </a:lvl1pPr>
          </a:lstStyle>
          <a:p>
            <a:r>
              <a:rPr lang="en-US" smtClean="0"/>
              <a:t>Click to edit Master title style</a:t>
            </a:r>
            <a:endParaRPr/>
          </a:p>
        </p:txBody>
      </p:sp>
      <p:sp>
        <p:nvSpPr>
          <p:cNvPr id="3" name="Subtitle 2"/>
          <p:cNvSpPr>
            <a:spLocks noGrp="1"/>
          </p:cNvSpPr>
          <p:nvPr>
            <p:ph type="subTitle" idx="1"/>
          </p:nvPr>
        </p:nvSpPr>
        <p:spPr>
          <a:xfrm>
            <a:off x="531762" y="2286000"/>
            <a:ext cx="91440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lvl1pPr>
              <a:defRPr>
                <a:solidFill>
                  <a:schemeClr val="tx1"/>
                </a:solidFill>
              </a:defRPr>
            </a:lvl1pPr>
          </a:lstStyle>
          <a:p>
            <a:fld id="{DB3EEE87-DDB3-4675-99CC-7EF64D192D2F}" type="datetime1">
              <a:rPr lang="en-US" smtClean="0"/>
              <a:pPr/>
              <a:t>10/3/2014</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dirty="0" smtClean="0"/>
              <a:t>Oracle Confidential – Internal/Restricted/Highly Restricted</a:t>
            </a:r>
            <a:endParaRPr lang="en-US" dirty="0"/>
          </a:p>
        </p:txBody>
      </p:sp>
      <p:sp>
        <p:nvSpPr>
          <p:cNvPr id="13" name="Text Placeholder 12"/>
          <p:cNvSpPr>
            <a:spLocks noGrp="1"/>
          </p:cNvSpPr>
          <p:nvPr>
            <p:ph type="body" sz="quarter" idx="13" hasCustomPrompt="1"/>
          </p:nvPr>
        </p:nvSpPr>
        <p:spPr>
          <a:xfrm>
            <a:off x="531814" y="3429451"/>
            <a:ext cx="9144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a:t>Click to add text</a:t>
            </a:r>
          </a:p>
        </p:txBody>
      </p:sp>
      <p:pic>
        <p:nvPicPr>
          <p:cNvPr id="14" name="Picture 13"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16" name="TextBox 15"/>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sz="850" dirty="0" smtClean="0">
                <a:solidFill>
                  <a:schemeClr val="tx1"/>
                </a:solidFill>
              </a:rPr>
              <a:t>2014</a:t>
            </a:r>
            <a:r>
              <a:rPr lang="en-US" sz="850" dirty="0" smtClean="0">
                <a:solidFill>
                  <a:schemeClr val="tx1"/>
                </a:solidFill>
              </a:rPr>
              <a:t>,</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spTree>
    <p:extLst>
      <p:ext uri="{BB962C8B-B14F-4D97-AF65-F5344CB8AC3E}">
        <p14:creationId xmlns="" xmlns:p14="http://schemas.microsoft.com/office/powerpoint/2010/main" val="25589805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with Picture and 2 Logos">
    <p:bg>
      <p:bgPr>
        <a:blipFill dpi="0" rotWithShape="1">
          <a:blip r:embed="rId2" cstate="print">
            <a:lum/>
          </a:blip>
          <a:srcRect/>
          <a:stretch>
            <a:fillRect t="-9000" b="-9000"/>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144000" cy="1470025"/>
          </a:xfrm>
        </p:spPr>
        <p:txBody>
          <a:bodyPr/>
          <a:lstStyle>
            <a:lvl1pPr>
              <a:lnSpc>
                <a:spcPct val="80000"/>
              </a:lnSpc>
              <a:defRPr sz="4800"/>
            </a:lvl1pPr>
          </a:lstStyle>
          <a:p>
            <a:r>
              <a:rPr lang="en-US" smtClean="0"/>
              <a:t>Click to edit Master title style</a:t>
            </a:r>
            <a:endParaRPr/>
          </a:p>
        </p:txBody>
      </p:sp>
      <p:sp>
        <p:nvSpPr>
          <p:cNvPr id="3" name="Subtitle 2"/>
          <p:cNvSpPr>
            <a:spLocks noGrp="1"/>
          </p:cNvSpPr>
          <p:nvPr>
            <p:ph type="subTitle" idx="1"/>
          </p:nvPr>
        </p:nvSpPr>
        <p:spPr>
          <a:xfrm>
            <a:off x="531762" y="2286000"/>
            <a:ext cx="91440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lvl1pPr>
              <a:defRPr>
                <a:solidFill>
                  <a:schemeClr val="tx1"/>
                </a:solidFill>
              </a:defRPr>
            </a:lvl1pPr>
          </a:lstStyle>
          <a:p>
            <a:fld id="{D73022D7-D716-4AF5-B755-D22F080AC54D}" type="datetime1">
              <a:rPr lang="en-US" smtClean="0"/>
              <a:pPr/>
              <a:t>10/3/2014</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dirty="0" smtClean="0"/>
              <a:t>Oracle Confidential – Internal/Restricted/Highly Restricted</a:t>
            </a:r>
            <a:endParaRPr lang="en-US" dirty="0"/>
          </a:p>
        </p:txBody>
      </p:sp>
      <p:sp>
        <p:nvSpPr>
          <p:cNvPr id="13" name="Text Placeholder 12"/>
          <p:cNvSpPr>
            <a:spLocks noGrp="1"/>
          </p:cNvSpPr>
          <p:nvPr>
            <p:ph type="body" sz="quarter" idx="13" hasCustomPrompt="1"/>
          </p:nvPr>
        </p:nvSpPr>
        <p:spPr>
          <a:xfrm>
            <a:off x="531814" y="3429451"/>
            <a:ext cx="9144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a:t>Click to add text</a:t>
            </a:r>
          </a:p>
        </p:txBody>
      </p:sp>
      <p:pic>
        <p:nvPicPr>
          <p:cNvPr id="14" name="Picture 13"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
        <p:nvSpPr>
          <p:cNvPr id="17" name="TextBox 16"/>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sz="850" dirty="0" smtClean="0">
                <a:solidFill>
                  <a:schemeClr val="tx1"/>
                </a:solidFill>
              </a:rPr>
              <a:t>2014</a:t>
            </a:r>
            <a:r>
              <a:rPr lang="en-US" sz="850" dirty="0" smtClean="0">
                <a:solidFill>
                  <a:schemeClr val="tx1"/>
                </a:solidFill>
              </a:rPr>
              <a:t>,</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spTree>
    <p:extLst>
      <p:ext uri="{BB962C8B-B14F-4D97-AF65-F5344CB8AC3E}">
        <p14:creationId xmlns="" xmlns:p14="http://schemas.microsoft.com/office/powerpoint/2010/main" val="388520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F4B0713F-DA50-44B8-8328-CFEF845F6523}"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075238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C7CD2E52-83C8-44FA-88AD-FB45DDFBF65F}"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Tree>
    <p:extLst>
      <p:ext uri="{BB962C8B-B14F-4D97-AF65-F5344CB8AC3E}">
        <p14:creationId xmlns="" xmlns:p14="http://schemas.microsoft.com/office/powerpoint/2010/main" val="337176835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4" name="Date Placeholder 3"/>
          <p:cNvSpPr>
            <a:spLocks noGrp="1"/>
          </p:cNvSpPr>
          <p:nvPr>
            <p:ph type="dt" sz="half" idx="10"/>
          </p:nvPr>
        </p:nvSpPr>
        <p:spPr/>
        <p:txBody>
          <a:bodyPr/>
          <a:lstStyle/>
          <a:p>
            <a:fld id="{CB2EC637-D865-4A1A-B82E-96829CE60973}"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extLst>
      <p:ext uri="{BB962C8B-B14F-4D97-AF65-F5344CB8AC3E}">
        <p14:creationId xmlns="" xmlns:p14="http://schemas.microsoft.com/office/powerpoint/2010/main" val="68122964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1FC69AA-31D1-4BE3-A7F9-4499E9495C0A}"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51385333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solidFill>
                  <a:srgbClr val="5F5F5F"/>
                </a:solidFill>
              </a:defRPr>
            </a:lvl1pPr>
          </a:lstStyle>
          <a:p>
            <a:fld id="{28D98802-C4BE-44EF-A775-109B41689843}" type="datetime1">
              <a:rPr lang="en-US" smtClean="0"/>
              <a:pPr/>
              <a:t>10/3/2014</a:t>
            </a:fld>
            <a:endParaRPr lang="en-US" dirty="0"/>
          </a:p>
        </p:txBody>
      </p:sp>
      <p:sp>
        <p:nvSpPr>
          <p:cNvPr id="5" name="Footer Placeholder 4"/>
          <p:cNvSpPr>
            <a:spLocks noGrp="1"/>
          </p:cNvSpPr>
          <p:nvPr>
            <p:ph type="ftr" sz="quarter" idx="11"/>
          </p:nvPr>
        </p:nvSpPr>
        <p:spPr/>
        <p:txBody>
          <a:bodyPr/>
          <a:lstStyle>
            <a:lvl1pPr>
              <a:defRPr>
                <a:solidFill>
                  <a:srgbClr val="5F5F5F"/>
                </a:solidFill>
              </a:defRPr>
            </a:lvl1pPr>
          </a:lstStyle>
          <a:p>
            <a:r>
              <a:rPr lang="en-US" dirty="0" smtClean="0"/>
              <a:t>Oracle Confidential – Internal/Restricted/Highly Restricted</a:t>
            </a:r>
            <a:endParaRPr lang="en-US" dirty="0"/>
          </a:p>
        </p:txBody>
      </p:sp>
      <p:sp>
        <p:nvSpPr>
          <p:cNvPr id="6" name="Slide Number Placeholder 5"/>
          <p:cNvSpPr>
            <a:spLocks noGrp="1"/>
          </p:cNvSpPr>
          <p:nvPr>
            <p:ph type="sldNum" sz="quarter" idx="12"/>
          </p:nvPr>
        </p:nvSpPr>
        <p:spPr/>
        <p:txBody>
          <a:bodyPr/>
          <a:lstStyle>
            <a:lvl1pPr>
              <a:defRPr>
                <a:solidFill>
                  <a:srgbClr val="5F5F5F"/>
                </a:solidFill>
              </a:defRPr>
            </a:lvl1pPr>
          </a:lstStyle>
          <a:p>
            <a:fld id="{C51EAA63-D034-42AE-91FA-B13B9518C7BE}" type="slidenum">
              <a:rPr lang="en-US" smtClean="0"/>
              <a:pPr/>
              <a:t>‹#›</a:t>
            </a:fld>
            <a:endParaRPr lang="en-US" dirty="0"/>
          </a:p>
        </p:txBody>
      </p:sp>
      <p:pic>
        <p:nvPicPr>
          <p:cNvPr id="15" name="Picture 14"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17" name="TextBox 16"/>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sz="850" dirty="0" smtClean="0">
                <a:solidFill>
                  <a:srgbClr val="5F5F5F"/>
                </a:solidFill>
              </a:rPr>
              <a:t>2014</a:t>
            </a:r>
            <a:r>
              <a:rPr lang="en-US" sz="850" dirty="0" smtClean="0">
                <a:solidFill>
                  <a:srgbClr val="5F5F5F"/>
                </a:solidFill>
              </a:rPr>
              <a:t>,</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spTree>
    <p:extLst>
      <p:ext uri="{BB962C8B-B14F-4D97-AF65-F5344CB8AC3E}">
        <p14:creationId xmlns="" xmlns:p14="http://schemas.microsoft.com/office/powerpoint/2010/main"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3" name="Picture Placeholder 2"/>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4B324B-18FF-4147-BA18-D36160E9F106}"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67037058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6C8D6732-15F2-4802-8009-37AC693C551A}"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Picture Placeholder 15"/>
          <p:cNvSpPr>
            <a:spLocks noGrp="1"/>
          </p:cNvSpPr>
          <p:nvPr>
            <p:ph type="pic" sz="quarter" idx="14" hasCustomPrompt="1"/>
          </p:nvPr>
        </p:nvSpPr>
        <p:spPr>
          <a:xfrm>
            <a:off x="2286000" y="1828800"/>
            <a:ext cx="3474720" cy="3840480"/>
          </a:xfrm>
          <a:solidFill>
            <a:schemeClr val="bg2"/>
          </a:solid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10" name="Text Placeholder 10"/>
          <p:cNvSpPr>
            <a:spLocks noGrp="1"/>
          </p:cNvSpPr>
          <p:nvPr>
            <p:ph type="body" sz="quarter" idx="15"/>
          </p:nvPr>
        </p:nvSpPr>
        <p:spPr>
          <a:xfrm>
            <a:off x="6035040" y="1828799"/>
            <a:ext cx="562197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
        <p:nvSpPr>
          <p:cNvPr id="3" name="Title 2"/>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88907719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5B7D2015-66F5-48BA-96D8-17D36F2E0AA3}"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4509846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B4BFE1CA-6658-4197-8E4E-2C35AF1F1E72}"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Picture Placeholder 15"/>
          <p:cNvSpPr>
            <a:spLocks noGrp="1" noChangeAspect="1"/>
          </p:cNvSpPr>
          <p:nvPr>
            <p:ph type="pic" sz="quarter" idx="14" hasCustomPrompt="1"/>
          </p:nvPr>
        </p:nvSpPr>
        <p:spPr>
          <a:xfrm>
            <a:off x="531812" y="1905000"/>
            <a:ext cx="2194560" cy="3072384"/>
          </a:xfrm>
          <a:solidFill>
            <a:schemeClr val="bg2"/>
          </a:solid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Tree>
    <p:extLst>
      <p:ext uri="{BB962C8B-B14F-4D97-AF65-F5344CB8AC3E}">
        <p14:creationId xmlns="" xmlns:p14="http://schemas.microsoft.com/office/powerpoint/2010/main" val="102776685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6FBED1B2-9BE1-4BB3-AF93-47A294133177}"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52016615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BE9BFC2-4754-4D3F-B8B7-155C41C1ECF0}"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5337141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47832B4-CFEF-4C48-9F00-42AED7DD8CEE}"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12263345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EC6703CB-F5F4-4371-82F0-CC855CC16EF3}"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3" name="Title 2"/>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242812501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12" name="Text Placeholder 11"/>
          <p:cNvSpPr>
            <a:spLocks noGrp="1"/>
          </p:cNvSpPr>
          <p:nvPr>
            <p:ph type="body" sz="quarter" idx="15"/>
          </p:nvPr>
        </p:nvSpPr>
        <p:spPr>
          <a:xfrm>
            <a:off x="5256213" y="1524000"/>
            <a:ext cx="54864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834887D-8006-4942-961D-3944DDB3075E}"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2" name="Title 1"/>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Tree>
    <p:extLst>
      <p:ext uri="{BB962C8B-B14F-4D97-AF65-F5344CB8AC3E}">
        <p14:creationId xmlns="" xmlns:p14="http://schemas.microsoft.com/office/powerpoint/2010/main" val="373938650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lstStyle/>
          <a:p>
            <a:fld id="{D9227421-3F85-42F8-BDFD-0A6C36E3C2FA}" type="datetime1">
              <a:rPr lang="en-US" smtClean="0"/>
              <a:pPr/>
              <a:t>10/3/2014</a:t>
            </a:fld>
            <a:endParaRPr dirty="0"/>
          </a:p>
        </p:txBody>
      </p:sp>
      <p:sp>
        <p:nvSpPr>
          <p:cNvPr id="8" name="Footer Placeholder 7"/>
          <p:cNvSpPr>
            <a:spLocks noGrp="1"/>
          </p:cNvSpPr>
          <p:nvPr>
            <p:ph type="ftr" sz="quarter" idx="11"/>
          </p:nvPr>
        </p:nvSpPr>
        <p:spPr/>
        <p:txBody>
          <a:bodyPr/>
          <a:lstStyle/>
          <a:p>
            <a:r>
              <a:rPr dirty="0"/>
              <a:t>Oracle Confidential – Internal/Restricted/Highly Restricted</a:t>
            </a:r>
          </a:p>
        </p:txBody>
      </p:sp>
      <p:sp>
        <p:nvSpPr>
          <p:cNvPr id="9" name="Slide Number Placeholder 8"/>
          <p:cNvSpPr>
            <a:spLocks noGrp="1"/>
          </p:cNvSpPr>
          <p:nvPr>
            <p:ph type="sldNum" sz="quarter" idx="12"/>
          </p:nvPr>
        </p:nvSpPr>
        <p:spPr/>
        <p:txBody>
          <a:bodyPr/>
          <a:lstStyle/>
          <a:p>
            <a:fld id="{C51EAA63-D034-42AE-91FA-B13B9518C7BE}" type="slidenum">
              <a:rPr/>
              <a:pPr/>
              <a:t>‹#›</a:t>
            </a:fld>
            <a:endParaRPr dirty="0"/>
          </a:p>
        </p:txBody>
      </p: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37870018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8A1F17C-4AFE-4B02-9BD6-67CB04075FF1}" type="datetime1">
              <a:rPr lang="en-US" smtClean="0"/>
              <a:pPr/>
              <a:t>10/3/2014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33376993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10010B8-11AC-4175-BF29-EB4A3C61102F}" type="datetime1">
              <a:rPr lang="en-US" smtClean="0"/>
              <a:pPr/>
              <a:t>10/3/2014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7" name="Title 6"/>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4163620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1827CA-F831-46B0-9758-B6BAE0AF4EAB}" type="datetime1">
              <a:rPr lang="en-US" smtClean="0"/>
              <a:pPr/>
              <a:t>10/3/2014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60822934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31662" y="1524000"/>
            <a:ext cx="777255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971800"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86C7CE-9D23-4A42-845E-2EB696664727}"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345785070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BA32AB-378C-44A6-BBCB-4C90F374D0FC}"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30582747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87AD43-539D-4156-9FD6-437CAE9F93FE}"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90898225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494F0A-3A42-4B5D-A4C2-90E38C5A7947}"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279085471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iOS Smartphone and Tablet: Horizontal">
    <p:spTree>
      <p:nvGrpSpPr>
        <p:cNvPr id="1" name=""/>
        <p:cNvGrpSpPr/>
        <p:nvPr/>
      </p:nvGrpSpPr>
      <p:grpSpPr>
        <a:xfrm>
          <a:off x="0" y="0"/>
          <a:ext cx="0" cy="0"/>
          <a:chOff x="0" y="0"/>
          <a:chExt cx="0" cy="0"/>
        </a:xfrm>
      </p:grpSpPr>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916717" y="1522826"/>
            <a:ext cx="6495366" cy="4567423"/>
          </a:xfrm>
          <a:prstGeom prst="rect">
            <a:avLst/>
          </a:prstGeom>
        </p:spPr>
      </p:pic>
      <p:pic>
        <p:nvPicPr>
          <p:cNvPr id="15" name="Picture 14"/>
          <p:cNvPicPr>
            <a:picLocks noChangeAspect="1"/>
          </p:cNvPicPr>
          <p:nvPr/>
        </p:nvPicPr>
        <p:blipFill rotWithShape="1">
          <a:blip r:embed="rId3" cstate="print">
            <a:extLst>
              <a:ext uri="{28A0092B-C50C-407E-A947-70E740481C1C}">
                <a14:useLocalDpi xmlns="" xmlns:a14="http://schemas.microsoft.com/office/drawing/2010/main" val="0"/>
              </a:ext>
            </a:extLst>
          </a:blip>
          <a:srcRect/>
          <a:stretch/>
        </p:blipFill>
        <p:spPr>
          <a:xfrm>
            <a:off x="1770494" y="1827861"/>
            <a:ext cx="1840875" cy="3887139"/>
          </a:xfrm>
          <a:prstGeom prst="rect">
            <a:avLst/>
          </a:prstGeom>
        </p:spPr>
      </p:pic>
      <p:sp>
        <p:nvSpPr>
          <p:cNvPr id="3" name="Picture Placeholder 2"/>
          <p:cNvSpPr>
            <a:spLocks noGrp="1"/>
          </p:cNvSpPr>
          <p:nvPr>
            <p:ph type="pic" idx="1"/>
          </p:nvPr>
        </p:nvSpPr>
        <p:spPr bwMode="gray">
          <a:xfrm>
            <a:off x="1889122" y="2364583"/>
            <a:ext cx="161848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5" name="Date Placeholder 4"/>
          <p:cNvSpPr>
            <a:spLocks noGrp="1"/>
          </p:cNvSpPr>
          <p:nvPr>
            <p:ph type="dt" sz="half" idx="10"/>
          </p:nvPr>
        </p:nvSpPr>
        <p:spPr/>
        <p:txBody>
          <a:bodyPr/>
          <a:lstStyle/>
          <a:p>
            <a:fld id="{1BA0AC74-C01C-456F-BD5D-BCFFCE23EE8E}"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itle 3"/>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74544451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iOS Smartphone and Tablet: Vertical">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cstate="print">
            <a:extLst>
              <a:ext uri="{28A0092B-C50C-407E-A947-70E740481C1C}">
                <a14:useLocalDpi xmlns="" xmlns:a14="http://schemas.microsoft.com/office/drawing/2010/main" val="0"/>
              </a:ext>
            </a:extLst>
          </a:blip>
          <a:srcRect r="7518"/>
          <a:stretch/>
        </p:blipFill>
        <p:spPr>
          <a:xfrm rot="5400000">
            <a:off x="5748377" y="1113567"/>
            <a:ext cx="6007047" cy="4567423"/>
          </a:xfrm>
          <a:prstGeom prst="rect">
            <a:avLst/>
          </a:prstGeom>
        </p:spPr>
      </p:pic>
      <p:sp>
        <p:nvSpPr>
          <p:cNvPr id="2" name="Title 1"/>
          <p:cNvSpPr>
            <a:spLocks noGrp="1"/>
          </p:cNvSpPr>
          <p:nvPr>
            <p:ph type="title"/>
          </p:nvPr>
        </p:nvSpPr>
        <p:spPr>
          <a:xfrm>
            <a:off x="531811" y="406400"/>
            <a:ext cx="5943600" cy="889000"/>
          </a:xfrm>
        </p:spPr>
        <p:txBody>
          <a:bodyPr anchor="b"/>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C447B5AF-1809-4D52-BE60-78F570C83F44}"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pic>
        <p:nvPicPr>
          <p:cNvPr id="13" name="Picture 12" descr="Photos, screen captures, graphics can be inserted in a white mobile phone and tablet"/>
          <p:cNvPicPr>
            <a:picLocks noChangeAspect="1"/>
          </p:cNvPicPr>
          <p:nvPr/>
        </p:nvPicPr>
        <p:blipFill rotWithShape="1">
          <a:blip r:embed="rId3" cstate="print">
            <a:extLst>
              <a:ext uri="{28A0092B-C50C-407E-A947-70E740481C1C}">
                <a14:useLocalDpi xmlns="" xmlns:a14="http://schemas.microsoft.com/office/drawing/2010/main"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Tree>
    <p:extLst>
      <p:ext uri="{BB962C8B-B14F-4D97-AF65-F5344CB8AC3E}">
        <p14:creationId xmlns="" xmlns:p14="http://schemas.microsoft.com/office/powerpoint/2010/main" val="27206340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1786728" y="2011145"/>
            <a:ext cx="1819656" cy="3522853"/>
          </a:xfrm>
          <a:prstGeom prst="rect">
            <a:avLst/>
          </a:prstGeom>
        </p:spPr>
      </p:pic>
      <p:pic>
        <p:nvPicPr>
          <p:cNvPr id="11" name="Picture 10" descr="Photos, screen captures, graphics can be inserted in a white mobile phone and tablet"/>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4241990" y="1585322"/>
            <a:ext cx="5829300" cy="4107283"/>
          </a:xfrm>
          <a:prstGeom prst="rect">
            <a:avLst/>
          </a:prstGeom>
        </p:spPr>
      </p:pic>
      <p:sp>
        <p:nvSpPr>
          <p:cNvPr id="3" name="Picture Placeholder 2"/>
          <p:cNvSpPr>
            <a:spLocks noGrp="1"/>
          </p:cNvSpPr>
          <p:nvPr>
            <p:ph type="pic" idx="1"/>
          </p:nvPr>
        </p:nvSpPr>
        <p:spPr bwMode="gray">
          <a:xfrm>
            <a:off x="1910171" y="2364583"/>
            <a:ext cx="157276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5" name="Date Placeholder 4"/>
          <p:cNvSpPr>
            <a:spLocks noGrp="1"/>
          </p:cNvSpPr>
          <p:nvPr>
            <p:ph type="dt" sz="half" idx="10"/>
          </p:nvPr>
        </p:nvSpPr>
        <p:spPr/>
        <p:txBody>
          <a:bodyPr/>
          <a:lstStyle/>
          <a:p>
            <a:fld id="{1A2474AE-A74B-49A7-B5B1-A400C0D62D32}"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532312" y="1975104"/>
            <a:ext cx="5248656" cy="3328416"/>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itle 3"/>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362906812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pic>
        <p:nvPicPr>
          <p:cNvPr id="21" name="Picture 20"/>
          <p:cNvPicPr>
            <a:picLocks noChangeAspect="1"/>
          </p:cNvPicPr>
          <p:nvPr userDrawn="1"/>
        </p:nvPicPr>
        <p:blipFill rotWithShape="1">
          <a:blip r:embed="rId2" cstate="print">
            <a:extLst>
              <a:ext uri="{28A0092B-C50C-407E-A947-70E740481C1C}">
                <a14:useLocalDpi xmlns="" xmlns:a14="http://schemas.microsoft.com/office/drawing/2010/main" val="0"/>
              </a:ext>
            </a:extLst>
          </a:blip>
          <a:srcRect r="2901"/>
          <a:stretch/>
        </p:blipFill>
        <p:spPr>
          <a:xfrm rot="5400000">
            <a:off x="5891726" y="1502667"/>
            <a:ext cx="5674025" cy="4117325"/>
          </a:xfrm>
          <a:prstGeom prst="rect">
            <a:avLst/>
          </a:prstGeom>
        </p:spPr>
      </p:pic>
      <p:sp>
        <p:nvSpPr>
          <p:cNvPr id="2" name="Title 1"/>
          <p:cNvSpPr>
            <a:spLocks noGrp="1"/>
          </p:cNvSpPr>
          <p:nvPr>
            <p:ph type="title"/>
          </p:nvPr>
        </p:nvSpPr>
        <p:spPr>
          <a:xfrm>
            <a:off x="531811" y="406400"/>
            <a:ext cx="5943600" cy="889000"/>
          </a:xfrm>
        </p:spPr>
        <p:txBody>
          <a:bodyPr anchor="b"/>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4B767A9A-D0AC-47FB-851D-810FC45BAB35}"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7061703" y="1013144"/>
            <a:ext cx="3313567" cy="5252348"/>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pic>
        <p:nvPicPr>
          <p:cNvPr id="19" name="Picture 18" descr="Photos, screen captures, graphics can be inserted in a white mobile phone and tablet"/>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3969956" y="2096382"/>
            <a:ext cx="1819656" cy="3522853"/>
          </a:xfrm>
          <a:prstGeom prst="rect">
            <a:avLst/>
          </a:prstGeom>
        </p:spPr>
      </p:pic>
      <p:sp>
        <p:nvSpPr>
          <p:cNvPr id="20" name="Picture Placeholder 2"/>
          <p:cNvSpPr>
            <a:spLocks noGrp="1"/>
          </p:cNvSpPr>
          <p:nvPr>
            <p:ph type="pic" idx="1"/>
          </p:nvPr>
        </p:nvSpPr>
        <p:spPr bwMode="gray">
          <a:xfrm>
            <a:off x="4093399" y="2449820"/>
            <a:ext cx="157276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Tree>
    <p:extLst>
      <p:ext uri="{BB962C8B-B14F-4D97-AF65-F5344CB8AC3E}">
        <p14:creationId xmlns="" xmlns:p14="http://schemas.microsoft.com/office/powerpoint/2010/main" val="396459250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0"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5" name="Date Placeholder 4"/>
          <p:cNvSpPr>
            <a:spLocks noGrp="1"/>
          </p:cNvSpPr>
          <p:nvPr>
            <p:ph type="dt" sz="half" idx="10"/>
          </p:nvPr>
        </p:nvSpPr>
        <p:spPr/>
        <p:txBody>
          <a:bodyPr/>
          <a:lstStyle>
            <a:lvl1pPr>
              <a:defRPr>
                <a:solidFill>
                  <a:srgbClr val="5F5F5F"/>
                </a:solidFill>
              </a:defRPr>
            </a:lvl1pPr>
          </a:lstStyle>
          <a:p>
            <a:fld id="{4ADD7E43-24FB-40CC-971F-1AFB4F96D58C}" type="datetime1">
              <a:rPr lang="en-US" smtClean="0"/>
              <a:pPr/>
              <a:t>10/3/2014</a:t>
            </a:fld>
            <a:endParaRPr lang="en-US" dirty="0"/>
          </a:p>
        </p:txBody>
      </p:sp>
      <p:sp>
        <p:nvSpPr>
          <p:cNvPr id="6" name="Footer Placeholder 5"/>
          <p:cNvSpPr>
            <a:spLocks noGrp="1"/>
          </p:cNvSpPr>
          <p:nvPr>
            <p:ph type="ftr" sz="quarter" idx="11"/>
          </p:nvPr>
        </p:nvSpPr>
        <p:spPr/>
        <p:txBody>
          <a:bodyPr/>
          <a:lstStyle>
            <a:lvl1pPr>
              <a:defRPr>
                <a:solidFill>
                  <a:srgbClr val="5F5F5F"/>
                </a:solidFill>
              </a:defRPr>
            </a:lvl1pPr>
          </a:lstStyle>
          <a:p>
            <a:r>
              <a:rPr lang="en-US" dirty="0" smtClean="0"/>
              <a:t>Oracle Confidential – Internal/Restricted/Highly Restricted</a:t>
            </a:r>
            <a:endParaRPr lang="en-US" dirty="0"/>
          </a:p>
        </p:txBody>
      </p:sp>
      <p:sp>
        <p:nvSpPr>
          <p:cNvPr id="7" name="Slide Number Placeholder 6"/>
          <p:cNvSpPr>
            <a:spLocks noGrp="1"/>
          </p:cNvSpPr>
          <p:nvPr>
            <p:ph type="sldNum" sz="quarter" idx="12"/>
          </p:nvPr>
        </p:nvSpPr>
        <p:spPr/>
        <p:txBody>
          <a:bodyPr/>
          <a:lstStyle>
            <a:lvl1pPr>
              <a:defRPr>
                <a:solidFill>
                  <a:srgbClr val="5F5F5F"/>
                </a:solidFill>
              </a:defRPr>
            </a:lvl1pPr>
          </a:lstStyle>
          <a:p>
            <a:fld id="{C51EAA63-D034-42AE-91FA-B13B9518C7BE}" type="slidenum">
              <a:rPr lang="en-US" smtClean="0"/>
              <a:pPr/>
              <a:t>‹#›</a:t>
            </a:fld>
            <a:endParaRPr lang="en-US" dirty="0"/>
          </a:p>
        </p:txBody>
      </p:sp>
      <p:sp>
        <p:nvSpPr>
          <p:cNvPr id="22" name="Text Placeholder 12"/>
          <p:cNvSpPr>
            <a:spLocks noGrp="1"/>
          </p:cNvSpPr>
          <p:nvPr>
            <p:ph type="body" sz="quarter" idx="13" hasCustomPrompt="1"/>
          </p:nvPr>
        </p:nvSpPr>
        <p:spPr>
          <a:xfrm>
            <a:off x="760412" y="2666999"/>
            <a:ext cx="50292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3" name="Title 2"/>
          <p:cNvSpPr>
            <a:spLocks noGrp="1"/>
          </p:cNvSpPr>
          <p:nvPr>
            <p:ph type="title" hasCustomPrompt="1"/>
          </p:nvPr>
        </p:nvSpPr>
        <p:spPr>
          <a:xfrm>
            <a:off x="760412" y="609600"/>
            <a:ext cx="5029200" cy="2044700"/>
          </a:xfrm>
        </p:spPr>
        <p:txBody>
          <a:bodyPr/>
          <a:lstStyle>
            <a:lvl1pPr>
              <a:defRPr sz="13800" b="1"/>
            </a:lvl1pPr>
          </a:lstStyle>
          <a:p>
            <a:r>
              <a:rPr lang="en-US" dirty="0" smtClean="0"/>
              <a:t>XX</a:t>
            </a:r>
            <a:endParaRPr lang="en-US" dirty="0"/>
          </a:p>
        </p:txBody>
      </p:sp>
      <p:pic>
        <p:nvPicPr>
          <p:cNvPr id="15" name="Picture 14"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19" name="TextBox 18"/>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sz="850" dirty="0" smtClean="0">
                <a:solidFill>
                  <a:srgbClr val="5F5F5F"/>
                </a:solidFill>
              </a:rPr>
              <a:t>2014</a:t>
            </a:r>
            <a:r>
              <a:rPr lang="en-US" sz="850" dirty="0" smtClean="0">
                <a:solidFill>
                  <a:srgbClr val="5F5F5F"/>
                </a:solidFill>
              </a:rPr>
              <a:t>,</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spTree>
    <p:extLst>
      <p:ext uri="{BB962C8B-B14F-4D97-AF65-F5344CB8AC3E}">
        <p14:creationId xmlns="" xmlns:p14="http://schemas.microsoft.com/office/powerpoint/2010/main"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ACD4C6-5F02-4E1D-8860-E571DA6DFE1F}" type="datetime1">
              <a:rPr lang="en-US" smtClean="0"/>
              <a:pPr/>
              <a:t>10/3/2014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Tree>
    <p:extLst>
      <p:ext uri="{BB962C8B-B14F-4D97-AF65-F5344CB8AC3E}">
        <p14:creationId xmlns="" xmlns:p14="http://schemas.microsoft.com/office/powerpoint/2010/main" val="259788944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134E1-025A-423B-B455-DC3D3A91EDB9}" type="datetime1">
              <a:rPr lang="en-US" smtClean="0"/>
              <a:pPr/>
              <a:t>10/3/2014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Tree>
    <p:extLst>
      <p:ext uri="{BB962C8B-B14F-4D97-AF65-F5344CB8AC3E}">
        <p14:creationId xmlns="" xmlns:p14="http://schemas.microsoft.com/office/powerpoint/2010/main" val="235887190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214A5B-588F-4C90-9D20-DD3B4D6AC865}" type="datetime1">
              <a:rPr lang="en-US" smtClean="0"/>
              <a:pPr/>
              <a:t>10/3/2014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grpSp>
        <p:nvGrpSpPr>
          <p:cNvPr id="3093" name="Group 3092" descr="&quot;Hardware and Software Engineered to work together&quot; tagline in red and black"/>
          <p:cNvGrpSpPr/>
          <p:nvPr userDrawn="1"/>
        </p:nvGrpSpPr>
        <p:grpSpPr bwMode="gray">
          <a:xfrm>
            <a:off x="3263901" y="2743200"/>
            <a:ext cx="5668962" cy="1081088"/>
            <a:chOff x="3263901" y="1227138"/>
            <a:chExt cx="5668962" cy="1081088"/>
          </a:xfrm>
        </p:grpSpPr>
        <p:sp>
          <p:nvSpPr>
            <p:cNvPr id="8" name="Rectangle 5"/>
            <p:cNvSpPr>
              <a:spLocks noChangeArrowheads="1"/>
            </p:cNvSpPr>
            <p:nvPr/>
          </p:nvSpPr>
          <p:spPr bwMode="gray">
            <a:xfrm>
              <a:off x="3997326" y="1855788"/>
              <a:ext cx="73025" cy="50800"/>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dirty="0"/>
            </a:p>
          </p:txBody>
        </p:sp>
        <p:sp>
          <p:nvSpPr>
            <p:cNvPr id="9" name="Freeform 6"/>
            <p:cNvSpPr>
              <a:spLocks noEditPoints="1"/>
            </p:cNvSpPr>
            <p:nvPr/>
          </p:nvSpPr>
          <p:spPr bwMode="gray">
            <a:xfrm>
              <a:off x="4835526" y="1362075"/>
              <a:ext cx="238125" cy="317500"/>
            </a:xfrm>
            <a:custGeom>
              <a:avLst/>
              <a:gdLst>
                <a:gd name="T0" fmla="*/ 29 w 29"/>
                <a:gd name="T1" fmla="*/ 30 h 38"/>
                <a:gd name="T2" fmla="*/ 29 w 29"/>
                <a:gd name="T3" fmla="*/ 37 h 38"/>
                <a:gd name="T4" fmla="*/ 20 w 29"/>
                <a:gd name="T5" fmla="*/ 37 h 38"/>
                <a:gd name="T6" fmla="*/ 19 w 29"/>
                <a:gd name="T7" fmla="*/ 32 h 38"/>
                <a:gd name="T8" fmla="*/ 19 w 29"/>
                <a:gd name="T9" fmla="*/ 32 h 38"/>
                <a:gd name="T10" fmla="*/ 10 w 29"/>
                <a:gd name="T11" fmla="*/ 38 h 38"/>
                <a:gd name="T12" fmla="*/ 0 w 29"/>
                <a:gd name="T13" fmla="*/ 26 h 38"/>
                <a:gd name="T14" fmla="*/ 19 w 29"/>
                <a:gd name="T15" fmla="*/ 13 h 38"/>
                <a:gd name="T16" fmla="*/ 19 w 29"/>
                <a:gd name="T17" fmla="*/ 11 h 38"/>
                <a:gd name="T18" fmla="*/ 15 w 29"/>
                <a:gd name="T19" fmla="*/ 5 h 38"/>
                <a:gd name="T20" fmla="*/ 11 w 29"/>
                <a:gd name="T21" fmla="*/ 11 h 38"/>
                <a:gd name="T22" fmla="*/ 1 w 29"/>
                <a:gd name="T23" fmla="*/ 11 h 38"/>
                <a:gd name="T24" fmla="*/ 5 w 29"/>
                <a:gd name="T25" fmla="*/ 2 h 38"/>
                <a:gd name="T26" fmla="*/ 14 w 29"/>
                <a:gd name="T27" fmla="*/ 0 h 38"/>
                <a:gd name="T28" fmla="*/ 29 w 29"/>
                <a:gd name="T29" fmla="*/ 12 h 38"/>
                <a:gd name="T30" fmla="*/ 29 w 29"/>
                <a:gd name="T31" fmla="*/ 30 h 38"/>
                <a:gd name="T32" fmla="*/ 10 w 29"/>
                <a:gd name="T33" fmla="*/ 26 h 38"/>
                <a:gd name="T34" fmla="*/ 14 w 29"/>
                <a:gd name="T35" fmla="*/ 31 h 38"/>
                <a:gd name="T36" fmla="*/ 19 w 29"/>
                <a:gd name="T37" fmla="*/ 19 h 38"/>
                <a:gd name="T38" fmla="*/ 10 w 29"/>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 h="38">
                  <a:moveTo>
                    <a:pt x="29" y="30"/>
                  </a:moveTo>
                  <a:cubicBezTo>
                    <a:pt x="29" y="32"/>
                    <a:pt x="29" y="35"/>
                    <a:pt x="29" y="37"/>
                  </a:cubicBezTo>
                  <a:cubicBezTo>
                    <a:pt x="20" y="37"/>
                    <a:pt x="20" y="37"/>
                    <a:pt x="20" y="37"/>
                  </a:cubicBezTo>
                  <a:cubicBezTo>
                    <a:pt x="19" y="32"/>
                    <a:pt x="19" y="32"/>
                    <a:pt x="19" y="32"/>
                  </a:cubicBezTo>
                  <a:cubicBezTo>
                    <a:pt x="19" y="32"/>
                    <a:pt x="19" y="32"/>
                    <a:pt x="19" y="32"/>
                  </a:cubicBezTo>
                  <a:cubicBezTo>
                    <a:pt x="17" y="36"/>
                    <a:pt x="14" y="38"/>
                    <a:pt x="10" y="38"/>
                  </a:cubicBezTo>
                  <a:cubicBezTo>
                    <a:pt x="2" y="38"/>
                    <a:pt x="0" y="32"/>
                    <a:pt x="0" y="26"/>
                  </a:cubicBezTo>
                  <a:cubicBezTo>
                    <a:pt x="0" y="14"/>
                    <a:pt x="9" y="13"/>
                    <a:pt x="19" y="13"/>
                  </a:cubicBezTo>
                  <a:cubicBezTo>
                    <a:pt x="19" y="11"/>
                    <a:pt x="19" y="11"/>
                    <a:pt x="19" y="11"/>
                  </a:cubicBezTo>
                  <a:cubicBezTo>
                    <a:pt x="19" y="8"/>
                    <a:pt x="18" y="5"/>
                    <a:pt x="15" y="5"/>
                  </a:cubicBezTo>
                  <a:cubicBezTo>
                    <a:pt x="11" y="5"/>
                    <a:pt x="11" y="8"/>
                    <a:pt x="11" y="11"/>
                  </a:cubicBezTo>
                  <a:cubicBezTo>
                    <a:pt x="1" y="11"/>
                    <a:pt x="1" y="11"/>
                    <a:pt x="1" y="11"/>
                  </a:cubicBezTo>
                  <a:cubicBezTo>
                    <a:pt x="1" y="6"/>
                    <a:pt x="2" y="4"/>
                    <a:pt x="5" y="2"/>
                  </a:cubicBezTo>
                  <a:cubicBezTo>
                    <a:pt x="7" y="0"/>
                    <a:pt x="10" y="0"/>
                    <a:pt x="14" y="0"/>
                  </a:cubicBezTo>
                  <a:cubicBezTo>
                    <a:pt x="27" y="0"/>
                    <a:pt x="29" y="5"/>
                    <a:pt x="29" y="12"/>
                  </a:cubicBezTo>
                  <a:lnTo>
                    <a:pt x="29" y="30"/>
                  </a:lnTo>
                  <a:close/>
                  <a:moveTo>
                    <a:pt x="10" y="26"/>
                  </a:moveTo>
                  <a:cubicBezTo>
                    <a:pt x="10" y="28"/>
                    <a:pt x="10"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0" name="Freeform 7"/>
            <p:cNvSpPr>
              <a:spLocks/>
            </p:cNvSpPr>
            <p:nvPr/>
          </p:nvSpPr>
          <p:spPr bwMode="gray">
            <a:xfrm>
              <a:off x="3263901" y="1236663"/>
              <a:ext cx="288925" cy="434975"/>
            </a:xfrm>
            <a:custGeom>
              <a:avLst/>
              <a:gdLst>
                <a:gd name="T0" fmla="*/ 125 w 182"/>
                <a:gd name="T1" fmla="*/ 110 h 274"/>
                <a:gd name="T2" fmla="*/ 125 w 182"/>
                <a:gd name="T3" fmla="*/ 0 h 274"/>
                <a:gd name="T4" fmla="*/ 182 w 182"/>
                <a:gd name="T5" fmla="*/ 0 h 274"/>
                <a:gd name="T6" fmla="*/ 182 w 182"/>
                <a:gd name="T7" fmla="*/ 274 h 274"/>
                <a:gd name="T8" fmla="*/ 125 w 182"/>
                <a:gd name="T9" fmla="*/ 274 h 274"/>
                <a:gd name="T10" fmla="*/ 125 w 182"/>
                <a:gd name="T11" fmla="*/ 153 h 274"/>
                <a:gd name="T12" fmla="*/ 57 w 182"/>
                <a:gd name="T13" fmla="*/ 153 h 274"/>
                <a:gd name="T14" fmla="*/ 57 w 182"/>
                <a:gd name="T15" fmla="*/ 274 h 274"/>
                <a:gd name="T16" fmla="*/ 0 w 182"/>
                <a:gd name="T17" fmla="*/ 274 h 274"/>
                <a:gd name="T18" fmla="*/ 0 w 182"/>
                <a:gd name="T19" fmla="*/ 0 h 274"/>
                <a:gd name="T20" fmla="*/ 57 w 182"/>
                <a:gd name="T21" fmla="*/ 0 h 274"/>
                <a:gd name="T22" fmla="*/ 57 w 182"/>
                <a:gd name="T23" fmla="*/ 110 h 274"/>
                <a:gd name="T24" fmla="*/ 125 w 182"/>
                <a:gd name="T25" fmla="*/ 110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274">
                  <a:moveTo>
                    <a:pt x="125" y="110"/>
                  </a:moveTo>
                  <a:lnTo>
                    <a:pt x="125" y="0"/>
                  </a:lnTo>
                  <a:lnTo>
                    <a:pt x="182" y="0"/>
                  </a:lnTo>
                  <a:lnTo>
                    <a:pt x="182" y="274"/>
                  </a:lnTo>
                  <a:lnTo>
                    <a:pt x="125" y="274"/>
                  </a:lnTo>
                  <a:lnTo>
                    <a:pt x="125" y="153"/>
                  </a:lnTo>
                  <a:lnTo>
                    <a:pt x="57" y="153"/>
                  </a:lnTo>
                  <a:lnTo>
                    <a:pt x="57" y="274"/>
                  </a:lnTo>
                  <a:lnTo>
                    <a:pt x="0" y="274"/>
                  </a:lnTo>
                  <a:lnTo>
                    <a:pt x="0" y="0"/>
                  </a:lnTo>
                  <a:lnTo>
                    <a:pt x="57" y="0"/>
                  </a:lnTo>
                  <a:lnTo>
                    <a:pt x="57" y="110"/>
                  </a:lnTo>
                  <a:lnTo>
                    <a:pt x="125" y="11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1" name="Freeform 8"/>
            <p:cNvSpPr>
              <a:spLocks noEditPoints="1"/>
            </p:cNvSpPr>
            <p:nvPr/>
          </p:nvSpPr>
          <p:spPr bwMode="gray">
            <a:xfrm>
              <a:off x="3602038" y="1362075"/>
              <a:ext cx="246063" cy="317500"/>
            </a:xfrm>
            <a:custGeom>
              <a:avLst/>
              <a:gdLst>
                <a:gd name="T0" fmla="*/ 29 w 30"/>
                <a:gd name="T1" fmla="*/ 30 h 38"/>
                <a:gd name="T2" fmla="*/ 30 w 30"/>
                <a:gd name="T3" fmla="*/ 37 h 38"/>
                <a:gd name="T4" fmla="*/ 20 w 30"/>
                <a:gd name="T5" fmla="*/ 37 h 38"/>
                <a:gd name="T6" fmla="*/ 20 w 30"/>
                <a:gd name="T7" fmla="*/ 32 h 38"/>
                <a:gd name="T8" fmla="*/ 19 w 30"/>
                <a:gd name="T9" fmla="*/ 32 h 38"/>
                <a:gd name="T10" fmla="*/ 10 w 30"/>
                <a:gd name="T11" fmla="*/ 38 h 38"/>
                <a:gd name="T12" fmla="*/ 0 w 30"/>
                <a:gd name="T13" fmla="*/ 26 h 38"/>
                <a:gd name="T14" fmla="*/ 19 w 30"/>
                <a:gd name="T15" fmla="*/ 13 h 38"/>
                <a:gd name="T16" fmla="*/ 19 w 30"/>
                <a:gd name="T17" fmla="*/ 11 h 38"/>
                <a:gd name="T18" fmla="*/ 15 w 30"/>
                <a:gd name="T19" fmla="*/ 5 h 38"/>
                <a:gd name="T20" fmla="*/ 11 w 30"/>
                <a:gd name="T21" fmla="*/ 11 h 38"/>
                <a:gd name="T22" fmla="*/ 1 w 30"/>
                <a:gd name="T23" fmla="*/ 11 h 38"/>
                <a:gd name="T24" fmla="*/ 5 w 30"/>
                <a:gd name="T25" fmla="*/ 2 h 38"/>
                <a:gd name="T26" fmla="*/ 14 w 30"/>
                <a:gd name="T27" fmla="*/ 0 h 38"/>
                <a:gd name="T28" fmla="*/ 29 w 30"/>
                <a:gd name="T29" fmla="*/ 12 h 38"/>
                <a:gd name="T30" fmla="*/ 29 w 30"/>
                <a:gd name="T31" fmla="*/ 30 h 38"/>
                <a:gd name="T32" fmla="*/ 10 w 30"/>
                <a:gd name="T33" fmla="*/ 26 h 38"/>
                <a:gd name="T34" fmla="*/ 14 w 30"/>
                <a:gd name="T35" fmla="*/ 31 h 38"/>
                <a:gd name="T36" fmla="*/ 19 w 30"/>
                <a:gd name="T37" fmla="*/ 19 h 38"/>
                <a:gd name="T38" fmla="*/ 10 w 30"/>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 h="38">
                  <a:moveTo>
                    <a:pt x="29" y="30"/>
                  </a:moveTo>
                  <a:cubicBezTo>
                    <a:pt x="29" y="32"/>
                    <a:pt x="29" y="35"/>
                    <a:pt x="30" y="37"/>
                  </a:cubicBezTo>
                  <a:cubicBezTo>
                    <a:pt x="20" y="37"/>
                    <a:pt x="20" y="37"/>
                    <a:pt x="20" y="37"/>
                  </a:cubicBezTo>
                  <a:cubicBezTo>
                    <a:pt x="20" y="32"/>
                    <a:pt x="20" y="32"/>
                    <a:pt x="20" y="32"/>
                  </a:cubicBezTo>
                  <a:cubicBezTo>
                    <a:pt x="19" y="32"/>
                    <a:pt x="19" y="32"/>
                    <a:pt x="19" y="32"/>
                  </a:cubicBezTo>
                  <a:cubicBezTo>
                    <a:pt x="17" y="36"/>
                    <a:pt x="14" y="38"/>
                    <a:pt x="10" y="38"/>
                  </a:cubicBezTo>
                  <a:cubicBezTo>
                    <a:pt x="3" y="38"/>
                    <a:pt x="0" y="32"/>
                    <a:pt x="0" y="26"/>
                  </a:cubicBezTo>
                  <a:cubicBezTo>
                    <a:pt x="0" y="14"/>
                    <a:pt x="10" y="13"/>
                    <a:pt x="19" y="13"/>
                  </a:cubicBezTo>
                  <a:cubicBezTo>
                    <a:pt x="19" y="11"/>
                    <a:pt x="19" y="11"/>
                    <a:pt x="19" y="11"/>
                  </a:cubicBezTo>
                  <a:cubicBezTo>
                    <a:pt x="19" y="8"/>
                    <a:pt x="19" y="5"/>
                    <a:pt x="15" y="5"/>
                  </a:cubicBezTo>
                  <a:cubicBezTo>
                    <a:pt x="11" y="5"/>
                    <a:pt x="11" y="8"/>
                    <a:pt x="11" y="11"/>
                  </a:cubicBezTo>
                  <a:cubicBezTo>
                    <a:pt x="1" y="11"/>
                    <a:pt x="1" y="11"/>
                    <a:pt x="1" y="11"/>
                  </a:cubicBezTo>
                  <a:cubicBezTo>
                    <a:pt x="1" y="6"/>
                    <a:pt x="2" y="4"/>
                    <a:pt x="5" y="2"/>
                  </a:cubicBezTo>
                  <a:cubicBezTo>
                    <a:pt x="7" y="0"/>
                    <a:pt x="10" y="0"/>
                    <a:pt x="14" y="0"/>
                  </a:cubicBezTo>
                  <a:cubicBezTo>
                    <a:pt x="27" y="0"/>
                    <a:pt x="29" y="5"/>
                    <a:pt x="29" y="12"/>
                  </a:cubicBezTo>
                  <a:lnTo>
                    <a:pt x="29" y="30"/>
                  </a:lnTo>
                  <a:close/>
                  <a:moveTo>
                    <a:pt x="10" y="26"/>
                  </a:moveTo>
                  <a:cubicBezTo>
                    <a:pt x="10" y="28"/>
                    <a:pt x="11"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2" name="Freeform 9"/>
            <p:cNvSpPr>
              <a:spLocks/>
            </p:cNvSpPr>
            <p:nvPr/>
          </p:nvSpPr>
          <p:spPr bwMode="gray">
            <a:xfrm>
              <a:off x="3897313" y="1362075"/>
              <a:ext cx="165100" cy="309563"/>
            </a:xfrm>
            <a:custGeom>
              <a:avLst/>
              <a:gdLst>
                <a:gd name="T0" fmla="*/ 10 w 20"/>
                <a:gd name="T1" fmla="*/ 0 h 37"/>
                <a:gd name="T2" fmla="*/ 10 w 20"/>
                <a:gd name="T3" fmla="*/ 5 h 37"/>
                <a:gd name="T4" fmla="*/ 10 w 20"/>
                <a:gd name="T5" fmla="*/ 5 h 37"/>
                <a:gd name="T6" fmla="*/ 20 w 20"/>
                <a:gd name="T7" fmla="*/ 0 h 37"/>
                <a:gd name="T8" fmla="*/ 20 w 20"/>
                <a:gd name="T9" fmla="*/ 9 h 37"/>
                <a:gd name="T10" fmla="*/ 10 w 20"/>
                <a:gd name="T11" fmla="*/ 17 h 37"/>
                <a:gd name="T12" fmla="*/ 10 w 20"/>
                <a:gd name="T13" fmla="*/ 37 h 37"/>
                <a:gd name="T14" fmla="*/ 0 w 20"/>
                <a:gd name="T15" fmla="*/ 37 h 37"/>
                <a:gd name="T16" fmla="*/ 0 w 20"/>
                <a:gd name="T17" fmla="*/ 0 h 37"/>
                <a:gd name="T18" fmla="*/ 10 w 20"/>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37">
                  <a:moveTo>
                    <a:pt x="10" y="0"/>
                  </a:moveTo>
                  <a:cubicBezTo>
                    <a:pt x="10" y="5"/>
                    <a:pt x="10" y="5"/>
                    <a:pt x="10" y="5"/>
                  </a:cubicBezTo>
                  <a:cubicBezTo>
                    <a:pt x="10" y="5"/>
                    <a:pt x="10" y="5"/>
                    <a:pt x="10" y="5"/>
                  </a:cubicBezTo>
                  <a:cubicBezTo>
                    <a:pt x="12" y="1"/>
                    <a:pt x="15" y="0"/>
                    <a:pt x="20" y="0"/>
                  </a:cubicBezTo>
                  <a:cubicBezTo>
                    <a:pt x="20" y="9"/>
                    <a:pt x="20" y="9"/>
                    <a:pt x="20" y="9"/>
                  </a:cubicBezTo>
                  <a:cubicBezTo>
                    <a:pt x="11" y="8"/>
                    <a:pt x="10" y="13"/>
                    <a:pt x="10" y="17"/>
                  </a:cubicBezTo>
                  <a:cubicBezTo>
                    <a:pt x="10" y="37"/>
                    <a:pt x="10" y="37"/>
                    <a:pt x="10" y="37"/>
                  </a:cubicBezTo>
                  <a:cubicBezTo>
                    <a:pt x="0" y="37"/>
                    <a:pt x="0" y="37"/>
                    <a:pt x="0" y="37"/>
                  </a:cubicBezTo>
                  <a:cubicBezTo>
                    <a:pt x="0" y="0"/>
                    <a:pt x="0" y="0"/>
                    <a:pt x="0" y="0"/>
                  </a:cubicBezTo>
                  <a:lnTo>
                    <a:pt x="1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3" name="Freeform 10"/>
            <p:cNvSpPr>
              <a:spLocks/>
            </p:cNvSpPr>
            <p:nvPr/>
          </p:nvSpPr>
          <p:spPr bwMode="gray">
            <a:xfrm>
              <a:off x="4367213" y="1362075"/>
              <a:ext cx="444500" cy="309563"/>
            </a:xfrm>
            <a:custGeom>
              <a:avLst/>
              <a:gdLst>
                <a:gd name="T0" fmla="*/ 0 w 280"/>
                <a:gd name="T1" fmla="*/ 0 h 195"/>
                <a:gd name="T2" fmla="*/ 52 w 280"/>
                <a:gd name="T3" fmla="*/ 0 h 195"/>
                <a:gd name="T4" fmla="*/ 77 w 280"/>
                <a:gd name="T5" fmla="*/ 148 h 195"/>
                <a:gd name="T6" fmla="*/ 77 w 280"/>
                <a:gd name="T7" fmla="*/ 148 h 195"/>
                <a:gd name="T8" fmla="*/ 114 w 280"/>
                <a:gd name="T9" fmla="*/ 0 h 195"/>
                <a:gd name="T10" fmla="*/ 171 w 280"/>
                <a:gd name="T11" fmla="*/ 0 h 195"/>
                <a:gd name="T12" fmla="*/ 202 w 280"/>
                <a:gd name="T13" fmla="*/ 148 h 195"/>
                <a:gd name="T14" fmla="*/ 202 w 280"/>
                <a:gd name="T15" fmla="*/ 148 h 195"/>
                <a:gd name="T16" fmla="*/ 233 w 280"/>
                <a:gd name="T17" fmla="*/ 0 h 195"/>
                <a:gd name="T18" fmla="*/ 280 w 280"/>
                <a:gd name="T19" fmla="*/ 0 h 195"/>
                <a:gd name="T20" fmla="*/ 233 w 280"/>
                <a:gd name="T21" fmla="*/ 195 h 195"/>
                <a:gd name="T22" fmla="*/ 176 w 280"/>
                <a:gd name="T23" fmla="*/ 195 h 195"/>
                <a:gd name="T24" fmla="*/ 140 w 280"/>
                <a:gd name="T25" fmla="*/ 63 h 195"/>
                <a:gd name="T26" fmla="*/ 140 w 280"/>
                <a:gd name="T27" fmla="*/ 63 h 195"/>
                <a:gd name="T28" fmla="*/ 103 w 280"/>
                <a:gd name="T29" fmla="*/ 195 h 195"/>
                <a:gd name="T30" fmla="*/ 46 w 280"/>
                <a:gd name="T31" fmla="*/ 195 h 195"/>
                <a:gd name="T32" fmla="*/ 0 w 280"/>
                <a:gd name="T33"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0" h="195">
                  <a:moveTo>
                    <a:pt x="0" y="0"/>
                  </a:moveTo>
                  <a:lnTo>
                    <a:pt x="52" y="0"/>
                  </a:lnTo>
                  <a:lnTo>
                    <a:pt x="77" y="148"/>
                  </a:lnTo>
                  <a:lnTo>
                    <a:pt x="77" y="148"/>
                  </a:lnTo>
                  <a:lnTo>
                    <a:pt x="114" y="0"/>
                  </a:lnTo>
                  <a:lnTo>
                    <a:pt x="171" y="0"/>
                  </a:lnTo>
                  <a:lnTo>
                    <a:pt x="202" y="148"/>
                  </a:lnTo>
                  <a:lnTo>
                    <a:pt x="202" y="148"/>
                  </a:lnTo>
                  <a:lnTo>
                    <a:pt x="233" y="0"/>
                  </a:lnTo>
                  <a:lnTo>
                    <a:pt x="280" y="0"/>
                  </a:lnTo>
                  <a:lnTo>
                    <a:pt x="233" y="195"/>
                  </a:lnTo>
                  <a:lnTo>
                    <a:pt x="176" y="195"/>
                  </a:lnTo>
                  <a:lnTo>
                    <a:pt x="140" y="63"/>
                  </a:lnTo>
                  <a:lnTo>
                    <a:pt x="140" y="63"/>
                  </a:lnTo>
                  <a:lnTo>
                    <a:pt x="103" y="195"/>
                  </a:lnTo>
                  <a:lnTo>
                    <a:pt x="46" y="195"/>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4" name="Freeform 11"/>
            <p:cNvSpPr>
              <a:spLocks/>
            </p:cNvSpPr>
            <p:nvPr/>
          </p:nvSpPr>
          <p:spPr bwMode="gray">
            <a:xfrm>
              <a:off x="5132388" y="1362075"/>
              <a:ext cx="155575" cy="309563"/>
            </a:xfrm>
            <a:custGeom>
              <a:avLst/>
              <a:gdLst>
                <a:gd name="T0" fmla="*/ 10 w 19"/>
                <a:gd name="T1" fmla="*/ 0 h 37"/>
                <a:gd name="T2" fmla="*/ 10 w 19"/>
                <a:gd name="T3" fmla="*/ 5 h 37"/>
                <a:gd name="T4" fmla="*/ 10 w 19"/>
                <a:gd name="T5" fmla="*/ 5 h 37"/>
                <a:gd name="T6" fmla="*/ 19 w 19"/>
                <a:gd name="T7" fmla="*/ 0 h 37"/>
                <a:gd name="T8" fmla="*/ 19 w 19"/>
                <a:gd name="T9" fmla="*/ 9 h 37"/>
                <a:gd name="T10" fmla="*/ 10 w 19"/>
                <a:gd name="T11" fmla="*/ 17 h 37"/>
                <a:gd name="T12" fmla="*/ 10 w 19"/>
                <a:gd name="T13" fmla="*/ 37 h 37"/>
                <a:gd name="T14" fmla="*/ 0 w 19"/>
                <a:gd name="T15" fmla="*/ 37 h 37"/>
                <a:gd name="T16" fmla="*/ 0 w 19"/>
                <a:gd name="T17" fmla="*/ 0 h 37"/>
                <a:gd name="T18" fmla="*/ 10 w 19"/>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37">
                  <a:moveTo>
                    <a:pt x="10" y="0"/>
                  </a:moveTo>
                  <a:cubicBezTo>
                    <a:pt x="10" y="5"/>
                    <a:pt x="10" y="5"/>
                    <a:pt x="10" y="5"/>
                  </a:cubicBezTo>
                  <a:cubicBezTo>
                    <a:pt x="10" y="5"/>
                    <a:pt x="10" y="5"/>
                    <a:pt x="10" y="5"/>
                  </a:cubicBezTo>
                  <a:cubicBezTo>
                    <a:pt x="12" y="1"/>
                    <a:pt x="15" y="0"/>
                    <a:pt x="19" y="0"/>
                  </a:cubicBezTo>
                  <a:cubicBezTo>
                    <a:pt x="19" y="9"/>
                    <a:pt x="19" y="9"/>
                    <a:pt x="19" y="9"/>
                  </a:cubicBezTo>
                  <a:cubicBezTo>
                    <a:pt x="10" y="8"/>
                    <a:pt x="10" y="13"/>
                    <a:pt x="10" y="17"/>
                  </a:cubicBezTo>
                  <a:cubicBezTo>
                    <a:pt x="10" y="37"/>
                    <a:pt x="10" y="37"/>
                    <a:pt x="10" y="37"/>
                  </a:cubicBezTo>
                  <a:cubicBezTo>
                    <a:pt x="0" y="37"/>
                    <a:pt x="0" y="37"/>
                    <a:pt x="0" y="37"/>
                  </a:cubicBezTo>
                  <a:cubicBezTo>
                    <a:pt x="0" y="0"/>
                    <a:pt x="0" y="0"/>
                    <a:pt x="0" y="0"/>
                  </a:cubicBezTo>
                  <a:lnTo>
                    <a:pt x="1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5" name="Freeform 12"/>
            <p:cNvSpPr>
              <a:spLocks noEditPoints="1"/>
            </p:cNvSpPr>
            <p:nvPr/>
          </p:nvSpPr>
          <p:spPr bwMode="gray">
            <a:xfrm>
              <a:off x="5321301" y="1362075"/>
              <a:ext cx="246063" cy="317500"/>
            </a:xfrm>
            <a:custGeom>
              <a:avLst/>
              <a:gdLst>
                <a:gd name="T0" fmla="*/ 10 w 30"/>
                <a:gd name="T1" fmla="*/ 20 h 38"/>
                <a:gd name="T2" fmla="*/ 15 w 30"/>
                <a:gd name="T3" fmla="*/ 31 h 38"/>
                <a:gd name="T4" fmla="*/ 19 w 30"/>
                <a:gd name="T5" fmla="*/ 25 h 38"/>
                <a:gd name="T6" fmla="*/ 30 w 30"/>
                <a:gd name="T7" fmla="*/ 25 h 38"/>
                <a:gd name="T8" fmla="*/ 26 w 30"/>
                <a:gd name="T9" fmla="*/ 34 h 38"/>
                <a:gd name="T10" fmla="*/ 15 w 30"/>
                <a:gd name="T11" fmla="*/ 38 h 38"/>
                <a:gd name="T12" fmla="*/ 0 w 30"/>
                <a:gd name="T13" fmla="*/ 18 h 38"/>
                <a:gd name="T14" fmla="*/ 15 w 30"/>
                <a:gd name="T15" fmla="*/ 0 h 38"/>
                <a:gd name="T16" fmla="*/ 30 w 30"/>
                <a:gd name="T17" fmla="*/ 20 h 38"/>
                <a:gd name="T18" fmla="*/ 10 w 30"/>
                <a:gd name="T19" fmla="*/ 20 h 38"/>
                <a:gd name="T20" fmla="*/ 20 w 30"/>
                <a:gd name="T21" fmla="*/ 15 h 38"/>
                <a:gd name="T22" fmla="*/ 15 w 30"/>
                <a:gd name="T23" fmla="*/ 6 h 38"/>
                <a:gd name="T24" fmla="*/ 10 w 30"/>
                <a:gd name="T25" fmla="*/ 15 h 38"/>
                <a:gd name="T26" fmla="*/ 20 w 30"/>
                <a:gd name="T27" fmla="*/ 1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8">
                  <a:moveTo>
                    <a:pt x="10" y="20"/>
                  </a:moveTo>
                  <a:cubicBezTo>
                    <a:pt x="10" y="25"/>
                    <a:pt x="11" y="31"/>
                    <a:pt x="15" y="31"/>
                  </a:cubicBezTo>
                  <a:cubicBezTo>
                    <a:pt x="19" y="31"/>
                    <a:pt x="19" y="28"/>
                    <a:pt x="19" y="25"/>
                  </a:cubicBezTo>
                  <a:cubicBezTo>
                    <a:pt x="30" y="25"/>
                    <a:pt x="30" y="25"/>
                    <a:pt x="30" y="25"/>
                  </a:cubicBezTo>
                  <a:cubicBezTo>
                    <a:pt x="30" y="29"/>
                    <a:pt x="28" y="32"/>
                    <a:pt x="26" y="34"/>
                  </a:cubicBezTo>
                  <a:cubicBezTo>
                    <a:pt x="24" y="36"/>
                    <a:pt x="20" y="38"/>
                    <a:pt x="15" y="38"/>
                  </a:cubicBezTo>
                  <a:cubicBezTo>
                    <a:pt x="2" y="38"/>
                    <a:pt x="0" y="30"/>
                    <a:pt x="0" y="18"/>
                  </a:cubicBezTo>
                  <a:cubicBezTo>
                    <a:pt x="0" y="8"/>
                    <a:pt x="2" y="0"/>
                    <a:pt x="15" y="0"/>
                  </a:cubicBezTo>
                  <a:cubicBezTo>
                    <a:pt x="29" y="0"/>
                    <a:pt x="30" y="8"/>
                    <a:pt x="30" y="20"/>
                  </a:cubicBezTo>
                  <a:lnTo>
                    <a:pt x="10" y="20"/>
                  </a:lnTo>
                  <a:close/>
                  <a:moveTo>
                    <a:pt x="20" y="15"/>
                  </a:moveTo>
                  <a:cubicBezTo>
                    <a:pt x="20" y="11"/>
                    <a:pt x="20" y="6"/>
                    <a:pt x="15" y="6"/>
                  </a:cubicBezTo>
                  <a:cubicBezTo>
                    <a:pt x="10" y="6"/>
                    <a:pt x="10" y="11"/>
                    <a:pt x="10" y="15"/>
                  </a:cubicBezTo>
                  <a:lnTo>
                    <a:pt x="20" y="1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6" name="Freeform 13"/>
            <p:cNvSpPr>
              <a:spLocks noEditPoints="1"/>
            </p:cNvSpPr>
            <p:nvPr/>
          </p:nvSpPr>
          <p:spPr bwMode="gray">
            <a:xfrm>
              <a:off x="5748338" y="1362075"/>
              <a:ext cx="247650" cy="317500"/>
            </a:xfrm>
            <a:custGeom>
              <a:avLst/>
              <a:gdLst>
                <a:gd name="T0" fmla="*/ 29 w 30"/>
                <a:gd name="T1" fmla="*/ 30 h 38"/>
                <a:gd name="T2" fmla="*/ 30 w 30"/>
                <a:gd name="T3" fmla="*/ 37 h 38"/>
                <a:gd name="T4" fmla="*/ 20 w 30"/>
                <a:gd name="T5" fmla="*/ 37 h 38"/>
                <a:gd name="T6" fmla="*/ 20 w 30"/>
                <a:gd name="T7" fmla="*/ 32 h 38"/>
                <a:gd name="T8" fmla="*/ 20 w 30"/>
                <a:gd name="T9" fmla="*/ 32 h 38"/>
                <a:gd name="T10" fmla="*/ 10 w 30"/>
                <a:gd name="T11" fmla="*/ 38 h 38"/>
                <a:gd name="T12" fmla="*/ 0 w 30"/>
                <a:gd name="T13" fmla="*/ 26 h 38"/>
                <a:gd name="T14" fmla="*/ 19 w 30"/>
                <a:gd name="T15" fmla="*/ 13 h 38"/>
                <a:gd name="T16" fmla="*/ 19 w 30"/>
                <a:gd name="T17" fmla="*/ 11 h 38"/>
                <a:gd name="T18" fmla="*/ 15 w 30"/>
                <a:gd name="T19" fmla="*/ 5 h 38"/>
                <a:gd name="T20" fmla="*/ 11 w 30"/>
                <a:gd name="T21" fmla="*/ 11 h 38"/>
                <a:gd name="T22" fmla="*/ 1 w 30"/>
                <a:gd name="T23" fmla="*/ 11 h 38"/>
                <a:gd name="T24" fmla="*/ 5 w 30"/>
                <a:gd name="T25" fmla="*/ 2 h 38"/>
                <a:gd name="T26" fmla="*/ 15 w 30"/>
                <a:gd name="T27" fmla="*/ 0 h 38"/>
                <a:gd name="T28" fmla="*/ 29 w 30"/>
                <a:gd name="T29" fmla="*/ 12 h 38"/>
                <a:gd name="T30" fmla="*/ 29 w 30"/>
                <a:gd name="T31" fmla="*/ 30 h 38"/>
                <a:gd name="T32" fmla="*/ 10 w 30"/>
                <a:gd name="T33" fmla="*/ 26 h 38"/>
                <a:gd name="T34" fmla="*/ 14 w 30"/>
                <a:gd name="T35" fmla="*/ 31 h 38"/>
                <a:gd name="T36" fmla="*/ 19 w 30"/>
                <a:gd name="T37" fmla="*/ 19 h 38"/>
                <a:gd name="T38" fmla="*/ 10 w 30"/>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 h="38">
                  <a:moveTo>
                    <a:pt x="29" y="30"/>
                  </a:moveTo>
                  <a:cubicBezTo>
                    <a:pt x="29" y="32"/>
                    <a:pt x="29" y="35"/>
                    <a:pt x="30" y="37"/>
                  </a:cubicBezTo>
                  <a:cubicBezTo>
                    <a:pt x="20" y="37"/>
                    <a:pt x="20" y="37"/>
                    <a:pt x="20" y="37"/>
                  </a:cubicBezTo>
                  <a:cubicBezTo>
                    <a:pt x="20" y="32"/>
                    <a:pt x="20" y="32"/>
                    <a:pt x="20" y="32"/>
                  </a:cubicBezTo>
                  <a:cubicBezTo>
                    <a:pt x="20" y="32"/>
                    <a:pt x="20" y="32"/>
                    <a:pt x="20" y="32"/>
                  </a:cubicBezTo>
                  <a:cubicBezTo>
                    <a:pt x="17" y="36"/>
                    <a:pt x="14" y="38"/>
                    <a:pt x="10" y="38"/>
                  </a:cubicBezTo>
                  <a:cubicBezTo>
                    <a:pt x="3" y="38"/>
                    <a:pt x="0" y="32"/>
                    <a:pt x="0" y="26"/>
                  </a:cubicBezTo>
                  <a:cubicBezTo>
                    <a:pt x="0" y="14"/>
                    <a:pt x="10" y="13"/>
                    <a:pt x="19" y="13"/>
                  </a:cubicBezTo>
                  <a:cubicBezTo>
                    <a:pt x="19" y="11"/>
                    <a:pt x="19" y="11"/>
                    <a:pt x="19" y="11"/>
                  </a:cubicBezTo>
                  <a:cubicBezTo>
                    <a:pt x="19" y="8"/>
                    <a:pt x="19" y="5"/>
                    <a:pt x="15" y="5"/>
                  </a:cubicBezTo>
                  <a:cubicBezTo>
                    <a:pt x="11" y="5"/>
                    <a:pt x="11" y="8"/>
                    <a:pt x="11" y="11"/>
                  </a:cubicBezTo>
                  <a:cubicBezTo>
                    <a:pt x="1" y="11"/>
                    <a:pt x="1" y="11"/>
                    <a:pt x="1" y="11"/>
                  </a:cubicBezTo>
                  <a:cubicBezTo>
                    <a:pt x="1" y="6"/>
                    <a:pt x="3" y="4"/>
                    <a:pt x="5" y="2"/>
                  </a:cubicBezTo>
                  <a:cubicBezTo>
                    <a:pt x="7" y="0"/>
                    <a:pt x="11" y="0"/>
                    <a:pt x="15" y="0"/>
                  </a:cubicBezTo>
                  <a:cubicBezTo>
                    <a:pt x="28" y="0"/>
                    <a:pt x="29" y="5"/>
                    <a:pt x="29" y="12"/>
                  </a:cubicBezTo>
                  <a:lnTo>
                    <a:pt x="29" y="30"/>
                  </a:lnTo>
                  <a:close/>
                  <a:moveTo>
                    <a:pt x="10" y="26"/>
                  </a:moveTo>
                  <a:cubicBezTo>
                    <a:pt x="10" y="28"/>
                    <a:pt x="11"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7" name="Freeform 14"/>
            <p:cNvSpPr>
              <a:spLocks/>
            </p:cNvSpPr>
            <p:nvPr/>
          </p:nvSpPr>
          <p:spPr bwMode="gray">
            <a:xfrm>
              <a:off x="6045201" y="1362075"/>
              <a:ext cx="230188" cy="309563"/>
            </a:xfrm>
            <a:custGeom>
              <a:avLst/>
              <a:gdLst>
                <a:gd name="T0" fmla="*/ 11 w 28"/>
                <a:gd name="T1" fmla="*/ 4 h 37"/>
                <a:gd name="T2" fmla="*/ 11 w 28"/>
                <a:gd name="T3" fmla="*/ 4 h 37"/>
                <a:gd name="T4" fmla="*/ 14 w 28"/>
                <a:gd name="T5" fmla="*/ 1 h 37"/>
                <a:gd name="T6" fmla="*/ 19 w 28"/>
                <a:gd name="T7" fmla="*/ 0 h 37"/>
                <a:gd name="T8" fmla="*/ 28 w 28"/>
                <a:gd name="T9" fmla="*/ 8 h 37"/>
                <a:gd name="T10" fmla="*/ 28 w 28"/>
                <a:gd name="T11" fmla="*/ 37 h 37"/>
                <a:gd name="T12" fmla="*/ 18 w 28"/>
                <a:gd name="T13" fmla="*/ 37 h 37"/>
                <a:gd name="T14" fmla="*/ 18 w 28"/>
                <a:gd name="T15" fmla="*/ 12 h 37"/>
                <a:gd name="T16" fmla="*/ 14 w 28"/>
                <a:gd name="T17" fmla="*/ 6 h 37"/>
                <a:gd name="T18" fmla="*/ 11 w 28"/>
                <a:gd name="T19" fmla="*/ 12 h 37"/>
                <a:gd name="T20" fmla="*/ 11 w 28"/>
                <a:gd name="T21" fmla="*/ 37 h 37"/>
                <a:gd name="T22" fmla="*/ 0 w 28"/>
                <a:gd name="T23" fmla="*/ 37 h 37"/>
                <a:gd name="T24" fmla="*/ 0 w 28"/>
                <a:gd name="T25" fmla="*/ 0 h 37"/>
                <a:gd name="T26" fmla="*/ 11 w 28"/>
                <a:gd name="T27" fmla="*/ 0 h 37"/>
                <a:gd name="T28" fmla="*/ 11 w 28"/>
                <a:gd name="T29"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37">
                  <a:moveTo>
                    <a:pt x="11" y="4"/>
                  </a:moveTo>
                  <a:cubicBezTo>
                    <a:pt x="11" y="4"/>
                    <a:pt x="11" y="4"/>
                    <a:pt x="11" y="4"/>
                  </a:cubicBezTo>
                  <a:cubicBezTo>
                    <a:pt x="12" y="2"/>
                    <a:pt x="13" y="1"/>
                    <a:pt x="14" y="1"/>
                  </a:cubicBezTo>
                  <a:cubicBezTo>
                    <a:pt x="16" y="0"/>
                    <a:pt x="17" y="0"/>
                    <a:pt x="19" y="0"/>
                  </a:cubicBezTo>
                  <a:cubicBezTo>
                    <a:pt x="24" y="0"/>
                    <a:pt x="28" y="2"/>
                    <a:pt x="28" y="8"/>
                  </a:cubicBezTo>
                  <a:cubicBezTo>
                    <a:pt x="28" y="37"/>
                    <a:pt x="28" y="37"/>
                    <a:pt x="28" y="37"/>
                  </a:cubicBezTo>
                  <a:cubicBezTo>
                    <a:pt x="18" y="37"/>
                    <a:pt x="18" y="37"/>
                    <a:pt x="18" y="37"/>
                  </a:cubicBezTo>
                  <a:cubicBezTo>
                    <a:pt x="18" y="12"/>
                    <a:pt x="18" y="12"/>
                    <a:pt x="18" y="12"/>
                  </a:cubicBezTo>
                  <a:cubicBezTo>
                    <a:pt x="18" y="8"/>
                    <a:pt x="18" y="6"/>
                    <a:pt x="14" y="6"/>
                  </a:cubicBezTo>
                  <a:cubicBezTo>
                    <a:pt x="11" y="6"/>
                    <a:pt x="11" y="8"/>
                    <a:pt x="11" y="12"/>
                  </a:cubicBezTo>
                  <a:cubicBezTo>
                    <a:pt x="11" y="37"/>
                    <a:pt x="11" y="37"/>
                    <a:pt x="11" y="37"/>
                  </a:cubicBezTo>
                  <a:cubicBezTo>
                    <a:pt x="0" y="37"/>
                    <a:pt x="0" y="37"/>
                    <a:pt x="0" y="37"/>
                  </a:cubicBezTo>
                  <a:cubicBezTo>
                    <a:pt x="0" y="0"/>
                    <a:pt x="0" y="0"/>
                    <a:pt x="0" y="0"/>
                  </a:cubicBezTo>
                  <a:cubicBezTo>
                    <a:pt x="11" y="0"/>
                    <a:pt x="11" y="0"/>
                    <a:pt x="11" y="0"/>
                  </a:cubicBezTo>
                  <a:lnTo>
                    <a:pt x="11" y="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8" name="Freeform 15"/>
            <p:cNvSpPr>
              <a:spLocks noEditPoints="1"/>
            </p:cNvSpPr>
            <p:nvPr/>
          </p:nvSpPr>
          <p:spPr bwMode="gray">
            <a:xfrm>
              <a:off x="6332538" y="1236663"/>
              <a:ext cx="239713" cy="442913"/>
            </a:xfrm>
            <a:custGeom>
              <a:avLst/>
              <a:gdLst>
                <a:gd name="T0" fmla="*/ 19 w 29"/>
                <a:gd name="T1" fmla="*/ 52 h 53"/>
                <a:gd name="T2" fmla="*/ 19 w 29"/>
                <a:gd name="T3" fmla="*/ 48 h 53"/>
                <a:gd name="T4" fmla="*/ 19 w 29"/>
                <a:gd name="T5" fmla="*/ 48 h 53"/>
                <a:gd name="T6" fmla="*/ 10 w 29"/>
                <a:gd name="T7" fmla="*/ 53 h 53"/>
                <a:gd name="T8" fmla="*/ 0 w 29"/>
                <a:gd name="T9" fmla="*/ 33 h 53"/>
                <a:gd name="T10" fmla="*/ 10 w 29"/>
                <a:gd name="T11" fmla="*/ 15 h 53"/>
                <a:gd name="T12" fmla="*/ 19 w 29"/>
                <a:gd name="T13" fmla="*/ 19 h 53"/>
                <a:gd name="T14" fmla="*/ 19 w 29"/>
                <a:gd name="T15" fmla="*/ 19 h 53"/>
                <a:gd name="T16" fmla="*/ 19 w 29"/>
                <a:gd name="T17" fmla="*/ 0 h 53"/>
                <a:gd name="T18" fmla="*/ 29 w 29"/>
                <a:gd name="T19" fmla="*/ 0 h 53"/>
                <a:gd name="T20" fmla="*/ 29 w 29"/>
                <a:gd name="T21" fmla="*/ 52 h 53"/>
                <a:gd name="T22" fmla="*/ 19 w 29"/>
                <a:gd name="T23" fmla="*/ 52 h 53"/>
                <a:gd name="T24" fmla="*/ 19 w 29"/>
                <a:gd name="T25" fmla="*/ 33 h 53"/>
                <a:gd name="T26" fmla="*/ 15 w 29"/>
                <a:gd name="T27" fmla="*/ 21 h 53"/>
                <a:gd name="T28" fmla="*/ 10 w 29"/>
                <a:gd name="T29" fmla="*/ 33 h 53"/>
                <a:gd name="T30" fmla="*/ 15 w 29"/>
                <a:gd name="T31" fmla="*/ 46 h 53"/>
                <a:gd name="T32" fmla="*/ 19 w 29"/>
                <a:gd name="T3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 h="53">
                  <a:moveTo>
                    <a:pt x="19" y="52"/>
                  </a:moveTo>
                  <a:cubicBezTo>
                    <a:pt x="19" y="48"/>
                    <a:pt x="19" y="48"/>
                    <a:pt x="19" y="48"/>
                  </a:cubicBezTo>
                  <a:cubicBezTo>
                    <a:pt x="19" y="48"/>
                    <a:pt x="19" y="48"/>
                    <a:pt x="19" y="48"/>
                  </a:cubicBezTo>
                  <a:cubicBezTo>
                    <a:pt x="17" y="51"/>
                    <a:pt x="14" y="53"/>
                    <a:pt x="10" y="53"/>
                  </a:cubicBezTo>
                  <a:cubicBezTo>
                    <a:pt x="0" y="53"/>
                    <a:pt x="0" y="41"/>
                    <a:pt x="0" y="33"/>
                  </a:cubicBezTo>
                  <a:cubicBezTo>
                    <a:pt x="0" y="26"/>
                    <a:pt x="0" y="15"/>
                    <a:pt x="10" y="15"/>
                  </a:cubicBezTo>
                  <a:cubicBezTo>
                    <a:pt x="14" y="15"/>
                    <a:pt x="16" y="16"/>
                    <a:pt x="19" y="19"/>
                  </a:cubicBezTo>
                  <a:cubicBezTo>
                    <a:pt x="19" y="19"/>
                    <a:pt x="19" y="19"/>
                    <a:pt x="19" y="19"/>
                  </a:cubicBezTo>
                  <a:cubicBezTo>
                    <a:pt x="19" y="0"/>
                    <a:pt x="19" y="0"/>
                    <a:pt x="19" y="0"/>
                  </a:cubicBezTo>
                  <a:cubicBezTo>
                    <a:pt x="29" y="0"/>
                    <a:pt x="29" y="0"/>
                    <a:pt x="29" y="0"/>
                  </a:cubicBezTo>
                  <a:cubicBezTo>
                    <a:pt x="29" y="52"/>
                    <a:pt x="29" y="52"/>
                    <a:pt x="29" y="52"/>
                  </a:cubicBezTo>
                  <a:lnTo>
                    <a:pt x="19" y="52"/>
                  </a:lnTo>
                  <a:close/>
                  <a:moveTo>
                    <a:pt x="19" y="33"/>
                  </a:moveTo>
                  <a:cubicBezTo>
                    <a:pt x="19" y="26"/>
                    <a:pt x="19" y="21"/>
                    <a:pt x="15" y="21"/>
                  </a:cubicBezTo>
                  <a:cubicBezTo>
                    <a:pt x="10" y="21"/>
                    <a:pt x="10" y="26"/>
                    <a:pt x="10" y="33"/>
                  </a:cubicBezTo>
                  <a:cubicBezTo>
                    <a:pt x="10" y="43"/>
                    <a:pt x="11" y="46"/>
                    <a:pt x="15" y="46"/>
                  </a:cubicBezTo>
                  <a:cubicBezTo>
                    <a:pt x="18" y="46"/>
                    <a:pt x="19" y="43"/>
                    <a:pt x="19" y="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9" name="Freeform 16"/>
            <p:cNvSpPr>
              <a:spLocks noEditPoints="1"/>
            </p:cNvSpPr>
            <p:nvPr/>
          </p:nvSpPr>
          <p:spPr bwMode="gray">
            <a:xfrm>
              <a:off x="4087813" y="1236663"/>
              <a:ext cx="238125" cy="442913"/>
            </a:xfrm>
            <a:custGeom>
              <a:avLst/>
              <a:gdLst>
                <a:gd name="T0" fmla="*/ 20 w 29"/>
                <a:gd name="T1" fmla="*/ 52 h 53"/>
                <a:gd name="T2" fmla="*/ 20 w 29"/>
                <a:gd name="T3" fmla="*/ 48 h 53"/>
                <a:gd name="T4" fmla="*/ 19 w 29"/>
                <a:gd name="T5" fmla="*/ 48 h 53"/>
                <a:gd name="T6" fmla="*/ 11 w 29"/>
                <a:gd name="T7" fmla="*/ 53 h 53"/>
                <a:gd name="T8" fmla="*/ 1 w 29"/>
                <a:gd name="T9" fmla="*/ 33 h 53"/>
                <a:gd name="T10" fmla="*/ 11 w 29"/>
                <a:gd name="T11" fmla="*/ 15 h 53"/>
                <a:gd name="T12" fmla="*/ 19 w 29"/>
                <a:gd name="T13" fmla="*/ 19 h 53"/>
                <a:gd name="T14" fmla="*/ 19 w 29"/>
                <a:gd name="T15" fmla="*/ 19 h 53"/>
                <a:gd name="T16" fmla="*/ 19 w 29"/>
                <a:gd name="T17" fmla="*/ 0 h 53"/>
                <a:gd name="T18" fmla="*/ 29 w 29"/>
                <a:gd name="T19" fmla="*/ 0 h 53"/>
                <a:gd name="T20" fmla="*/ 29 w 29"/>
                <a:gd name="T21" fmla="*/ 52 h 53"/>
                <a:gd name="T22" fmla="*/ 20 w 29"/>
                <a:gd name="T23" fmla="*/ 52 h 53"/>
                <a:gd name="T24" fmla="*/ 19 w 29"/>
                <a:gd name="T25" fmla="*/ 33 h 53"/>
                <a:gd name="T26" fmla="*/ 15 w 29"/>
                <a:gd name="T27" fmla="*/ 21 h 53"/>
                <a:gd name="T28" fmla="*/ 11 w 29"/>
                <a:gd name="T29" fmla="*/ 33 h 53"/>
                <a:gd name="T30" fmla="*/ 15 w 29"/>
                <a:gd name="T31" fmla="*/ 46 h 53"/>
                <a:gd name="T32" fmla="*/ 19 w 29"/>
                <a:gd name="T3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 h="53">
                  <a:moveTo>
                    <a:pt x="20" y="52"/>
                  </a:moveTo>
                  <a:cubicBezTo>
                    <a:pt x="20" y="48"/>
                    <a:pt x="20" y="48"/>
                    <a:pt x="20" y="48"/>
                  </a:cubicBezTo>
                  <a:cubicBezTo>
                    <a:pt x="19" y="48"/>
                    <a:pt x="19" y="48"/>
                    <a:pt x="19" y="48"/>
                  </a:cubicBezTo>
                  <a:cubicBezTo>
                    <a:pt x="18" y="51"/>
                    <a:pt x="15" y="53"/>
                    <a:pt x="11" y="53"/>
                  </a:cubicBezTo>
                  <a:cubicBezTo>
                    <a:pt x="0" y="53"/>
                    <a:pt x="1" y="41"/>
                    <a:pt x="1" y="33"/>
                  </a:cubicBezTo>
                  <a:cubicBezTo>
                    <a:pt x="1" y="26"/>
                    <a:pt x="0" y="15"/>
                    <a:pt x="11" y="15"/>
                  </a:cubicBezTo>
                  <a:cubicBezTo>
                    <a:pt x="14" y="15"/>
                    <a:pt x="17" y="16"/>
                    <a:pt x="19" y="19"/>
                  </a:cubicBezTo>
                  <a:cubicBezTo>
                    <a:pt x="19" y="19"/>
                    <a:pt x="19" y="19"/>
                    <a:pt x="19" y="19"/>
                  </a:cubicBezTo>
                  <a:cubicBezTo>
                    <a:pt x="19" y="0"/>
                    <a:pt x="19" y="0"/>
                    <a:pt x="19" y="0"/>
                  </a:cubicBezTo>
                  <a:cubicBezTo>
                    <a:pt x="29" y="0"/>
                    <a:pt x="29" y="0"/>
                    <a:pt x="29" y="0"/>
                  </a:cubicBezTo>
                  <a:cubicBezTo>
                    <a:pt x="29" y="52"/>
                    <a:pt x="29" y="52"/>
                    <a:pt x="29" y="52"/>
                  </a:cubicBezTo>
                  <a:lnTo>
                    <a:pt x="20" y="52"/>
                  </a:lnTo>
                  <a:close/>
                  <a:moveTo>
                    <a:pt x="19" y="33"/>
                  </a:moveTo>
                  <a:cubicBezTo>
                    <a:pt x="19" y="26"/>
                    <a:pt x="19" y="21"/>
                    <a:pt x="15" y="21"/>
                  </a:cubicBezTo>
                  <a:cubicBezTo>
                    <a:pt x="11" y="21"/>
                    <a:pt x="11" y="26"/>
                    <a:pt x="11" y="33"/>
                  </a:cubicBezTo>
                  <a:cubicBezTo>
                    <a:pt x="11" y="43"/>
                    <a:pt x="11" y="46"/>
                    <a:pt x="15" y="46"/>
                  </a:cubicBezTo>
                  <a:cubicBezTo>
                    <a:pt x="18" y="46"/>
                    <a:pt x="19" y="43"/>
                    <a:pt x="19" y="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0" name="Freeform 17"/>
            <p:cNvSpPr>
              <a:spLocks/>
            </p:cNvSpPr>
            <p:nvPr/>
          </p:nvSpPr>
          <p:spPr bwMode="gray">
            <a:xfrm>
              <a:off x="6761163" y="1227138"/>
              <a:ext cx="279400" cy="452438"/>
            </a:xfrm>
            <a:custGeom>
              <a:avLst/>
              <a:gdLst>
                <a:gd name="T0" fmla="*/ 16 w 34"/>
                <a:gd name="T1" fmla="*/ 54 h 54"/>
                <a:gd name="T2" fmla="*/ 1 w 34"/>
                <a:gd name="T3" fmla="*/ 37 h 54"/>
                <a:gd name="T4" fmla="*/ 11 w 34"/>
                <a:gd name="T5" fmla="*/ 37 h 54"/>
                <a:gd name="T6" fmla="*/ 18 w 34"/>
                <a:gd name="T7" fmla="*/ 46 h 54"/>
                <a:gd name="T8" fmla="*/ 23 w 34"/>
                <a:gd name="T9" fmla="*/ 40 h 54"/>
                <a:gd name="T10" fmla="*/ 1 w 34"/>
                <a:gd name="T11" fmla="*/ 14 h 54"/>
                <a:gd name="T12" fmla="*/ 18 w 34"/>
                <a:gd name="T13" fmla="*/ 0 h 54"/>
                <a:gd name="T14" fmla="*/ 34 w 34"/>
                <a:gd name="T15" fmla="*/ 15 h 54"/>
                <a:gd name="T16" fmla="*/ 23 w 34"/>
                <a:gd name="T17" fmla="*/ 15 h 54"/>
                <a:gd name="T18" fmla="*/ 18 w 34"/>
                <a:gd name="T19" fmla="*/ 8 h 54"/>
                <a:gd name="T20" fmla="*/ 12 w 34"/>
                <a:gd name="T21" fmla="*/ 13 h 54"/>
                <a:gd name="T22" fmla="*/ 34 w 34"/>
                <a:gd name="T23" fmla="*/ 39 h 54"/>
                <a:gd name="T24" fmla="*/ 16 w 34"/>
                <a:gd name="T2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 h="54">
                  <a:moveTo>
                    <a:pt x="16" y="54"/>
                  </a:moveTo>
                  <a:cubicBezTo>
                    <a:pt x="2" y="54"/>
                    <a:pt x="0" y="46"/>
                    <a:pt x="1" y="37"/>
                  </a:cubicBezTo>
                  <a:cubicBezTo>
                    <a:pt x="11" y="37"/>
                    <a:pt x="11" y="37"/>
                    <a:pt x="11" y="37"/>
                  </a:cubicBezTo>
                  <a:cubicBezTo>
                    <a:pt x="11" y="42"/>
                    <a:pt x="12" y="46"/>
                    <a:pt x="18" y="46"/>
                  </a:cubicBezTo>
                  <a:cubicBezTo>
                    <a:pt x="21" y="46"/>
                    <a:pt x="23" y="44"/>
                    <a:pt x="23" y="40"/>
                  </a:cubicBezTo>
                  <a:cubicBezTo>
                    <a:pt x="23" y="31"/>
                    <a:pt x="1" y="30"/>
                    <a:pt x="1" y="14"/>
                  </a:cubicBezTo>
                  <a:cubicBezTo>
                    <a:pt x="1" y="6"/>
                    <a:pt x="5" y="0"/>
                    <a:pt x="18" y="0"/>
                  </a:cubicBezTo>
                  <a:cubicBezTo>
                    <a:pt x="29" y="0"/>
                    <a:pt x="34" y="4"/>
                    <a:pt x="34" y="15"/>
                  </a:cubicBezTo>
                  <a:cubicBezTo>
                    <a:pt x="23" y="15"/>
                    <a:pt x="23" y="15"/>
                    <a:pt x="23" y="15"/>
                  </a:cubicBezTo>
                  <a:cubicBezTo>
                    <a:pt x="23" y="12"/>
                    <a:pt x="22" y="8"/>
                    <a:pt x="18" y="8"/>
                  </a:cubicBezTo>
                  <a:cubicBezTo>
                    <a:pt x="14" y="8"/>
                    <a:pt x="12" y="9"/>
                    <a:pt x="12" y="13"/>
                  </a:cubicBezTo>
                  <a:cubicBezTo>
                    <a:pt x="12" y="23"/>
                    <a:pt x="34" y="22"/>
                    <a:pt x="34" y="39"/>
                  </a:cubicBezTo>
                  <a:cubicBezTo>
                    <a:pt x="34" y="52"/>
                    <a:pt x="24" y="54"/>
                    <a:pt x="16" y="5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1" name="Freeform 18"/>
            <p:cNvSpPr>
              <a:spLocks noEditPoints="1"/>
            </p:cNvSpPr>
            <p:nvPr/>
          </p:nvSpPr>
          <p:spPr bwMode="gray">
            <a:xfrm>
              <a:off x="7081838" y="1362075"/>
              <a:ext cx="238125" cy="317500"/>
            </a:xfrm>
            <a:custGeom>
              <a:avLst/>
              <a:gdLst>
                <a:gd name="T0" fmla="*/ 0 w 29"/>
                <a:gd name="T1" fmla="*/ 18 h 38"/>
                <a:gd name="T2" fmla="*/ 15 w 29"/>
                <a:gd name="T3" fmla="*/ 0 h 38"/>
                <a:gd name="T4" fmla="*/ 29 w 29"/>
                <a:gd name="T5" fmla="*/ 18 h 38"/>
                <a:gd name="T6" fmla="*/ 15 w 29"/>
                <a:gd name="T7" fmla="*/ 38 h 38"/>
                <a:gd name="T8" fmla="*/ 0 w 29"/>
                <a:gd name="T9" fmla="*/ 18 h 38"/>
                <a:gd name="T10" fmla="*/ 19 w 29"/>
                <a:gd name="T11" fmla="*/ 18 h 38"/>
                <a:gd name="T12" fmla="*/ 15 w 29"/>
                <a:gd name="T13" fmla="*/ 6 h 38"/>
                <a:gd name="T14" fmla="*/ 10 w 29"/>
                <a:gd name="T15" fmla="*/ 18 h 38"/>
                <a:gd name="T16" fmla="*/ 15 w 29"/>
                <a:gd name="T17" fmla="*/ 31 h 38"/>
                <a:gd name="T18" fmla="*/ 19 w 29"/>
                <a:gd name="T19" fmla="*/ 1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38">
                  <a:moveTo>
                    <a:pt x="0" y="18"/>
                  </a:moveTo>
                  <a:cubicBezTo>
                    <a:pt x="0" y="8"/>
                    <a:pt x="1" y="0"/>
                    <a:pt x="15" y="0"/>
                  </a:cubicBezTo>
                  <a:cubicBezTo>
                    <a:pt x="28" y="0"/>
                    <a:pt x="29" y="8"/>
                    <a:pt x="29" y="18"/>
                  </a:cubicBezTo>
                  <a:cubicBezTo>
                    <a:pt x="29" y="30"/>
                    <a:pt x="28" y="38"/>
                    <a:pt x="15" y="38"/>
                  </a:cubicBezTo>
                  <a:cubicBezTo>
                    <a:pt x="1" y="38"/>
                    <a:pt x="0" y="30"/>
                    <a:pt x="0" y="18"/>
                  </a:cubicBezTo>
                  <a:close/>
                  <a:moveTo>
                    <a:pt x="19" y="18"/>
                  </a:moveTo>
                  <a:cubicBezTo>
                    <a:pt x="19" y="10"/>
                    <a:pt x="19" y="6"/>
                    <a:pt x="15" y="6"/>
                  </a:cubicBezTo>
                  <a:cubicBezTo>
                    <a:pt x="10" y="6"/>
                    <a:pt x="10" y="10"/>
                    <a:pt x="10" y="18"/>
                  </a:cubicBezTo>
                  <a:cubicBezTo>
                    <a:pt x="10" y="29"/>
                    <a:pt x="11" y="31"/>
                    <a:pt x="15" y="31"/>
                  </a:cubicBezTo>
                  <a:cubicBezTo>
                    <a:pt x="18" y="31"/>
                    <a:pt x="19" y="29"/>
                    <a:pt x="19" y="1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2" name="Freeform 19"/>
            <p:cNvSpPr>
              <a:spLocks/>
            </p:cNvSpPr>
            <p:nvPr/>
          </p:nvSpPr>
          <p:spPr bwMode="gray">
            <a:xfrm>
              <a:off x="7345363" y="1227138"/>
              <a:ext cx="163513" cy="444500"/>
            </a:xfrm>
            <a:custGeom>
              <a:avLst/>
              <a:gdLst>
                <a:gd name="T0" fmla="*/ 20 w 20"/>
                <a:gd name="T1" fmla="*/ 7 h 53"/>
                <a:gd name="T2" fmla="*/ 15 w 20"/>
                <a:gd name="T3" fmla="*/ 12 h 53"/>
                <a:gd name="T4" fmla="*/ 15 w 20"/>
                <a:gd name="T5" fmla="*/ 16 h 53"/>
                <a:gd name="T6" fmla="*/ 19 w 20"/>
                <a:gd name="T7" fmla="*/ 16 h 53"/>
                <a:gd name="T8" fmla="*/ 19 w 20"/>
                <a:gd name="T9" fmla="*/ 23 h 53"/>
                <a:gd name="T10" fmla="*/ 15 w 20"/>
                <a:gd name="T11" fmla="*/ 23 h 53"/>
                <a:gd name="T12" fmla="*/ 15 w 20"/>
                <a:gd name="T13" fmla="*/ 53 h 53"/>
                <a:gd name="T14" fmla="*/ 4 w 20"/>
                <a:gd name="T15" fmla="*/ 53 h 53"/>
                <a:gd name="T16" fmla="*/ 4 w 20"/>
                <a:gd name="T17" fmla="*/ 23 h 53"/>
                <a:gd name="T18" fmla="*/ 0 w 20"/>
                <a:gd name="T19" fmla="*/ 23 h 53"/>
                <a:gd name="T20" fmla="*/ 0 w 20"/>
                <a:gd name="T21" fmla="*/ 16 h 53"/>
                <a:gd name="T22" fmla="*/ 5 w 20"/>
                <a:gd name="T23" fmla="*/ 16 h 53"/>
                <a:gd name="T24" fmla="*/ 16 w 20"/>
                <a:gd name="T25" fmla="*/ 0 h 53"/>
                <a:gd name="T26" fmla="*/ 20 w 20"/>
                <a:gd name="T27" fmla="*/ 0 h 53"/>
                <a:gd name="T28" fmla="*/ 20 w 20"/>
                <a:gd name="T29" fmla="*/ 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53">
                  <a:moveTo>
                    <a:pt x="20" y="7"/>
                  </a:moveTo>
                  <a:cubicBezTo>
                    <a:pt x="16" y="7"/>
                    <a:pt x="15" y="8"/>
                    <a:pt x="15" y="12"/>
                  </a:cubicBezTo>
                  <a:cubicBezTo>
                    <a:pt x="15" y="16"/>
                    <a:pt x="15" y="16"/>
                    <a:pt x="15" y="16"/>
                  </a:cubicBezTo>
                  <a:cubicBezTo>
                    <a:pt x="19" y="16"/>
                    <a:pt x="19" y="16"/>
                    <a:pt x="19" y="16"/>
                  </a:cubicBezTo>
                  <a:cubicBezTo>
                    <a:pt x="19" y="23"/>
                    <a:pt x="19" y="23"/>
                    <a:pt x="19" y="23"/>
                  </a:cubicBezTo>
                  <a:cubicBezTo>
                    <a:pt x="15" y="23"/>
                    <a:pt x="15" y="23"/>
                    <a:pt x="15" y="23"/>
                  </a:cubicBezTo>
                  <a:cubicBezTo>
                    <a:pt x="15" y="53"/>
                    <a:pt x="15" y="53"/>
                    <a:pt x="15" y="53"/>
                  </a:cubicBezTo>
                  <a:cubicBezTo>
                    <a:pt x="4" y="53"/>
                    <a:pt x="4" y="53"/>
                    <a:pt x="4" y="53"/>
                  </a:cubicBezTo>
                  <a:cubicBezTo>
                    <a:pt x="4" y="23"/>
                    <a:pt x="4" y="23"/>
                    <a:pt x="4" y="23"/>
                  </a:cubicBezTo>
                  <a:cubicBezTo>
                    <a:pt x="0" y="23"/>
                    <a:pt x="0" y="23"/>
                    <a:pt x="0" y="23"/>
                  </a:cubicBezTo>
                  <a:cubicBezTo>
                    <a:pt x="0" y="16"/>
                    <a:pt x="0" y="16"/>
                    <a:pt x="0" y="16"/>
                  </a:cubicBezTo>
                  <a:cubicBezTo>
                    <a:pt x="5" y="16"/>
                    <a:pt x="5" y="16"/>
                    <a:pt x="5" y="16"/>
                  </a:cubicBezTo>
                  <a:cubicBezTo>
                    <a:pt x="4" y="6"/>
                    <a:pt x="4" y="0"/>
                    <a:pt x="16" y="0"/>
                  </a:cubicBezTo>
                  <a:cubicBezTo>
                    <a:pt x="17" y="0"/>
                    <a:pt x="18" y="0"/>
                    <a:pt x="20" y="0"/>
                  </a:cubicBezTo>
                  <a:lnTo>
                    <a:pt x="20" y="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3" name="Freeform 20"/>
            <p:cNvSpPr>
              <a:spLocks/>
            </p:cNvSpPr>
            <p:nvPr/>
          </p:nvSpPr>
          <p:spPr bwMode="gray">
            <a:xfrm>
              <a:off x="7542213" y="1277938"/>
              <a:ext cx="157163" cy="393700"/>
            </a:xfrm>
            <a:custGeom>
              <a:avLst/>
              <a:gdLst>
                <a:gd name="T0" fmla="*/ 0 w 19"/>
                <a:gd name="T1" fmla="*/ 10 h 47"/>
                <a:gd name="T2" fmla="*/ 4 w 19"/>
                <a:gd name="T3" fmla="*/ 10 h 47"/>
                <a:gd name="T4" fmla="*/ 4 w 19"/>
                <a:gd name="T5" fmla="*/ 4 h 47"/>
                <a:gd name="T6" fmla="*/ 14 w 19"/>
                <a:gd name="T7" fmla="*/ 0 h 47"/>
                <a:gd name="T8" fmla="*/ 14 w 19"/>
                <a:gd name="T9" fmla="*/ 10 h 47"/>
                <a:gd name="T10" fmla="*/ 19 w 19"/>
                <a:gd name="T11" fmla="*/ 10 h 47"/>
                <a:gd name="T12" fmla="*/ 19 w 19"/>
                <a:gd name="T13" fmla="*/ 17 h 47"/>
                <a:gd name="T14" fmla="*/ 14 w 19"/>
                <a:gd name="T15" fmla="*/ 17 h 47"/>
                <a:gd name="T16" fmla="*/ 14 w 19"/>
                <a:gd name="T17" fmla="*/ 36 h 47"/>
                <a:gd name="T18" fmla="*/ 17 w 19"/>
                <a:gd name="T19" fmla="*/ 41 h 47"/>
                <a:gd name="T20" fmla="*/ 19 w 19"/>
                <a:gd name="T21" fmla="*/ 41 h 47"/>
                <a:gd name="T22" fmla="*/ 19 w 19"/>
                <a:gd name="T23" fmla="*/ 47 h 47"/>
                <a:gd name="T24" fmla="*/ 14 w 19"/>
                <a:gd name="T25" fmla="*/ 47 h 47"/>
                <a:gd name="T26" fmla="*/ 4 w 19"/>
                <a:gd name="T27" fmla="*/ 39 h 47"/>
                <a:gd name="T28" fmla="*/ 4 w 19"/>
                <a:gd name="T29" fmla="*/ 17 h 47"/>
                <a:gd name="T30" fmla="*/ 0 w 19"/>
                <a:gd name="T31" fmla="*/ 17 h 47"/>
                <a:gd name="T32" fmla="*/ 0 w 19"/>
                <a:gd name="T33"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 h="47">
                  <a:moveTo>
                    <a:pt x="0" y="10"/>
                  </a:moveTo>
                  <a:cubicBezTo>
                    <a:pt x="4" y="10"/>
                    <a:pt x="4" y="10"/>
                    <a:pt x="4" y="10"/>
                  </a:cubicBezTo>
                  <a:cubicBezTo>
                    <a:pt x="4" y="4"/>
                    <a:pt x="4" y="4"/>
                    <a:pt x="4" y="4"/>
                  </a:cubicBezTo>
                  <a:cubicBezTo>
                    <a:pt x="14" y="0"/>
                    <a:pt x="14" y="0"/>
                    <a:pt x="14" y="0"/>
                  </a:cubicBezTo>
                  <a:cubicBezTo>
                    <a:pt x="14" y="10"/>
                    <a:pt x="14" y="10"/>
                    <a:pt x="14" y="10"/>
                  </a:cubicBezTo>
                  <a:cubicBezTo>
                    <a:pt x="19" y="10"/>
                    <a:pt x="19" y="10"/>
                    <a:pt x="19" y="10"/>
                  </a:cubicBezTo>
                  <a:cubicBezTo>
                    <a:pt x="19" y="17"/>
                    <a:pt x="19" y="17"/>
                    <a:pt x="19" y="17"/>
                  </a:cubicBezTo>
                  <a:cubicBezTo>
                    <a:pt x="14" y="17"/>
                    <a:pt x="14" y="17"/>
                    <a:pt x="14" y="17"/>
                  </a:cubicBezTo>
                  <a:cubicBezTo>
                    <a:pt x="14" y="36"/>
                    <a:pt x="14" y="36"/>
                    <a:pt x="14" y="36"/>
                  </a:cubicBezTo>
                  <a:cubicBezTo>
                    <a:pt x="14" y="39"/>
                    <a:pt x="14" y="41"/>
                    <a:pt x="17" y="41"/>
                  </a:cubicBezTo>
                  <a:cubicBezTo>
                    <a:pt x="18" y="41"/>
                    <a:pt x="18" y="41"/>
                    <a:pt x="19" y="41"/>
                  </a:cubicBezTo>
                  <a:cubicBezTo>
                    <a:pt x="19" y="47"/>
                    <a:pt x="19" y="47"/>
                    <a:pt x="19" y="47"/>
                  </a:cubicBezTo>
                  <a:cubicBezTo>
                    <a:pt x="18" y="47"/>
                    <a:pt x="16" y="47"/>
                    <a:pt x="14" y="47"/>
                  </a:cubicBezTo>
                  <a:cubicBezTo>
                    <a:pt x="5" y="47"/>
                    <a:pt x="4" y="41"/>
                    <a:pt x="4" y="39"/>
                  </a:cubicBezTo>
                  <a:cubicBezTo>
                    <a:pt x="4" y="17"/>
                    <a:pt x="4" y="17"/>
                    <a:pt x="4" y="17"/>
                  </a:cubicBezTo>
                  <a:cubicBezTo>
                    <a:pt x="0" y="17"/>
                    <a:pt x="0" y="17"/>
                    <a:pt x="0" y="17"/>
                  </a:cubicBezTo>
                  <a:lnTo>
                    <a:pt x="0" y="1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4" name="Freeform 21"/>
            <p:cNvSpPr>
              <a:spLocks/>
            </p:cNvSpPr>
            <p:nvPr/>
          </p:nvSpPr>
          <p:spPr bwMode="gray">
            <a:xfrm>
              <a:off x="7731126" y="1362075"/>
              <a:ext cx="452438" cy="309563"/>
            </a:xfrm>
            <a:custGeom>
              <a:avLst/>
              <a:gdLst>
                <a:gd name="T0" fmla="*/ 0 w 285"/>
                <a:gd name="T1" fmla="*/ 0 h 195"/>
                <a:gd name="T2" fmla="*/ 52 w 285"/>
                <a:gd name="T3" fmla="*/ 0 h 195"/>
                <a:gd name="T4" fmla="*/ 78 w 285"/>
                <a:gd name="T5" fmla="*/ 148 h 195"/>
                <a:gd name="T6" fmla="*/ 78 w 285"/>
                <a:gd name="T7" fmla="*/ 148 h 195"/>
                <a:gd name="T8" fmla="*/ 114 w 285"/>
                <a:gd name="T9" fmla="*/ 0 h 195"/>
                <a:gd name="T10" fmla="*/ 171 w 285"/>
                <a:gd name="T11" fmla="*/ 0 h 195"/>
                <a:gd name="T12" fmla="*/ 202 w 285"/>
                <a:gd name="T13" fmla="*/ 148 h 195"/>
                <a:gd name="T14" fmla="*/ 202 w 285"/>
                <a:gd name="T15" fmla="*/ 148 h 195"/>
                <a:gd name="T16" fmla="*/ 233 w 285"/>
                <a:gd name="T17" fmla="*/ 0 h 195"/>
                <a:gd name="T18" fmla="*/ 285 w 285"/>
                <a:gd name="T19" fmla="*/ 0 h 195"/>
                <a:gd name="T20" fmla="*/ 233 w 285"/>
                <a:gd name="T21" fmla="*/ 195 h 195"/>
                <a:gd name="T22" fmla="*/ 176 w 285"/>
                <a:gd name="T23" fmla="*/ 195 h 195"/>
                <a:gd name="T24" fmla="*/ 140 w 285"/>
                <a:gd name="T25" fmla="*/ 63 h 195"/>
                <a:gd name="T26" fmla="*/ 140 w 285"/>
                <a:gd name="T27" fmla="*/ 63 h 195"/>
                <a:gd name="T28" fmla="*/ 104 w 285"/>
                <a:gd name="T29" fmla="*/ 195 h 195"/>
                <a:gd name="T30" fmla="*/ 47 w 285"/>
                <a:gd name="T31" fmla="*/ 195 h 195"/>
                <a:gd name="T32" fmla="*/ 0 w 285"/>
                <a:gd name="T33"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5" h="195">
                  <a:moveTo>
                    <a:pt x="0" y="0"/>
                  </a:moveTo>
                  <a:lnTo>
                    <a:pt x="52" y="0"/>
                  </a:lnTo>
                  <a:lnTo>
                    <a:pt x="78" y="148"/>
                  </a:lnTo>
                  <a:lnTo>
                    <a:pt x="78" y="148"/>
                  </a:lnTo>
                  <a:lnTo>
                    <a:pt x="114" y="0"/>
                  </a:lnTo>
                  <a:lnTo>
                    <a:pt x="171" y="0"/>
                  </a:lnTo>
                  <a:lnTo>
                    <a:pt x="202" y="148"/>
                  </a:lnTo>
                  <a:lnTo>
                    <a:pt x="202" y="148"/>
                  </a:lnTo>
                  <a:lnTo>
                    <a:pt x="233" y="0"/>
                  </a:lnTo>
                  <a:lnTo>
                    <a:pt x="285" y="0"/>
                  </a:lnTo>
                  <a:lnTo>
                    <a:pt x="233" y="195"/>
                  </a:lnTo>
                  <a:lnTo>
                    <a:pt x="176" y="195"/>
                  </a:lnTo>
                  <a:lnTo>
                    <a:pt x="140" y="63"/>
                  </a:lnTo>
                  <a:lnTo>
                    <a:pt x="140" y="63"/>
                  </a:lnTo>
                  <a:lnTo>
                    <a:pt x="104" y="195"/>
                  </a:lnTo>
                  <a:lnTo>
                    <a:pt x="47" y="195"/>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5" name="Freeform 22"/>
            <p:cNvSpPr>
              <a:spLocks noEditPoints="1"/>
            </p:cNvSpPr>
            <p:nvPr/>
          </p:nvSpPr>
          <p:spPr bwMode="gray">
            <a:xfrm>
              <a:off x="8201026" y="1362075"/>
              <a:ext cx="238125" cy="317500"/>
            </a:xfrm>
            <a:custGeom>
              <a:avLst/>
              <a:gdLst>
                <a:gd name="T0" fmla="*/ 29 w 29"/>
                <a:gd name="T1" fmla="*/ 30 h 38"/>
                <a:gd name="T2" fmla="*/ 29 w 29"/>
                <a:gd name="T3" fmla="*/ 37 h 38"/>
                <a:gd name="T4" fmla="*/ 20 w 29"/>
                <a:gd name="T5" fmla="*/ 37 h 38"/>
                <a:gd name="T6" fmla="*/ 19 w 29"/>
                <a:gd name="T7" fmla="*/ 32 h 38"/>
                <a:gd name="T8" fmla="*/ 19 w 29"/>
                <a:gd name="T9" fmla="*/ 32 h 38"/>
                <a:gd name="T10" fmla="*/ 10 w 29"/>
                <a:gd name="T11" fmla="*/ 38 h 38"/>
                <a:gd name="T12" fmla="*/ 0 w 29"/>
                <a:gd name="T13" fmla="*/ 26 h 38"/>
                <a:gd name="T14" fmla="*/ 19 w 29"/>
                <a:gd name="T15" fmla="*/ 13 h 38"/>
                <a:gd name="T16" fmla="*/ 19 w 29"/>
                <a:gd name="T17" fmla="*/ 11 h 38"/>
                <a:gd name="T18" fmla="*/ 15 w 29"/>
                <a:gd name="T19" fmla="*/ 5 h 38"/>
                <a:gd name="T20" fmla="*/ 11 w 29"/>
                <a:gd name="T21" fmla="*/ 11 h 38"/>
                <a:gd name="T22" fmla="*/ 1 w 29"/>
                <a:gd name="T23" fmla="*/ 11 h 38"/>
                <a:gd name="T24" fmla="*/ 5 w 29"/>
                <a:gd name="T25" fmla="*/ 2 h 38"/>
                <a:gd name="T26" fmla="*/ 14 w 29"/>
                <a:gd name="T27" fmla="*/ 0 h 38"/>
                <a:gd name="T28" fmla="*/ 29 w 29"/>
                <a:gd name="T29" fmla="*/ 12 h 38"/>
                <a:gd name="T30" fmla="*/ 29 w 29"/>
                <a:gd name="T31" fmla="*/ 30 h 38"/>
                <a:gd name="T32" fmla="*/ 10 w 29"/>
                <a:gd name="T33" fmla="*/ 26 h 38"/>
                <a:gd name="T34" fmla="*/ 14 w 29"/>
                <a:gd name="T35" fmla="*/ 31 h 38"/>
                <a:gd name="T36" fmla="*/ 19 w 29"/>
                <a:gd name="T37" fmla="*/ 19 h 38"/>
                <a:gd name="T38" fmla="*/ 10 w 29"/>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 h="38">
                  <a:moveTo>
                    <a:pt x="29" y="30"/>
                  </a:moveTo>
                  <a:cubicBezTo>
                    <a:pt x="29" y="32"/>
                    <a:pt x="29" y="35"/>
                    <a:pt x="29" y="37"/>
                  </a:cubicBezTo>
                  <a:cubicBezTo>
                    <a:pt x="20" y="37"/>
                    <a:pt x="20" y="37"/>
                    <a:pt x="20" y="37"/>
                  </a:cubicBezTo>
                  <a:cubicBezTo>
                    <a:pt x="19" y="32"/>
                    <a:pt x="19" y="32"/>
                    <a:pt x="19" y="32"/>
                  </a:cubicBezTo>
                  <a:cubicBezTo>
                    <a:pt x="19" y="32"/>
                    <a:pt x="19" y="32"/>
                    <a:pt x="19" y="32"/>
                  </a:cubicBezTo>
                  <a:cubicBezTo>
                    <a:pt x="17" y="36"/>
                    <a:pt x="14" y="38"/>
                    <a:pt x="10" y="38"/>
                  </a:cubicBezTo>
                  <a:cubicBezTo>
                    <a:pt x="3" y="38"/>
                    <a:pt x="0" y="32"/>
                    <a:pt x="0" y="26"/>
                  </a:cubicBezTo>
                  <a:cubicBezTo>
                    <a:pt x="0" y="14"/>
                    <a:pt x="9" y="13"/>
                    <a:pt x="19" y="13"/>
                  </a:cubicBezTo>
                  <a:cubicBezTo>
                    <a:pt x="19" y="11"/>
                    <a:pt x="19" y="11"/>
                    <a:pt x="19" y="11"/>
                  </a:cubicBezTo>
                  <a:cubicBezTo>
                    <a:pt x="19" y="8"/>
                    <a:pt x="18" y="5"/>
                    <a:pt x="15" y="5"/>
                  </a:cubicBezTo>
                  <a:cubicBezTo>
                    <a:pt x="11" y="5"/>
                    <a:pt x="11" y="8"/>
                    <a:pt x="11" y="11"/>
                  </a:cubicBezTo>
                  <a:cubicBezTo>
                    <a:pt x="1" y="11"/>
                    <a:pt x="1" y="11"/>
                    <a:pt x="1" y="11"/>
                  </a:cubicBezTo>
                  <a:cubicBezTo>
                    <a:pt x="1" y="6"/>
                    <a:pt x="2" y="4"/>
                    <a:pt x="5" y="2"/>
                  </a:cubicBezTo>
                  <a:cubicBezTo>
                    <a:pt x="7" y="0"/>
                    <a:pt x="10" y="0"/>
                    <a:pt x="14" y="0"/>
                  </a:cubicBezTo>
                  <a:cubicBezTo>
                    <a:pt x="27" y="0"/>
                    <a:pt x="29" y="5"/>
                    <a:pt x="29" y="12"/>
                  </a:cubicBezTo>
                  <a:lnTo>
                    <a:pt x="29" y="30"/>
                  </a:lnTo>
                  <a:close/>
                  <a:moveTo>
                    <a:pt x="10" y="26"/>
                  </a:moveTo>
                  <a:cubicBezTo>
                    <a:pt x="10" y="28"/>
                    <a:pt x="10"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6" name="Freeform 23"/>
            <p:cNvSpPr>
              <a:spLocks/>
            </p:cNvSpPr>
            <p:nvPr/>
          </p:nvSpPr>
          <p:spPr bwMode="gray">
            <a:xfrm>
              <a:off x="8496301" y="1362075"/>
              <a:ext cx="157163" cy="309563"/>
            </a:xfrm>
            <a:custGeom>
              <a:avLst/>
              <a:gdLst>
                <a:gd name="T0" fmla="*/ 10 w 19"/>
                <a:gd name="T1" fmla="*/ 0 h 37"/>
                <a:gd name="T2" fmla="*/ 10 w 19"/>
                <a:gd name="T3" fmla="*/ 5 h 37"/>
                <a:gd name="T4" fmla="*/ 10 w 19"/>
                <a:gd name="T5" fmla="*/ 5 h 37"/>
                <a:gd name="T6" fmla="*/ 19 w 19"/>
                <a:gd name="T7" fmla="*/ 0 h 37"/>
                <a:gd name="T8" fmla="*/ 19 w 19"/>
                <a:gd name="T9" fmla="*/ 9 h 37"/>
                <a:gd name="T10" fmla="*/ 10 w 19"/>
                <a:gd name="T11" fmla="*/ 17 h 37"/>
                <a:gd name="T12" fmla="*/ 10 w 19"/>
                <a:gd name="T13" fmla="*/ 37 h 37"/>
                <a:gd name="T14" fmla="*/ 0 w 19"/>
                <a:gd name="T15" fmla="*/ 37 h 37"/>
                <a:gd name="T16" fmla="*/ 0 w 19"/>
                <a:gd name="T17" fmla="*/ 0 h 37"/>
                <a:gd name="T18" fmla="*/ 10 w 19"/>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37">
                  <a:moveTo>
                    <a:pt x="10" y="0"/>
                  </a:moveTo>
                  <a:cubicBezTo>
                    <a:pt x="10" y="5"/>
                    <a:pt x="10" y="5"/>
                    <a:pt x="10" y="5"/>
                  </a:cubicBezTo>
                  <a:cubicBezTo>
                    <a:pt x="10" y="5"/>
                    <a:pt x="10" y="5"/>
                    <a:pt x="10" y="5"/>
                  </a:cubicBezTo>
                  <a:cubicBezTo>
                    <a:pt x="12" y="1"/>
                    <a:pt x="15" y="0"/>
                    <a:pt x="19" y="0"/>
                  </a:cubicBezTo>
                  <a:cubicBezTo>
                    <a:pt x="19" y="9"/>
                    <a:pt x="19" y="9"/>
                    <a:pt x="19" y="9"/>
                  </a:cubicBezTo>
                  <a:cubicBezTo>
                    <a:pt x="10" y="8"/>
                    <a:pt x="10" y="13"/>
                    <a:pt x="10" y="17"/>
                  </a:cubicBezTo>
                  <a:cubicBezTo>
                    <a:pt x="10" y="37"/>
                    <a:pt x="10" y="37"/>
                    <a:pt x="10" y="37"/>
                  </a:cubicBezTo>
                  <a:cubicBezTo>
                    <a:pt x="0" y="37"/>
                    <a:pt x="0" y="37"/>
                    <a:pt x="0" y="37"/>
                  </a:cubicBezTo>
                  <a:cubicBezTo>
                    <a:pt x="0" y="0"/>
                    <a:pt x="0" y="0"/>
                    <a:pt x="0" y="0"/>
                  </a:cubicBezTo>
                  <a:lnTo>
                    <a:pt x="1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7" name="Freeform 24"/>
            <p:cNvSpPr>
              <a:spLocks noEditPoints="1"/>
            </p:cNvSpPr>
            <p:nvPr/>
          </p:nvSpPr>
          <p:spPr bwMode="gray">
            <a:xfrm>
              <a:off x="8685213" y="1362075"/>
              <a:ext cx="247650" cy="317500"/>
            </a:xfrm>
            <a:custGeom>
              <a:avLst/>
              <a:gdLst>
                <a:gd name="T0" fmla="*/ 10 w 30"/>
                <a:gd name="T1" fmla="*/ 20 h 38"/>
                <a:gd name="T2" fmla="*/ 15 w 30"/>
                <a:gd name="T3" fmla="*/ 31 h 38"/>
                <a:gd name="T4" fmla="*/ 19 w 30"/>
                <a:gd name="T5" fmla="*/ 25 h 38"/>
                <a:gd name="T6" fmla="*/ 30 w 30"/>
                <a:gd name="T7" fmla="*/ 25 h 38"/>
                <a:gd name="T8" fmla="*/ 26 w 30"/>
                <a:gd name="T9" fmla="*/ 34 h 38"/>
                <a:gd name="T10" fmla="*/ 15 w 30"/>
                <a:gd name="T11" fmla="*/ 38 h 38"/>
                <a:gd name="T12" fmla="*/ 0 w 30"/>
                <a:gd name="T13" fmla="*/ 18 h 38"/>
                <a:gd name="T14" fmla="*/ 15 w 30"/>
                <a:gd name="T15" fmla="*/ 0 h 38"/>
                <a:gd name="T16" fmla="*/ 30 w 30"/>
                <a:gd name="T17" fmla="*/ 20 h 38"/>
                <a:gd name="T18" fmla="*/ 10 w 30"/>
                <a:gd name="T19" fmla="*/ 20 h 38"/>
                <a:gd name="T20" fmla="*/ 20 w 30"/>
                <a:gd name="T21" fmla="*/ 15 h 38"/>
                <a:gd name="T22" fmla="*/ 15 w 30"/>
                <a:gd name="T23" fmla="*/ 6 h 38"/>
                <a:gd name="T24" fmla="*/ 10 w 30"/>
                <a:gd name="T25" fmla="*/ 15 h 38"/>
                <a:gd name="T26" fmla="*/ 20 w 30"/>
                <a:gd name="T27" fmla="*/ 1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8">
                  <a:moveTo>
                    <a:pt x="10" y="20"/>
                  </a:moveTo>
                  <a:cubicBezTo>
                    <a:pt x="10" y="25"/>
                    <a:pt x="11" y="31"/>
                    <a:pt x="15" y="31"/>
                  </a:cubicBezTo>
                  <a:cubicBezTo>
                    <a:pt x="19" y="31"/>
                    <a:pt x="19" y="28"/>
                    <a:pt x="19" y="25"/>
                  </a:cubicBezTo>
                  <a:cubicBezTo>
                    <a:pt x="30" y="25"/>
                    <a:pt x="30" y="25"/>
                    <a:pt x="30" y="25"/>
                  </a:cubicBezTo>
                  <a:cubicBezTo>
                    <a:pt x="30" y="29"/>
                    <a:pt x="28" y="32"/>
                    <a:pt x="26" y="34"/>
                  </a:cubicBezTo>
                  <a:cubicBezTo>
                    <a:pt x="24" y="36"/>
                    <a:pt x="20" y="38"/>
                    <a:pt x="15" y="38"/>
                  </a:cubicBezTo>
                  <a:cubicBezTo>
                    <a:pt x="2" y="38"/>
                    <a:pt x="0" y="30"/>
                    <a:pt x="0" y="18"/>
                  </a:cubicBezTo>
                  <a:cubicBezTo>
                    <a:pt x="0" y="8"/>
                    <a:pt x="2" y="0"/>
                    <a:pt x="15" y="0"/>
                  </a:cubicBezTo>
                  <a:cubicBezTo>
                    <a:pt x="29" y="0"/>
                    <a:pt x="30" y="8"/>
                    <a:pt x="30" y="20"/>
                  </a:cubicBezTo>
                  <a:lnTo>
                    <a:pt x="10" y="20"/>
                  </a:lnTo>
                  <a:close/>
                  <a:moveTo>
                    <a:pt x="20" y="15"/>
                  </a:moveTo>
                  <a:cubicBezTo>
                    <a:pt x="20" y="11"/>
                    <a:pt x="20" y="6"/>
                    <a:pt x="15" y="6"/>
                  </a:cubicBezTo>
                  <a:cubicBezTo>
                    <a:pt x="10" y="6"/>
                    <a:pt x="10" y="11"/>
                    <a:pt x="10" y="15"/>
                  </a:cubicBezTo>
                  <a:lnTo>
                    <a:pt x="20" y="1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8" name="Freeform 25"/>
            <p:cNvSpPr>
              <a:spLocks noEditPoints="1"/>
            </p:cNvSpPr>
            <p:nvPr/>
          </p:nvSpPr>
          <p:spPr bwMode="gray">
            <a:xfrm>
              <a:off x="7920038" y="1957388"/>
              <a:ext cx="206375" cy="258763"/>
            </a:xfrm>
            <a:custGeom>
              <a:avLst/>
              <a:gdLst>
                <a:gd name="T0" fmla="*/ 9 w 25"/>
                <a:gd name="T1" fmla="*/ 17 h 31"/>
                <a:gd name="T2" fmla="*/ 13 w 25"/>
                <a:gd name="T3" fmla="*/ 26 h 31"/>
                <a:gd name="T4" fmla="*/ 16 w 25"/>
                <a:gd name="T5" fmla="*/ 20 h 31"/>
                <a:gd name="T6" fmla="*/ 25 w 25"/>
                <a:gd name="T7" fmla="*/ 20 h 31"/>
                <a:gd name="T8" fmla="*/ 22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7 w 25"/>
                <a:gd name="T21" fmla="*/ 12 h 31"/>
                <a:gd name="T22" fmla="*/ 13 w 25"/>
                <a:gd name="T23" fmla="*/ 5 h 31"/>
                <a:gd name="T24" fmla="*/ 9 w 25"/>
                <a:gd name="T25" fmla="*/ 12 h 31"/>
                <a:gd name="T26" fmla="*/ 17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6" y="26"/>
                    <a:pt x="16" y="23"/>
                    <a:pt x="16" y="20"/>
                  </a:cubicBezTo>
                  <a:cubicBezTo>
                    <a:pt x="25" y="20"/>
                    <a:pt x="25" y="20"/>
                    <a:pt x="25" y="20"/>
                  </a:cubicBezTo>
                  <a:cubicBezTo>
                    <a:pt x="25" y="24"/>
                    <a:pt x="24" y="26"/>
                    <a:pt x="22" y="28"/>
                  </a:cubicBezTo>
                  <a:cubicBezTo>
                    <a:pt x="20" y="30"/>
                    <a:pt x="17" y="31"/>
                    <a:pt x="13" y="31"/>
                  </a:cubicBezTo>
                  <a:cubicBezTo>
                    <a:pt x="2" y="31"/>
                    <a:pt x="0" y="24"/>
                    <a:pt x="0" y="15"/>
                  </a:cubicBezTo>
                  <a:cubicBezTo>
                    <a:pt x="0" y="7"/>
                    <a:pt x="2" y="0"/>
                    <a:pt x="13" y="0"/>
                  </a:cubicBezTo>
                  <a:cubicBezTo>
                    <a:pt x="24" y="0"/>
                    <a:pt x="25" y="7"/>
                    <a:pt x="25" y="17"/>
                  </a:cubicBezTo>
                  <a:lnTo>
                    <a:pt x="9" y="17"/>
                  </a:lnTo>
                  <a:close/>
                  <a:moveTo>
                    <a:pt x="17" y="12"/>
                  </a:moveTo>
                  <a:cubicBezTo>
                    <a:pt x="17" y="9"/>
                    <a:pt x="17" y="5"/>
                    <a:pt x="13" y="5"/>
                  </a:cubicBezTo>
                  <a:cubicBezTo>
                    <a:pt x="9" y="5"/>
                    <a:pt x="9" y="10"/>
                    <a:pt x="9" y="12"/>
                  </a:cubicBezTo>
                  <a:lnTo>
                    <a:pt x="17"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29" name="Freeform 26"/>
            <p:cNvSpPr>
              <a:spLocks noEditPoints="1"/>
            </p:cNvSpPr>
            <p:nvPr/>
          </p:nvSpPr>
          <p:spPr bwMode="gray">
            <a:xfrm>
              <a:off x="8553451" y="1957388"/>
              <a:ext cx="206375" cy="258763"/>
            </a:xfrm>
            <a:custGeom>
              <a:avLst/>
              <a:gdLst>
                <a:gd name="T0" fmla="*/ 9 w 25"/>
                <a:gd name="T1" fmla="*/ 17 h 31"/>
                <a:gd name="T2" fmla="*/ 12 w 25"/>
                <a:gd name="T3" fmla="*/ 26 h 31"/>
                <a:gd name="T4" fmla="*/ 16 w 25"/>
                <a:gd name="T5" fmla="*/ 20 h 31"/>
                <a:gd name="T6" fmla="*/ 24 w 25"/>
                <a:gd name="T7" fmla="*/ 20 h 31"/>
                <a:gd name="T8" fmla="*/ 21 w 25"/>
                <a:gd name="T9" fmla="*/ 28 h 31"/>
                <a:gd name="T10" fmla="*/ 12 w 25"/>
                <a:gd name="T11" fmla="*/ 31 h 31"/>
                <a:gd name="T12" fmla="*/ 0 w 25"/>
                <a:gd name="T13" fmla="*/ 15 h 31"/>
                <a:gd name="T14" fmla="*/ 12 w 25"/>
                <a:gd name="T15" fmla="*/ 0 h 31"/>
                <a:gd name="T16" fmla="*/ 25 w 25"/>
                <a:gd name="T17" fmla="*/ 17 h 31"/>
                <a:gd name="T18" fmla="*/ 9 w 25"/>
                <a:gd name="T19" fmla="*/ 17 h 31"/>
                <a:gd name="T20" fmla="*/ 16 w 25"/>
                <a:gd name="T21" fmla="*/ 12 h 31"/>
                <a:gd name="T22" fmla="*/ 12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2" y="26"/>
                  </a:cubicBezTo>
                  <a:cubicBezTo>
                    <a:pt x="15" y="26"/>
                    <a:pt x="16" y="23"/>
                    <a:pt x="16" y="20"/>
                  </a:cubicBezTo>
                  <a:cubicBezTo>
                    <a:pt x="24" y="20"/>
                    <a:pt x="24" y="20"/>
                    <a:pt x="24" y="20"/>
                  </a:cubicBezTo>
                  <a:cubicBezTo>
                    <a:pt x="24" y="24"/>
                    <a:pt x="23" y="26"/>
                    <a:pt x="21" y="28"/>
                  </a:cubicBezTo>
                  <a:cubicBezTo>
                    <a:pt x="19" y="30"/>
                    <a:pt x="16" y="31"/>
                    <a:pt x="12" y="31"/>
                  </a:cubicBezTo>
                  <a:cubicBezTo>
                    <a:pt x="2" y="31"/>
                    <a:pt x="0" y="24"/>
                    <a:pt x="0" y="15"/>
                  </a:cubicBezTo>
                  <a:cubicBezTo>
                    <a:pt x="0" y="7"/>
                    <a:pt x="1" y="0"/>
                    <a:pt x="12" y="0"/>
                  </a:cubicBezTo>
                  <a:cubicBezTo>
                    <a:pt x="24" y="0"/>
                    <a:pt x="25" y="7"/>
                    <a:pt x="25" y="17"/>
                  </a:cubicBezTo>
                  <a:lnTo>
                    <a:pt x="9" y="17"/>
                  </a:lnTo>
                  <a:close/>
                  <a:moveTo>
                    <a:pt x="16" y="12"/>
                  </a:moveTo>
                  <a:cubicBezTo>
                    <a:pt x="16" y="9"/>
                    <a:pt x="16" y="5"/>
                    <a:pt x="12"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 name="Freeform 27"/>
            <p:cNvSpPr>
              <a:spLocks/>
            </p:cNvSpPr>
            <p:nvPr/>
          </p:nvSpPr>
          <p:spPr bwMode="gray">
            <a:xfrm>
              <a:off x="3263901" y="1855788"/>
              <a:ext cx="198438" cy="352425"/>
            </a:xfrm>
            <a:custGeom>
              <a:avLst/>
              <a:gdLst>
                <a:gd name="T0" fmla="*/ 0 w 125"/>
                <a:gd name="T1" fmla="*/ 222 h 222"/>
                <a:gd name="T2" fmla="*/ 0 w 125"/>
                <a:gd name="T3" fmla="*/ 0 h 222"/>
                <a:gd name="T4" fmla="*/ 125 w 125"/>
                <a:gd name="T5" fmla="*/ 0 h 222"/>
                <a:gd name="T6" fmla="*/ 125 w 125"/>
                <a:gd name="T7" fmla="*/ 32 h 222"/>
                <a:gd name="T8" fmla="*/ 47 w 125"/>
                <a:gd name="T9" fmla="*/ 32 h 222"/>
                <a:gd name="T10" fmla="*/ 47 w 125"/>
                <a:gd name="T11" fmla="*/ 90 h 222"/>
                <a:gd name="T12" fmla="*/ 114 w 125"/>
                <a:gd name="T13" fmla="*/ 90 h 222"/>
                <a:gd name="T14" fmla="*/ 114 w 125"/>
                <a:gd name="T15" fmla="*/ 122 h 222"/>
                <a:gd name="T16" fmla="*/ 47 w 125"/>
                <a:gd name="T17" fmla="*/ 122 h 222"/>
                <a:gd name="T18" fmla="*/ 47 w 125"/>
                <a:gd name="T19" fmla="*/ 190 h 222"/>
                <a:gd name="T20" fmla="*/ 125 w 125"/>
                <a:gd name="T21" fmla="*/ 190 h 222"/>
                <a:gd name="T22" fmla="*/ 125 w 125"/>
                <a:gd name="T23" fmla="*/ 222 h 222"/>
                <a:gd name="T24" fmla="*/ 0 w 125"/>
                <a:gd name="T25" fmla="*/ 2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222">
                  <a:moveTo>
                    <a:pt x="0" y="222"/>
                  </a:moveTo>
                  <a:lnTo>
                    <a:pt x="0" y="0"/>
                  </a:lnTo>
                  <a:lnTo>
                    <a:pt x="125" y="0"/>
                  </a:lnTo>
                  <a:lnTo>
                    <a:pt x="125" y="32"/>
                  </a:lnTo>
                  <a:lnTo>
                    <a:pt x="47" y="32"/>
                  </a:lnTo>
                  <a:lnTo>
                    <a:pt x="47" y="90"/>
                  </a:lnTo>
                  <a:lnTo>
                    <a:pt x="114" y="90"/>
                  </a:lnTo>
                  <a:lnTo>
                    <a:pt x="114" y="122"/>
                  </a:lnTo>
                  <a:lnTo>
                    <a:pt x="47" y="122"/>
                  </a:lnTo>
                  <a:lnTo>
                    <a:pt x="47" y="190"/>
                  </a:lnTo>
                  <a:lnTo>
                    <a:pt x="125" y="190"/>
                  </a:lnTo>
                  <a:lnTo>
                    <a:pt x="125" y="222"/>
                  </a:lnTo>
                  <a:lnTo>
                    <a:pt x="0" y="22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1" name="Freeform 28"/>
            <p:cNvSpPr>
              <a:spLocks/>
            </p:cNvSpPr>
            <p:nvPr/>
          </p:nvSpPr>
          <p:spPr bwMode="gray">
            <a:xfrm>
              <a:off x="3503613" y="1957388"/>
              <a:ext cx="188913" cy="250825"/>
            </a:xfrm>
            <a:custGeom>
              <a:avLst/>
              <a:gdLst>
                <a:gd name="T0" fmla="*/ 9 w 23"/>
                <a:gd name="T1" fmla="*/ 4 h 30"/>
                <a:gd name="T2" fmla="*/ 9 w 23"/>
                <a:gd name="T3" fmla="*/ 4 h 30"/>
                <a:gd name="T4" fmla="*/ 12 w 23"/>
                <a:gd name="T5" fmla="*/ 1 h 30"/>
                <a:gd name="T6" fmla="*/ 16 w 23"/>
                <a:gd name="T7" fmla="*/ 0 h 30"/>
                <a:gd name="T8" fmla="*/ 23 w 23"/>
                <a:gd name="T9" fmla="*/ 6 h 30"/>
                <a:gd name="T10" fmla="*/ 23 w 23"/>
                <a:gd name="T11" fmla="*/ 30 h 30"/>
                <a:gd name="T12" fmla="*/ 15 w 23"/>
                <a:gd name="T13" fmla="*/ 30 h 30"/>
                <a:gd name="T14" fmla="*/ 15 w 23"/>
                <a:gd name="T15" fmla="*/ 10 h 30"/>
                <a:gd name="T16" fmla="*/ 12 w 23"/>
                <a:gd name="T17" fmla="*/ 5 h 30"/>
                <a:gd name="T18" fmla="*/ 9 w 23"/>
                <a:gd name="T19" fmla="*/ 10 h 30"/>
                <a:gd name="T20" fmla="*/ 9 w 23"/>
                <a:gd name="T21" fmla="*/ 30 h 30"/>
                <a:gd name="T22" fmla="*/ 0 w 23"/>
                <a:gd name="T23" fmla="*/ 30 h 30"/>
                <a:gd name="T24" fmla="*/ 0 w 23"/>
                <a:gd name="T25" fmla="*/ 1 h 30"/>
                <a:gd name="T26" fmla="*/ 9 w 23"/>
                <a:gd name="T27" fmla="*/ 1 h 30"/>
                <a:gd name="T28" fmla="*/ 9 w 23"/>
                <a:gd name="T29"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30">
                  <a:moveTo>
                    <a:pt x="9" y="4"/>
                  </a:moveTo>
                  <a:cubicBezTo>
                    <a:pt x="9" y="4"/>
                    <a:pt x="9" y="4"/>
                    <a:pt x="9" y="4"/>
                  </a:cubicBezTo>
                  <a:cubicBezTo>
                    <a:pt x="10" y="2"/>
                    <a:pt x="11" y="1"/>
                    <a:pt x="12" y="1"/>
                  </a:cubicBezTo>
                  <a:cubicBezTo>
                    <a:pt x="13" y="0"/>
                    <a:pt x="14" y="0"/>
                    <a:pt x="16" y="0"/>
                  </a:cubicBezTo>
                  <a:cubicBezTo>
                    <a:pt x="20" y="0"/>
                    <a:pt x="23" y="2"/>
                    <a:pt x="23" y="6"/>
                  </a:cubicBezTo>
                  <a:cubicBezTo>
                    <a:pt x="23" y="30"/>
                    <a:pt x="23" y="30"/>
                    <a:pt x="23" y="30"/>
                  </a:cubicBezTo>
                  <a:cubicBezTo>
                    <a:pt x="15" y="30"/>
                    <a:pt x="15" y="30"/>
                    <a:pt x="15" y="30"/>
                  </a:cubicBezTo>
                  <a:cubicBezTo>
                    <a:pt x="15" y="10"/>
                    <a:pt x="15" y="10"/>
                    <a:pt x="15" y="10"/>
                  </a:cubicBezTo>
                  <a:cubicBezTo>
                    <a:pt x="15" y="7"/>
                    <a:pt x="15" y="5"/>
                    <a:pt x="12" y="5"/>
                  </a:cubicBezTo>
                  <a:cubicBezTo>
                    <a:pt x="9" y="5"/>
                    <a:pt x="9" y="7"/>
                    <a:pt x="9" y="10"/>
                  </a:cubicBezTo>
                  <a:cubicBezTo>
                    <a:pt x="9" y="30"/>
                    <a:pt x="9" y="30"/>
                    <a:pt x="9" y="30"/>
                  </a:cubicBezTo>
                  <a:cubicBezTo>
                    <a:pt x="0" y="30"/>
                    <a:pt x="0" y="30"/>
                    <a:pt x="0" y="30"/>
                  </a:cubicBezTo>
                  <a:cubicBezTo>
                    <a:pt x="0" y="1"/>
                    <a:pt x="0" y="1"/>
                    <a:pt x="0" y="1"/>
                  </a:cubicBezTo>
                  <a:cubicBezTo>
                    <a:pt x="9" y="1"/>
                    <a:pt x="9" y="1"/>
                    <a:pt x="9" y="1"/>
                  </a:cubicBezTo>
                  <a:lnTo>
                    <a:pt x="9" y="4"/>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2" name="Freeform 29"/>
            <p:cNvSpPr>
              <a:spLocks noEditPoints="1"/>
            </p:cNvSpPr>
            <p:nvPr/>
          </p:nvSpPr>
          <p:spPr bwMode="gray">
            <a:xfrm>
              <a:off x="3741738" y="1957388"/>
              <a:ext cx="196850" cy="350838"/>
            </a:xfrm>
            <a:custGeom>
              <a:avLst/>
              <a:gdLst>
                <a:gd name="T0" fmla="*/ 24 w 24"/>
                <a:gd name="T1" fmla="*/ 1 h 42"/>
                <a:gd name="T2" fmla="*/ 24 w 24"/>
                <a:gd name="T3" fmla="*/ 32 h 42"/>
                <a:gd name="T4" fmla="*/ 13 w 24"/>
                <a:gd name="T5" fmla="*/ 42 h 42"/>
                <a:gd name="T6" fmla="*/ 1 w 24"/>
                <a:gd name="T7" fmla="*/ 33 h 42"/>
                <a:gd name="T8" fmla="*/ 9 w 24"/>
                <a:gd name="T9" fmla="*/ 33 h 42"/>
                <a:gd name="T10" fmla="*/ 10 w 24"/>
                <a:gd name="T11" fmla="*/ 36 h 42"/>
                <a:gd name="T12" fmla="*/ 12 w 24"/>
                <a:gd name="T13" fmla="*/ 37 h 42"/>
                <a:gd name="T14" fmla="*/ 16 w 24"/>
                <a:gd name="T15" fmla="*/ 32 h 42"/>
                <a:gd name="T16" fmla="*/ 16 w 24"/>
                <a:gd name="T17" fmla="*/ 27 h 42"/>
                <a:gd name="T18" fmla="*/ 15 w 24"/>
                <a:gd name="T19" fmla="*/ 27 h 42"/>
                <a:gd name="T20" fmla="*/ 9 w 24"/>
                <a:gd name="T21" fmla="*/ 30 h 42"/>
                <a:gd name="T22" fmla="*/ 0 w 24"/>
                <a:gd name="T23" fmla="*/ 15 h 42"/>
                <a:gd name="T24" fmla="*/ 9 w 24"/>
                <a:gd name="T25" fmla="*/ 0 h 42"/>
                <a:gd name="T26" fmla="*/ 16 w 24"/>
                <a:gd name="T27" fmla="*/ 4 h 42"/>
                <a:gd name="T28" fmla="*/ 16 w 24"/>
                <a:gd name="T29" fmla="*/ 4 h 42"/>
                <a:gd name="T30" fmla="*/ 16 w 24"/>
                <a:gd name="T31" fmla="*/ 1 h 42"/>
                <a:gd name="T32" fmla="*/ 24 w 24"/>
                <a:gd name="T33" fmla="*/ 1 h 42"/>
                <a:gd name="T34" fmla="*/ 12 w 24"/>
                <a:gd name="T35" fmla="*/ 25 h 42"/>
                <a:gd name="T36" fmla="*/ 16 w 24"/>
                <a:gd name="T37" fmla="*/ 15 h 42"/>
                <a:gd name="T38" fmla="*/ 12 w 24"/>
                <a:gd name="T39" fmla="*/ 5 h 42"/>
                <a:gd name="T40" fmla="*/ 9 w 24"/>
                <a:gd name="T41" fmla="*/ 16 h 42"/>
                <a:gd name="T42" fmla="*/ 12 w 24"/>
                <a:gd name="T43"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 h="42">
                  <a:moveTo>
                    <a:pt x="24" y="1"/>
                  </a:moveTo>
                  <a:cubicBezTo>
                    <a:pt x="24" y="32"/>
                    <a:pt x="24" y="32"/>
                    <a:pt x="24" y="32"/>
                  </a:cubicBezTo>
                  <a:cubicBezTo>
                    <a:pt x="24" y="34"/>
                    <a:pt x="24" y="42"/>
                    <a:pt x="13" y="42"/>
                  </a:cubicBezTo>
                  <a:cubicBezTo>
                    <a:pt x="6" y="42"/>
                    <a:pt x="1" y="40"/>
                    <a:pt x="1" y="33"/>
                  </a:cubicBezTo>
                  <a:cubicBezTo>
                    <a:pt x="9" y="33"/>
                    <a:pt x="9" y="33"/>
                    <a:pt x="9" y="33"/>
                  </a:cubicBezTo>
                  <a:cubicBezTo>
                    <a:pt x="9" y="34"/>
                    <a:pt x="9" y="35"/>
                    <a:pt x="10" y="36"/>
                  </a:cubicBezTo>
                  <a:cubicBezTo>
                    <a:pt x="10" y="37"/>
                    <a:pt x="11" y="37"/>
                    <a:pt x="12" y="37"/>
                  </a:cubicBezTo>
                  <a:cubicBezTo>
                    <a:pt x="15" y="37"/>
                    <a:pt x="16" y="35"/>
                    <a:pt x="16" y="32"/>
                  </a:cubicBezTo>
                  <a:cubicBezTo>
                    <a:pt x="16" y="27"/>
                    <a:pt x="16" y="27"/>
                    <a:pt x="16" y="27"/>
                  </a:cubicBezTo>
                  <a:cubicBezTo>
                    <a:pt x="15" y="27"/>
                    <a:pt x="15" y="27"/>
                    <a:pt x="15" y="27"/>
                  </a:cubicBezTo>
                  <a:cubicBezTo>
                    <a:pt x="14" y="29"/>
                    <a:pt x="12" y="30"/>
                    <a:pt x="9" y="30"/>
                  </a:cubicBezTo>
                  <a:cubicBezTo>
                    <a:pt x="0" y="30"/>
                    <a:pt x="0" y="22"/>
                    <a:pt x="0" y="15"/>
                  </a:cubicBezTo>
                  <a:cubicBezTo>
                    <a:pt x="0" y="8"/>
                    <a:pt x="0" y="0"/>
                    <a:pt x="9" y="0"/>
                  </a:cubicBezTo>
                  <a:cubicBezTo>
                    <a:pt x="12" y="0"/>
                    <a:pt x="15" y="1"/>
                    <a:pt x="16" y="4"/>
                  </a:cubicBezTo>
                  <a:cubicBezTo>
                    <a:pt x="16" y="4"/>
                    <a:pt x="16" y="4"/>
                    <a:pt x="16" y="4"/>
                  </a:cubicBezTo>
                  <a:cubicBezTo>
                    <a:pt x="16" y="1"/>
                    <a:pt x="16" y="1"/>
                    <a:pt x="16" y="1"/>
                  </a:cubicBezTo>
                  <a:lnTo>
                    <a:pt x="24" y="1"/>
                  </a:lnTo>
                  <a:close/>
                  <a:moveTo>
                    <a:pt x="12" y="25"/>
                  </a:moveTo>
                  <a:cubicBezTo>
                    <a:pt x="15" y="25"/>
                    <a:pt x="16" y="22"/>
                    <a:pt x="16" y="15"/>
                  </a:cubicBezTo>
                  <a:cubicBezTo>
                    <a:pt x="16" y="9"/>
                    <a:pt x="15" y="5"/>
                    <a:pt x="12" y="5"/>
                  </a:cubicBezTo>
                  <a:cubicBezTo>
                    <a:pt x="9" y="5"/>
                    <a:pt x="9" y="7"/>
                    <a:pt x="9" y="16"/>
                  </a:cubicBezTo>
                  <a:cubicBezTo>
                    <a:pt x="9" y="19"/>
                    <a:pt x="8" y="25"/>
                    <a:pt x="12" y="2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3" name="Rectangle 30"/>
            <p:cNvSpPr>
              <a:spLocks noChangeArrowheads="1"/>
            </p:cNvSpPr>
            <p:nvPr/>
          </p:nvSpPr>
          <p:spPr bwMode="gray">
            <a:xfrm>
              <a:off x="3997326" y="1965325"/>
              <a:ext cx="73025" cy="242888"/>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dirty="0"/>
            </a:p>
          </p:txBody>
        </p:sp>
        <p:sp>
          <p:nvSpPr>
            <p:cNvPr id="3074" name="Freeform 31"/>
            <p:cNvSpPr>
              <a:spLocks/>
            </p:cNvSpPr>
            <p:nvPr/>
          </p:nvSpPr>
          <p:spPr bwMode="gray">
            <a:xfrm>
              <a:off x="4127501" y="1957388"/>
              <a:ext cx="190500" cy="250825"/>
            </a:xfrm>
            <a:custGeom>
              <a:avLst/>
              <a:gdLst>
                <a:gd name="T0" fmla="*/ 9 w 23"/>
                <a:gd name="T1" fmla="*/ 4 h 30"/>
                <a:gd name="T2" fmla="*/ 9 w 23"/>
                <a:gd name="T3" fmla="*/ 4 h 30"/>
                <a:gd name="T4" fmla="*/ 12 w 23"/>
                <a:gd name="T5" fmla="*/ 1 h 30"/>
                <a:gd name="T6" fmla="*/ 16 w 23"/>
                <a:gd name="T7" fmla="*/ 0 h 30"/>
                <a:gd name="T8" fmla="*/ 23 w 23"/>
                <a:gd name="T9" fmla="*/ 6 h 30"/>
                <a:gd name="T10" fmla="*/ 23 w 23"/>
                <a:gd name="T11" fmla="*/ 30 h 30"/>
                <a:gd name="T12" fmla="*/ 15 w 23"/>
                <a:gd name="T13" fmla="*/ 30 h 30"/>
                <a:gd name="T14" fmla="*/ 15 w 23"/>
                <a:gd name="T15" fmla="*/ 10 h 30"/>
                <a:gd name="T16" fmla="*/ 12 w 23"/>
                <a:gd name="T17" fmla="*/ 5 h 30"/>
                <a:gd name="T18" fmla="*/ 9 w 23"/>
                <a:gd name="T19" fmla="*/ 10 h 30"/>
                <a:gd name="T20" fmla="*/ 9 w 23"/>
                <a:gd name="T21" fmla="*/ 30 h 30"/>
                <a:gd name="T22" fmla="*/ 0 w 23"/>
                <a:gd name="T23" fmla="*/ 30 h 30"/>
                <a:gd name="T24" fmla="*/ 0 w 23"/>
                <a:gd name="T25" fmla="*/ 1 h 30"/>
                <a:gd name="T26" fmla="*/ 9 w 23"/>
                <a:gd name="T27" fmla="*/ 1 h 30"/>
                <a:gd name="T28" fmla="*/ 9 w 23"/>
                <a:gd name="T29"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30">
                  <a:moveTo>
                    <a:pt x="9" y="4"/>
                  </a:moveTo>
                  <a:cubicBezTo>
                    <a:pt x="9" y="4"/>
                    <a:pt x="9" y="4"/>
                    <a:pt x="9" y="4"/>
                  </a:cubicBezTo>
                  <a:cubicBezTo>
                    <a:pt x="9" y="2"/>
                    <a:pt x="10" y="1"/>
                    <a:pt x="12" y="1"/>
                  </a:cubicBezTo>
                  <a:cubicBezTo>
                    <a:pt x="13" y="0"/>
                    <a:pt x="14" y="0"/>
                    <a:pt x="16" y="0"/>
                  </a:cubicBezTo>
                  <a:cubicBezTo>
                    <a:pt x="20" y="0"/>
                    <a:pt x="23" y="2"/>
                    <a:pt x="23" y="6"/>
                  </a:cubicBezTo>
                  <a:cubicBezTo>
                    <a:pt x="23" y="30"/>
                    <a:pt x="23" y="30"/>
                    <a:pt x="23" y="30"/>
                  </a:cubicBezTo>
                  <a:cubicBezTo>
                    <a:pt x="15" y="30"/>
                    <a:pt x="15" y="30"/>
                    <a:pt x="15" y="30"/>
                  </a:cubicBezTo>
                  <a:cubicBezTo>
                    <a:pt x="15" y="10"/>
                    <a:pt x="15" y="10"/>
                    <a:pt x="15" y="10"/>
                  </a:cubicBezTo>
                  <a:cubicBezTo>
                    <a:pt x="15" y="7"/>
                    <a:pt x="14" y="5"/>
                    <a:pt x="12" y="5"/>
                  </a:cubicBezTo>
                  <a:cubicBezTo>
                    <a:pt x="9" y="5"/>
                    <a:pt x="9" y="7"/>
                    <a:pt x="9" y="10"/>
                  </a:cubicBezTo>
                  <a:cubicBezTo>
                    <a:pt x="9" y="30"/>
                    <a:pt x="9" y="30"/>
                    <a:pt x="9" y="30"/>
                  </a:cubicBezTo>
                  <a:cubicBezTo>
                    <a:pt x="0" y="30"/>
                    <a:pt x="0" y="30"/>
                    <a:pt x="0" y="30"/>
                  </a:cubicBezTo>
                  <a:cubicBezTo>
                    <a:pt x="0" y="1"/>
                    <a:pt x="0" y="1"/>
                    <a:pt x="0" y="1"/>
                  </a:cubicBezTo>
                  <a:cubicBezTo>
                    <a:pt x="9" y="1"/>
                    <a:pt x="9" y="1"/>
                    <a:pt x="9" y="1"/>
                  </a:cubicBezTo>
                  <a:lnTo>
                    <a:pt x="9" y="4"/>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5" name="Freeform 32"/>
            <p:cNvSpPr>
              <a:spLocks noEditPoints="1"/>
            </p:cNvSpPr>
            <p:nvPr/>
          </p:nvSpPr>
          <p:spPr bwMode="gray">
            <a:xfrm>
              <a:off x="4359276" y="1957388"/>
              <a:ext cx="204788" cy="258763"/>
            </a:xfrm>
            <a:custGeom>
              <a:avLst/>
              <a:gdLst>
                <a:gd name="T0" fmla="*/ 9 w 25"/>
                <a:gd name="T1" fmla="*/ 17 h 31"/>
                <a:gd name="T2" fmla="*/ 13 w 25"/>
                <a:gd name="T3" fmla="*/ 26 h 31"/>
                <a:gd name="T4" fmla="*/ 16 w 25"/>
                <a:gd name="T5" fmla="*/ 20 h 31"/>
                <a:gd name="T6" fmla="*/ 25 w 25"/>
                <a:gd name="T7" fmla="*/ 20 h 31"/>
                <a:gd name="T8" fmla="*/ 21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6 w 25"/>
                <a:gd name="T21" fmla="*/ 12 h 31"/>
                <a:gd name="T22" fmla="*/ 13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6" y="26"/>
                    <a:pt x="16" y="23"/>
                    <a:pt x="16" y="20"/>
                  </a:cubicBezTo>
                  <a:cubicBezTo>
                    <a:pt x="25" y="20"/>
                    <a:pt x="25" y="20"/>
                    <a:pt x="25" y="20"/>
                  </a:cubicBezTo>
                  <a:cubicBezTo>
                    <a:pt x="25" y="24"/>
                    <a:pt x="23" y="26"/>
                    <a:pt x="21" y="28"/>
                  </a:cubicBezTo>
                  <a:cubicBezTo>
                    <a:pt x="19" y="30"/>
                    <a:pt x="17" y="31"/>
                    <a:pt x="13" y="31"/>
                  </a:cubicBezTo>
                  <a:cubicBezTo>
                    <a:pt x="2" y="31"/>
                    <a:pt x="0" y="24"/>
                    <a:pt x="0" y="15"/>
                  </a:cubicBezTo>
                  <a:cubicBezTo>
                    <a:pt x="0" y="7"/>
                    <a:pt x="2" y="0"/>
                    <a:pt x="13" y="0"/>
                  </a:cubicBezTo>
                  <a:cubicBezTo>
                    <a:pt x="24" y="0"/>
                    <a:pt x="25" y="7"/>
                    <a:pt x="25" y="17"/>
                  </a:cubicBezTo>
                  <a:lnTo>
                    <a:pt x="9" y="17"/>
                  </a:lnTo>
                  <a:close/>
                  <a:moveTo>
                    <a:pt x="16" y="12"/>
                  </a:moveTo>
                  <a:cubicBezTo>
                    <a:pt x="16" y="9"/>
                    <a:pt x="17" y="5"/>
                    <a:pt x="13"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6" name="Freeform 33"/>
            <p:cNvSpPr>
              <a:spLocks noEditPoints="1"/>
            </p:cNvSpPr>
            <p:nvPr/>
          </p:nvSpPr>
          <p:spPr bwMode="gray">
            <a:xfrm>
              <a:off x="4597401" y="1957388"/>
              <a:ext cx="204788" cy="258763"/>
            </a:xfrm>
            <a:custGeom>
              <a:avLst/>
              <a:gdLst>
                <a:gd name="T0" fmla="*/ 9 w 25"/>
                <a:gd name="T1" fmla="*/ 17 h 31"/>
                <a:gd name="T2" fmla="*/ 13 w 25"/>
                <a:gd name="T3" fmla="*/ 26 h 31"/>
                <a:gd name="T4" fmla="*/ 16 w 25"/>
                <a:gd name="T5" fmla="*/ 20 h 31"/>
                <a:gd name="T6" fmla="*/ 25 w 25"/>
                <a:gd name="T7" fmla="*/ 20 h 31"/>
                <a:gd name="T8" fmla="*/ 21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6 w 25"/>
                <a:gd name="T21" fmla="*/ 12 h 31"/>
                <a:gd name="T22" fmla="*/ 13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5" y="26"/>
                    <a:pt x="16" y="23"/>
                    <a:pt x="16" y="20"/>
                  </a:cubicBezTo>
                  <a:cubicBezTo>
                    <a:pt x="25" y="20"/>
                    <a:pt x="25" y="20"/>
                    <a:pt x="25" y="20"/>
                  </a:cubicBezTo>
                  <a:cubicBezTo>
                    <a:pt x="24" y="24"/>
                    <a:pt x="23" y="26"/>
                    <a:pt x="21" y="28"/>
                  </a:cubicBezTo>
                  <a:cubicBezTo>
                    <a:pt x="19" y="30"/>
                    <a:pt x="16" y="31"/>
                    <a:pt x="13" y="31"/>
                  </a:cubicBezTo>
                  <a:cubicBezTo>
                    <a:pt x="2" y="31"/>
                    <a:pt x="0" y="24"/>
                    <a:pt x="0" y="15"/>
                  </a:cubicBezTo>
                  <a:cubicBezTo>
                    <a:pt x="0" y="7"/>
                    <a:pt x="2" y="0"/>
                    <a:pt x="13" y="0"/>
                  </a:cubicBezTo>
                  <a:cubicBezTo>
                    <a:pt x="24" y="0"/>
                    <a:pt x="25" y="7"/>
                    <a:pt x="25" y="17"/>
                  </a:cubicBezTo>
                  <a:lnTo>
                    <a:pt x="9" y="17"/>
                  </a:lnTo>
                  <a:close/>
                  <a:moveTo>
                    <a:pt x="16" y="12"/>
                  </a:moveTo>
                  <a:cubicBezTo>
                    <a:pt x="16" y="9"/>
                    <a:pt x="17" y="5"/>
                    <a:pt x="13"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8" name="Freeform 34"/>
            <p:cNvSpPr>
              <a:spLocks/>
            </p:cNvSpPr>
            <p:nvPr/>
          </p:nvSpPr>
          <p:spPr bwMode="gray">
            <a:xfrm>
              <a:off x="4843463" y="1957388"/>
              <a:ext cx="131763" cy="250825"/>
            </a:xfrm>
            <a:custGeom>
              <a:avLst/>
              <a:gdLst>
                <a:gd name="T0" fmla="*/ 8 w 16"/>
                <a:gd name="T1" fmla="*/ 1 h 30"/>
                <a:gd name="T2" fmla="*/ 8 w 16"/>
                <a:gd name="T3" fmla="*/ 4 h 30"/>
                <a:gd name="T4" fmla="*/ 8 w 16"/>
                <a:gd name="T5" fmla="*/ 4 h 30"/>
                <a:gd name="T6" fmla="*/ 16 w 16"/>
                <a:gd name="T7" fmla="*/ 0 h 30"/>
                <a:gd name="T8" fmla="*/ 16 w 16"/>
                <a:gd name="T9" fmla="*/ 7 h 30"/>
                <a:gd name="T10" fmla="*/ 8 w 16"/>
                <a:gd name="T11" fmla="*/ 14 h 30"/>
                <a:gd name="T12" fmla="*/ 8 w 16"/>
                <a:gd name="T13" fmla="*/ 30 h 30"/>
                <a:gd name="T14" fmla="*/ 0 w 16"/>
                <a:gd name="T15" fmla="*/ 30 h 30"/>
                <a:gd name="T16" fmla="*/ 0 w 16"/>
                <a:gd name="T17" fmla="*/ 1 h 30"/>
                <a:gd name="T18" fmla="*/ 8 w 16"/>
                <a:gd name="T19"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30">
                  <a:moveTo>
                    <a:pt x="8" y="1"/>
                  </a:moveTo>
                  <a:cubicBezTo>
                    <a:pt x="8" y="4"/>
                    <a:pt x="8" y="4"/>
                    <a:pt x="8" y="4"/>
                  </a:cubicBezTo>
                  <a:cubicBezTo>
                    <a:pt x="8" y="4"/>
                    <a:pt x="8" y="4"/>
                    <a:pt x="8" y="4"/>
                  </a:cubicBezTo>
                  <a:cubicBezTo>
                    <a:pt x="10" y="1"/>
                    <a:pt x="12" y="0"/>
                    <a:pt x="16" y="0"/>
                  </a:cubicBezTo>
                  <a:cubicBezTo>
                    <a:pt x="16" y="7"/>
                    <a:pt x="16" y="7"/>
                    <a:pt x="16" y="7"/>
                  </a:cubicBezTo>
                  <a:cubicBezTo>
                    <a:pt x="8" y="7"/>
                    <a:pt x="8" y="11"/>
                    <a:pt x="8" y="14"/>
                  </a:cubicBezTo>
                  <a:cubicBezTo>
                    <a:pt x="8" y="30"/>
                    <a:pt x="8" y="30"/>
                    <a:pt x="8" y="30"/>
                  </a:cubicBezTo>
                  <a:cubicBezTo>
                    <a:pt x="0" y="30"/>
                    <a:pt x="0" y="30"/>
                    <a:pt x="0" y="30"/>
                  </a:cubicBezTo>
                  <a:cubicBezTo>
                    <a:pt x="0" y="1"/>
                    <a:pt x="0" y="1"/>
                    <a:pt x="0" y="1"/>
                  </a:cubicBezTo>
                  <a:lnTo>
                    <a:pt x="8" y="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9" name="Freeform 35"/>
            <p:cNvSpPr>
              <a:spLocks noEditPoints="1"/>
            </p:cNvSpPr>
            <p:nvPr/>
          </p:nvSpPr>
          <p:spPr bwMode="gray">
            <a:xfrm>
              <a:off x="4992688" y="1957388"/>
              <a:ext cx="204788" cy="258763"/>
            </a:xfrm>
            <a:custGeom>
              <a:avLst/>
              <a:gdLst>
                <a:gd name="T0" fmla="*/ 9 w 25"/>
                <a:gd name="T1" fmla="*/ 17 h 31"/>
                <a:gd name="T2" fmla="*/ 13 w 25"/>
                <a:gd name="T3" fmla="*/ 26 h 31"/>
                <a:gd name="T4" fmla="*/ 16 w 25"/>
                <a:gd name="T5" fmla="*/ 20 h 31"/>
                <a:gd name="T6" fmla="*/ 25 w 25"/>
                <a:gd name="T7" fmla="*/ 20 h 31"/>
                <a:gd name="T8" fmla="*/ 21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6 w 25"/>
                <a:gd name="T21" fmla="*/ 12 h 31"/>
                <a:gd name="T22" fmla="*/ 13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5" y="26"/>
                    <a:pt x="16" y="23"/>
                    <a:pt x="16" y="20"/>
                  </a:cubicBezTo>
                  <a:cubicBezTo>
                    <a:pt x="25" y="20"/>
                    <a:pt x="25" y="20"/>
                    <a:pt x="25" y="20"/>
                  </a:cubicBezTo>
                  <a:cubicBezTo>
                    <a:pt x="24" y="24"/>
                    <a:pt x="23" y="26"/>
                    <a:pt x="21" y="28"/>
                  </a:cubicBezTo>
                  <a:cubicBezTo>
                    <a:pt x="19" y="30"/>
                    <a:pt x="16" y="31"/>
                    <a:pt x="13" y="31"/>
                  </a:cubicBezTo>
                  <a:cubicBezTo>
                    <a:pt x="2" y="31"/>
                    <a:pt x="0" y="24"/>
                    <a:pt x="0" y="15"/>
                  </a:cubicBezTo>
                  <a:cubicBezTo>
                    <a:pt x="0" y="7"/>
                    <a:pt x="1" y="0"/>
                    <a:pt x="13" y="0"/>
                  </a:cubicBezTo>
                  <a:cubicBezTo>
                    <a:pt x="24" y="0"/>
                    <a:pt x="25" y="7"/>
                    <a:pt x="25" y="17"/>
                  </a:cubicBezTo>
                  <a:lnTo>
                    <a:pt x="9" y="17"/>
                  </a:lnTo>
                  <a:close/>
                  <a:moveTo>
                    <a:pt x="16" y="12"/>
                  </a:moveTo>
                  <a:cubicBezTo>
                    <a:pt x="16" y="9"/>
                    <a:pt x="16" y="5"/>
                    <a:pt x="13"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0" name="Freeform 36"/>
            <p:cNvSpPr>
              <a:spLocks noEditPoints="1"/>
            </p:cNvSpPr>
            <p:nvPr/>
          </p:nvSpPr>
          <p:spPr bwMode="gray">
            <a:xfrm>
              <a:off x="5230813" y="1855788"/>
              <a:ext cx="196850" cy="360363"/>
            </a:xfrm>
            <a:custGeom>
              <a:avLst/>
              <a:gdLst>
                <a:gd name="T0" fmla="*/ 16 w 24"/>
                <a:gd name="T1" fmla="*/ 42 h 43"/>
                <a:gd name="T2" fmla="*/ 16 w 24"/>
                <a:gd name="T3" fmla="*/ 39 h 43"/>
                <a:gd name="T4" fmla="*/ 16 w 24"/>
                <a:gd name="T5" fmla="*/ 39 h 43"/>
                <a:gd name="T6" fmla="*/ 9 w 24"/>
                <a:gd name="T7" fmla="*/ 43 h 43"/>
                <a:gd name="T8" fmla="*/ 0 w 24"/>
                <a:gd name="T9" fmla="*/ 27 h 43"/>
                <a:gd name="T10" fmla="*/ 9 w 24"/>
                <a:gd name="T11" fmla="*/ 12 h 43"/>
                <a:gd name="T12" fmla="*/ 15 w 24"/>
                <a:gd name="T13" fmla="*/ 15 h 43"/>
                <a:gd name="T14" fmla="*/ 15 w 24"/>
                <a:gd name="T15" fmla="*/ 15 h 43"/>
                <a:gd name="T16" fmla="*/ 15 w 24"/>
                <a:gd name="T17" fmla="*/ 0 h 43"/>
                <a:gd name="T18" fmla="*/ 24 w 24"/>
                <a:gd name="T19" fmla="*/ 0 h 43"/>
                <a:gd name="T20" fmla="*/ 24 w 24"/>
                <a:gd name="T21" fmla="*/ 42 h 43"/>
                <a:gd name="T22" fmla="*/ 16 w 24"/>
                <a:gd name="T23" fmla="*/ 42 h 43"/>
                <a:gd name="T24" fmla="*/ 15 w 24"/>
                <a:gd name="T25" fmla="*/ 27 h 43"/>
                <a:gd name="T26" fmla="*/ 12 w 24"/>
                <a:gd name="T27" fmla="*/ 17 h 43"/>
                <a:gd name="T28" fmla="*/ 9 w 24"/>
                <a:gd name="T29" fmla="*/ 27 h 43"/>
                <a:gd name="T30" fmla="*/ 12 w 24"/>
                <a:gd name="T31" fmla="*/ 38 h 43"/>
                <a:gd name="T32" fmla="*/ 15 w 24"/>
                <a:gd name="T33" fmla="*/ 2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43">
                  <a:moveTo>
                    <a:pt x="16" y="42"/>
                  </a:moveTo>
                  <a:cubicBezTo>
                    <a:pt x="16" y="39"/>
                    <a:pt x="16" y="39"/>
                    <a:pt x="16" y="39"/>
                  </a:cubicBezTo>
                  <a:cubicBezTo>
                    <a:pt x="16" y="39"/>
                    <a:pt x="16" y="39"/>
                    <a:pt x="16" y="39"/>
                  </a:cubicBezTo>
                  <a:cubicBezTo>
                    <a:pt x="14" y="42"/>
                    <a:pt x="12" y="43"/>
                    <a:pt x="9" y="43"/>
                  </a:cubicBezTo>
                  <a:cubicBezTo>
                    <a:pt x="0" y="43"/>
                    <a:pt x="0" y="33"/>
                    <a:pt x="0" y="27"/>
                  </a:cubicBezTo>
                  <a:cubicBezTo>
                    <a:pt x="0" y="21"/>
                    <a:pt x="0" y="12"/>
                    <a:pt x="9" y="12"/>
                  </a:cubicBezTo>
                  <a:cubicBezTo>
                    <a:pt x="12" y="12"/>
                    <a:pt x="14" y="13"/>
                    <a:pt x="15" y="15"/>
                  </a:cubicBezTo>
                  <a:cubicBezTo>
                    <a:pt x="15" y="15"/>
                    <a:pt x="15" y="15"/>
                    <a:pt x="15" y="15"/>
                  </a:cubicBezTo>
                  <a:cubicBezTo>
                    <a:pt x="15" y="0"/>
                    <a:pt x="15" y="0"/>
                    <a:pt x="15" y="0"/>
                  </a:cubicBezTo>
                  <a:cubicBezTo>
                    <a:pt x="24" y="0"/>
                    <a:pt x="24" y="0"/>
                    <a:pt x="24" y="0"/>
                  </a:cubicBezTo>
                  <a:cubicBezTo>
                    <a:pt x="24" y="42"/>
                    <a:pt x="24" y="42"/>
                    <a:pt x="24" y="42"/>
                  </a:cubicBezTo>
                  <a:lnTo>
                    <a:pt x="16" y="42"/>
                  </a:lnTo>
                  <a:close/>
                  <a:moveTo>
                    <a:pt x="15" y="27"/>
                  </a:moveTo>
                  <a:cubicBezTo>
                    <a:pt x="15" y="21"/>
                    <a:pt x="16" y="17"/>
                    <a:pt x="12" y="17"/>
                  </a:cubicBezTo>
                  <a:cubicBezTo>
                    <a:pt x="8" y="17"/>
                    <a:pt x="9" y="21"/>
                    <a:pt x="9" y="27"/>
                  </a:cubicBezTo>
                  <a:cubicBezTo>
                    <a:pt x="9" y="35"/>
                    <a:pt x="9" y="38"/>
                    <a:pt x="12" y="38"/>
                  </a:cubicBezTo>
                  <a:cubicBezTo>
                    <a:pt x="15" y="38"/>
                    <a:pt x="15" y="35"/>
                    <a:pt x="15" y="27"/>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1" name="Freeform 37"/>
            <p:cNvSpPr>
              <a:spLocks/>
            </p:cNvSpPr>
            <p:nvPr/>
          </p:nvSpPr>
          <p:spPr bwMode="gray">
            <a:xfrm>
              <a:off x="5584826" y="1889125"/>
              <a:ext cx="131763" cy="327025"/>
            </a:xfrm>
            <a:custGeom>
              <a:avLst/>
              <a:gdLst>
                <a:gd name="T0" fmla="*/ 0 w 16"/>
                <a:gd name="T1" fmla="*/ 9 h 39"/>
                <a:gd name="T2" fmla="*/ 4 w 16"/>
                <a:gd name="T3" fmla="*/ 9 h 39"/>
                <a:gd name="T4" fmla="*/ 4 w 16"/>
                <a:gd name="T5" fmla="*/ 4 h 39"/>
                <a:gd name="T6" fmla="*/ 12 w 16"/>
                <a:gd name="T7" fmla="*/ 0 h 39"/>
                <a:gd name="T8" fmla="*/ 12 w 16"/>
                <a:gd name="T9" fmla="*/ 9 h 39"/>
                <a:gd name="T10" fmla="*/ 16 w 16"/>
                <a:gd name="T11" fmla="*/ 9 h 39"/>
                <a:gd name="T12" fmla="*/ 16 w 16"/>
                <a:gd name="T13" fmla="*/ 14 h 39"/>
                <a:gd name="T14" fmla="*/ 12 w 16"/>
                <a:gd name="T15" fmla="*/ 14 h 39"/>
                <a:gd name="T16" fmla="*/ 12 w 16"/>
                <a:gd name="T17" fmla="*/ 30 h 39"/>
                <a:gd name="T18" fmla="*/ 15 w 16"/>
                <a:gd name="T19" fmla="*/ 33 h 39"/>
                <a:gd name="T20" fmla="*/ 16 w 16"/>
                <a:gd name="T21" fmla="*/ 33 h 39"/>
                <a:gd name="T22" fmla="*/ 16 w 16"/>
                <a:gd name="T23" fmla="*/ 38 h 39"/>
                <a:gd name="T24" fmla="*/ 12 w 16"/>
                <a:gd name="T25" fmla="*/ 39 h 39"/>
                <a:gd name="T26" fmla="*/ 4 w 16"/>
                <a:gd name="T27" fmla="*/ 32 h 39"/>
                <a:gd name="T28" fmla="*/ 4 w 16"/>
                <a:gd name="T29" fmla="*/ 14 h 39"/>
                <a:gd name="T30" fmla="*/ 0 w 16"/>
                <a:gd name="T31" fmla="*/ 14 h 39"/>
                <a:gd name="T32" fmla="*/ 0 w 16"/>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 h="39">
                  <a:moveTo>
                    <a:pt x="0" y="9"/>
                  </a:moveTo>
                  <a:cubicBezTo>
                    <a:pt x="4" y="9"/>
                    <a:pt x="4" y="9"/>
                    <a:pt x="4" y="9"/>
                  </a:cubicBezTo>
                  <a:cubicBezTo>
                    <a:pt x="4" y="4"/>
                    <a:pt x="4" y="4"/>
                    <a:pt x="4" y="4"/>
                  </a:cubicBezTo>
                  <a:cubicBezTo>
                    <a:pt x="12" y="0"/>
                    <a:pt x="12" y="0"/>
                    <a:pt x="12" y="0"/>
                  </a:cubicBezTo>
                  <a:cubicBezTo>
                    <a:pt x="12" y="9"/>
                    <a:pt x="12" y="9"/>
                    <a:pt x="12" y="9"/>
                  </a:cubicBezTo>
                  <a:cubicBezTo>
                    <a:pt x="16" y="9"/>
                    <a:pt x="16" y="9"/>
                    <a:pt x="16" y="9"/>
                  </a:cubicBezTo>
                  <a:cubicBezTo>
                    <a:pt x="16" y="14"/>
                    <a:pt x="16" y="14"/>
                    <a:pt x="16" y="14"/>
                  </a:cubicBezTo>
                  <a:cubicBezTo>
                    <a:pt x="12" y="14"/>
                    <a:pt x="12" y="14"/>
                    <a:pt x="12" y="14"/>
                  </a:cubicBezTo>
                  <a:cubicBezTo>
                    <a:pt x="12" y="30"/>
                    <a:pt x="12" y="30"/>
                    <a:pt x="12" y="30"/>
                  </a:cubicBezTo>
                  <a:cubicBezTo>
                    <a:pt x="12" y="32"/>
                    <a:pt x="12" y="33"/>
                    <a:pt x="15" y="33"/>
                  </a:cubicBezTo>
                  <a:cubicBezTo>
                    <a:pt x="15" y="33"/>
                    <a:pt x="16" y="33"/>
                    <a:pt x="16" y="33"/>
                  </a:cubicBezTo>
                  <a:cubicBezTo>
                    <a:pt x="16" y="38"/>
                    <a:pt x="16" y="38"/>
                    <a:pt x="16" y="38"/>
                  </a:cubicBezTo>
                  <a:cubicBezTo>
                    <a:pt x="15" y="39"/>
                    <a:pt x="14" y="39"/>
                    <a:pt x="12" y="39"/>
                  </a:cubicBezTo>
                  <a:cubicBezTo>
                    <a:pt x="4" y="39"/>
                    <a:pt x="4" y="34"/>
                    <a:pt x="4" y="32"/>
                  </a:cubicBezTo>
                  <a:cubicBezTo>
                    <a:pt x="4" y="14"/>
                    <a:pt x="4" y="14"/>
                    <a:pt x="4" y="14"/>
                  </a:cubicBezTo>
                  <a:cubicBezTo>
                    <a:pt x="0" y="14"/>
                    <a:pt x="0" y="14"/>
                    <a:pt x="0" y="14"/>
                  </a:cubicBezTo>
                  <a:lnTo>
                    <a:pt x="0" y="9"/>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2" name="Freeform 38"/>
            <p:cNvSpPr>
              <a:spLocks noEditPoints="1"/>
            </p:cNvSpPr>
            <p:nvPr/>
          </p:nvSpPr>
          <p:spPr bwMode="gray">
            <a:xfrm>
              <a:off x="5740401" y="1957388"/>
              <a:ext cx="206375" cy="258763"/>
            </a:xfrm>
            <a:custGeom>
              <a:avLst/>
              <a:gdLst>
                <a:gd name="T0" fmla="*/ 0 w 25"/>
                <a:gd name="T1" fmla="*/ 15 h 31"/>
                <a:gd name="T2" fmla="*/ 13 w 25"/>
                <a:gd name="T3" fmla="*/ 0 h 31"/>
                <a:gd name="T4" fmla="*/ 25 w 25"/>
                <a:gd name="T5" fmla="*/ 15 h 31"/>
                <a:gd name="T6" fmla="*/ 13 w 25"/>
                <a:gd name="T7" fmla="*/ 31 h 31"/>
                <a:gd name="T8" fmla="*/ 0 w 25"/>
                <a:gd name="T9" fmla="*/ 15 h 31"/>
                <a:gd name="T10" fmla="*/ 16 w 25"/>
                <a:gd name="T11" fmla="*/ 15 h 31"/>
                <a:gd name="T12" fmla="*/ 13 w 25"/>
                <a:gd name="T13" fmla="*/ 5 h 31"/>
                <a:gd name="T14" fmla="*/ 9 w 25"/>
                <a:gd name="T15" fmla="*/ 15 h 31"/>
                <a:gd name="T16" fmla="*/ 13 w 25"/>
                <a:gd name="T17" fmla="*/ 26 h 31"/>
                <a:gd name="T18" fmla="*/ 16 w 25"/>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31">
                  <a:moveTo>
                    <a:pt x="0" y="15"/>
                  </a:moveTo>
                  <a:cubicBezTo>
                    <a:pt x="0" y="7"/>
                    <a:pt x="1" y="0"/>
                    <a:pt x="13" y="0"/>
                  </a:cubicBezTo>
                  <a:cubicBezTo>
                    <a:pt x="24" y="0"/>
                    <a:pt x="25" y="7"/>
                    <a:pt x="25" y="15"/>
                  </a:cubicBezTo>
                  <a:cubicBezTo>
                    <a:pt x="25" y="24"/>
                    <a:pt x="23" y="31"/>
                    <a:pt x="13" y="31"/>
                  </a:cubicBezTo>
                  <a:cubicBezTo>
                    <a:pt x="2" y="31"/>
                    <a:pt x="0" y="24"/>
                    <a:pt x="0" y="15"/>
                  </a:cubicBezTo>
                  <a:close/>
                  <a:moveTo>
                    <a:pt x="16" y="15"/>
                  </a:moveTo>
                  <a:cubicBezTo>
                    <a:pt x="16" y="8"/>
                    <a:pt x="16" y="5"/>
                    <a:pt x="13" y="5"/>
                  </a:cubicBezTo>
                  <a:cubicBezTo>
                    <a:pt x="9" y="5"/>
                    <a:pt x="9" y="8"/>
                    <a:pt x="9" y="15"/>
                  </a:cubicBezTo>
                  <a:cubicBezTo>
                    <a:pt x="9" y="24"/>
                    <a:pt x="9" y="26"/>
                    <a:pt x="13" y="26"/>
                  </a:cubicBezTo>
                  <a:cubicBezTo>
                    <a:pt x="16" y="26"/>
                    <a:pt x="16" y="24"/>
                    <a:pt x="16" y="1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3" name="Freeform 39"/>
            <p:cNvSpPr>
              <a:spLocks/>
            </p:cNvSpPr>
            <p:nvPr/>
          </p:nvSpPr>
          <p:spPr bwMode="gray">
            <a:xfrm>
              <a:off x="6069013" y="1855788"/>
              <a:ext cx="436563" cy="352425"/>
            </a:xfrm>
            <a:custGeom>
              <a:avLst/>
              <a:gdLst>
                <a:gd name="T0" fmla="*/ 0 w 275"/>
                <a:gd name="T1" fmla="*/ 0 h 222"/>
                <a:gd name="T2" fmla="*/ 52 w 275"/>
                <a:gd name="T3" fmla="*/ 0 h 222"/>
                <a:gd name="T4" fmla="*/ 78 w 275"/>
                <a:gd name="T5" fmla="*/ 159 h 222"/>
                <a:gd name="T6" fmla="*/ 78 w 275"/>
                <a:gd name="T7" fmla="*/ 159 h 222"/>
                <a:gd name="T8" fmla="*/ 114 w 275"/>
                <a:gd name="T9" fmla="*/ 0 h 222"/>
                <a:gd name="T10" fmla="*/ 171 w 275"/>
                <a:gd name="T11" fmla="*/ 0 h 222"/>
                <a:gd name="T12" fmla="*/ 203 w 275"/>
                <a:gd name="T13" fmla="*/ 159 h 222"/>
                <a:gd name="T14" fmla="*/ 203 w 275"/>
                <a:gd name="T15" fmla="*/ 159 h 222"/>
                <a:gd name="T16" fmla="*/ 234 w 275"/>
                <a:gd name="T17" fmla="*/ 0 h 222"/>
                <a:gd name="T18" fmla="*/ 275 w 275"/>
                <a:gd name="T19" fmla="*/ 0 h 222"/>
                <a:gd name="T20" fmla="*/ 228 w 275"/>
                <a:gd name="T21" fmla="*/ 222 h 222"/>
                <a:gd name="T22" fmla="*/ 177 w 275"/>
                <a:gd name="T23" fmla="*/ 222 h 222"/>
                <a:gd name="T24" fmla="*/ 140 w 275"/>
                <a:gd name="T25" fmla="*/ 58 h 222"/>
                <a:gd name="T26" fmla="*/ 140 w 275"/>
                <a:gd name="T27" fmla="*/ 58 h 222"/>
                <a:gd name="T28" fmla="*/ 104 w 275"/>
                <a:gd name="T29" fmla="*/ 222 h 222"/>
                <a:gd name="T30" fmla="*/ 52 w 275"/>
                <a:gd name="T31" fmla="*/ 222 h 222"/>
                <a:gd name="T32" fmla="*/ 0 w 275"/>
                <a:gd name="T3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5" h="222">
                  <a:moveTo>
                    <a:pt x="0" y="0"/>
                  </a:moveTo>
                  <a:lnTo>
                    <a:pt x="52" y="0"/>
                  </a:lnTo>
                  <a:lnTo>
                    <a:pt x="78" y="159"/>
                  </a:lnTo>
                  <a:lnTo>
                    <a:pt x="78" y="159"/>
                  </a:lnTo>
                  <a:lnTo>
                    <a:pt x="114" y="0"/>
                  </a:lnTo>
                  <a:lnTo>
                    <a:pt x="171" y="0"/>
                  </a:lnTo>
                  <a:lnTo>
                    <a:pt x="203" y="159"/>
                  </a:lnTo>
                  <a:lnTo>
                    <a:pt x="203" y="159"/>
                  </a:lnTo>
                  <a:lnTo>
                    <a:pt x="234" y="0"/>
                  </a:lnTo>
                  <a:lnTo>
                    <a:pt x="275" y="0"/>
                  </a:lnTo>
                  <a:lnTo>
                    <a:pt x="228" y="222"/>
                  </a:lnTo>
                  <a:lnTo>
                    <a:pt x="177" y="222"/>
                  </a:lnTo>
                  <a:lnTo>
                    <a:pt x="140" y="58"/>
                  </a:lnTo>
                  <a:lnTo>
                    <a:pt x="140" y="58"/>
                  </a:lnTo>
                  <a:lnTo>
                    <a:pt x="104" y="222"/>
                  </a:lnTo>
                  <a:lnTo>
                    <a:pt x="52" y="222"/>
                  </a:lnTo>
                  <a:lnTo>
                    <a:pt x="0" y="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4" name="Freeform 40"/>
            <p:cNvSpPr>
              <a:spLocks noEditPoints="1"/>
            </p:cNvSpPr>
            <p:nvPr/>
          </p:nvSpPr>
          <p:spPr bwMode="gray">
            <a:xfrm>
              <a:off x="6513513" y="1957388"/>
              <a:ext cx="198438" cy="258763"/>
            </a:xfrm>
            <a:custGeom>
              <a:avLst/>
              <a:gdLst>
                <a:gd name="T0" fmla="*/ 0 w 24"/>
                <a:gd name="T1" fmla="*/ 15 h 31"/>
                <a:gd name="T2" fmla="*/ 12 w 24"/>
                <a:gd name="T3" fmla="*/ 0 h 31"/>
                <a:gd name="T4" fmla="*/ 24 w 24"/>
                <a:gd name="T5" fmla="*/ 15 h 31"/>
                <a:gd name="T6" fmla="*/ 12 w 24"/>
                <a:gd name="T7" fmla="*/ 31 h 31"/>
                <a:gd name="T8" fmla="*/ 0 w 24"/>
                <a:gd name="T9" fmla="*/ 15 h 31"/>
                <a:gd name="T10" fmla="*/ 16 w 24"/>
                <a:gd name="T11" fmla="*/ 15 h 31"/>
                <a:gd name="T12" fmla="*/ 12 w 24"/>
                <a:gd name="T13" fmla="*/ 5 h 31"/>
                <a:gd name="T14" fmla="*/ 8 w 24"/>
                <a:gd name="T15" fmla="*/ 15 h 31"/>
                <a:gd name="T16" fmla="*/ 12 w 24"/>
                <a:gd name="T17" fmla="*/ 26 h 31"/>
                <a:gd name="T18" fmla="*/ 16 w 24"/>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1">
                  <a:moveTo>
                    <a:pt x="0" y="15"/>
                  </a:moveTo>
                  <a:cubicBezTo>
                    <a:pt x="0" y="7"/>
                    <a:pt x="1" y="0"/>
                    <a:pt x="12" y="0"/>
                  </a:cubicBezTo>
                  <a:cubicBezTo>
                    <a:pt x="23" y="0"/>
                    <a:pt x="24" y="7"/>
                    <a:pt x="24" y="15"/>
                  </a:cubicBezTo>
                  <a:cubicBezTo>
                    <a:pt x="24" y="24"/>
                    <a:pt x="23" y="31"/>
                    <a:pt x="12" y="31"/>
                  </a:cubicBezTo>
                  <a:cubicBezTo>
                    <a:pt x="1" y="31"/>
                    <a:pt x="0" y="24"/>
                    <a:pt x="0" y="15"/>
                  </a:cubicBezTo>
                  <a:close/>
                  <a:moveTo>
                    <a:pt x="16" y="15"/>
                  </a:moveTo>
                  <a:cubicBezTo>
                    <a:pt x="16" y="8"/>
                    <a:pt x="15" y="5"/>
                    <a:pt x="12" y="5"/>
                  </a:cubicBezTo>
                  <a:cubicBezTo>
                    <a:pt x="8" y="5"/>
                    <a:pt x="8" y="8"/>
                    <a:pt x="8" y="15"/>
                  </a:cubicBezTo>
                  <a:cubicBezTo>
                    <a:pt x="8" y="24"/>
                    <a:pt x="9" y="26"/>
                    <a:pt x="12" y="26"/>
                  </a:cubicBezTo>
                  <a:cubicBezTo>
                    <a:pt x="15" y="26"/>
                    <a:pt x="16" y="24"/>
                    <a:pt x="16" y="1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5" name="Freeform 41"/>
            <p:cNvSpPr>
              <a:spLocks/>
            </p:cNvSpPr>
            <p:nvPr/>
          </p:nvSpPr>
          <p:spPr bwMode="gray">
            <a:xfrm>
              <a:off x="6761163" y="1957388"/>
              <a:ext cx="131763" cy="250825"/>
            </a:xfrm>
            <a:custGeom>
              <a:avLst/>
              <a:gdLst>
                <a:gd name="T0" fmla="*/ 8 w 16"/>
                <a:gd name="T1" fmla="*/ 1 h 30"/>
                <a:gd name="T2" fmla="*/ 8 w 16"/>
                <a:gd name="T3" fmla="*/ 4 h 30"/>
                <a:gd name="T4" fmla="*/ 8 w 16"/>
                <a:gd name="T5" fmla="*/ 4 h 30"/>
                <a:gd name="T6" fmla="*/ 16 w 16"/>
                <a:gd name="T7" fmla="*/ 0 h 30"/>
                <a:gd name="T8" fmla="*/ 16 w 16"/>
                <a:gd name="T9" fmla="*/ 7 h 30"/>
                <a:gd name="T10" fmla="*/ 8 w 16"/>
                <a:gd name="T11" fmla="*/ 14 h 30"/>
                <a:gd name="T12" fmla="*/ 8 w 16"/>
                <a:gd name="T13" fmla="*/ 30 h 30"/>
                <a:gd name="T14" fmla="*/ 0 w 16"/>
                <a:gd name="T15" fmla="*/ 30 h 30"/>
                <a:gd name="T16" fmla="*/ 0 w 16"/>
                <a:gd name="T17" fmla="*/ 1 h 30"/>
                <a:gd name="T18" fmla="*/ 8 w 16"/>
                <a:gd name="T19"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30">
                  <a:moveTo>
                    <a:pt x="8" y="1"/>
                  </a:moveTo>
                  <a:cubicBezTo>
                    <a:pt x="8" y="4"/>
                    <a:pt x="8" y="4"/>
                    <a:pt x="8" y="4"/>
                  </a:cubicBezTo>
                  <a:cubicBezTo>
                    <a:pt x="8" y="4"/>
                    <a:pt x="8" y="4"/>
                    <a:pt x="8" y="4"/>
                  </a:cubicBezTo>
                  <a:cubicBezTo>
                    <a:pt x="10" y="1"/>
                    <a:pt x="12" y="0"/>
                    <a:pt x="16" y="0"/>
                  </a:cubicBezTo>
                  <a:cubicBezTo>
                    <a:pt x="16" y="7"/>
                    <a:pt x="16" y="7"/>
                    <a:pt x="16" y="7"/>
                  </a:cubicBezTo>
                  <a:cubicBezTo>
                    <a:pt x="8" y="7"/>
                    <a:pt x="8" y="11"/>
                    <a:pt x="8" y="14"/>
                  </a:cubicBezTo>
                  <a:cubicBezTo>
                    <a:pt x="8" y="30"/>
                    <a:pt x="8" y="30"/>
                    <a:pt x="8" y="30"/>
                  </a:cubicBezTo>
                  <a:cubicBezTo>
                    <a:pt x="0" y="30"/>
                    <a:pt x="0" y="30"/>
                    <a:pt x="0" y="30"/>
                  </a:cubicBezTo>
                  <a:cubicBezTo>
                    <a:pt x="0" y="1"/>
                    <a:pt x="0" y="1"/>
                    <a:pt x="0" y="1"/>
                  </a:cubicBezTo>
                  <a:lnTo>
                    <a:pt x="8" y="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6" name="Freeform 42"/>
            <p:cNvSpPr>
              <a:spLocks/>
            </p:cNvSpPr>
            <p:nvPr/>
          </p:nvSpPr>
          <p:spPr bwMode="gray">
            <a:xfrm>
              <a:off x="6924676" y="1855788"/>
              <a:ext cx="206375" cy="352425"/>
            </a:xfrm>
            <a:custGeom>
              <a:avLst/>
              <a:gdLst>
                <a:gd name="T0" fmla="*/ 0 w 130"/>
                <a:gd name="T1" fmla="*/ 222 h 222"/>
                <a:gd name="T2" fmla="*/ 0 w 130"/>
                <a:gd name="T3" fmla="*/ 0 h 222"/>
                <a:gd name="T4" fmla="*/ 42 w 130"/>
                <a:gd name="T5" fmla="*/ 0 h 222"/>
                <a:gd name="T6" fmla="*/ 42 w 130"/>
                <a:gd name="T7" fmla="*/ 132 h 222"/>
                <a:gd name="T8" fmla="*/ 42 w 130"/>
                <a:gd name="T9" fmla="*/ 132 h 222"/>
                <a:gd name="T10" fmla="*/ 83 w 130"/>
                <a:gd name="T11" fmla="*/ 69 h 222"/>
                <a:gd name="T12" fmla="*/ 125 w 130"/>
                <a:gd name="T13" fmla="*/ 69 h 222"/>
                <a:gd name="T14" fmla="*/ 83 w 130"/>
                <a:gd name="T15" fmla="*/ 137 h 222"/>
                <a:gd name="T16" fmla="*/ 130 w 130"/>
                <a:gd name="T17" fmla="*/ 222 h 222"/>
                <a:gd name="T18" fmla="*/ 83 w 130"/>
                <a:gd name="T19" fmla="*/ 222 h 222"/>
                <a:gd name="T20" fmla="*/ 42 w 130"/>
                <a:gd name="T21" fmla="*/ 137 h 222"/>
                <a:gd name="T22" fmla="*/ 42 w 130"/>
                <a:gd name="T23" fmla="*/ 137 h 222"/>
                <a:gd name="T24" fmla="*/ 42 w 130"/>
                <a:gd name="T25" fmla="*/ 222 h 222"/>
                <a:gd name="T26" fmla="*/ 0 w 130"/>
                <a:gd name="T27" fmla="*/ 2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0" h="222">
                  <a:moveTo>
                    <a:pt x="0" y="222"/>
                  </a:moveTo>
                  <a:lnTo>
                    <a:pt x="0" y="0"/>
                  </a:lnTo>
                  <a:lnTo>
                    <a:pt x="42" y="0"/>
                  </a:lnTo>
                  <a:lnTo>
                    <a:pt x="42" y="132"/>
                  </a:lnTo>
                  <a:lnTo>
                    <a:pt x="42" y="132"/>
                  </a:lnTo>
                  <a:lnTo>
                    <a:pt x="83" y="69"/>
                  </a:lnTo>
                  <a:lnTo>
                    <a:pt x="125" y="69"/>
                  </a:lnTo>
                  <a:lnTo>
                    <a:pt x="83" y="137"/>
                  </a:lnTo>
                  <a:lnTo>
                    <a:pt x="130" y="222"/>
                  </a:lnTo>
                  <a:lnTo>
                    <a:pt x="83" y="222"/>
                  </a:lnTo>
                  <a:lnTo>
                    <a:pt x="42" y="137"/>
                  </a:lnTo>
                  <a:lnTo>
                    <a:pt x="42" y="137"/>
                  </a:lnTo>
                  <a:lnTo>
                    <a:pt x="42" y="222"/>
                  </a:lnTo>
                  <a:lnTo>
                    <a:pt x="0" y="22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7" name="Freeform 43"/>
            <p:cNvSpPr>
              <a:spLocks/>
            </p:cNvSpPr>
            <p:nvPr/>
          </p:nvSpPr>
          <p:spPr bwMode="gray">
            <a:xfrm>
              <a:off x="7229476" y="1855788"/>
              <a:ext cx="238125" cy="352425"/>
            </a:xfrm>
            <a:custGeom>
              <a:avLst/>
              <a:gdLst>
                <a:gd name="T0" fmla="*/ 150 w 150"/>
                <a:gd name="T1" fmla="*/ 0 h 222"/>
                <a:gd name="T2" fmla="*/ 150 w 150"/>
                <a:gd name="T3" fmla="*/ 37 h 222"/>
                <a:gd name="T4" fmla="*/ 99 w 150"/>
                <a:gd name="T5" fmla="*/ 37 h 222"/>
                <a:gd name="T6" fmla="*/ 99 w 150"/>
                <a:gd name="T7" fmla="*/ 222 h 222"/>
                <a:gd name="T8" fmla="*/ 52 w 150"/>
                <a:gd name="T9" fmla="*/ 222 h 222"/>
                <a:gd name="T10" fmla="*/ 52 w 150"/>
                <a:gd name="T11" fmla="*/ 37 h 222"/>
                <a:gd name="T12" fmla="*/ 0 w 150"/>
                <a:gd name="T13" fmla="*/ 37 h 222"/>
                <a:gd name="T14" fmla="*/ 0 w 150"/>
                <a:gd name="T15" fmla="*/ 0 h 222"/>
                <a:gd name="T16" fmla="*/ 150 w 150"/>
                <a:gd name="T17"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222">
                  <a:moveTo>
                    <a:pt x="150" y="0"/>
                  </a:moveTo>
                  <a:lnTo>
                    <a:pt x="150" y="37"/>
                  </a:lnTo>
                  <a:lnTo>
                    <a:pt x="99" y="37"/>
                  </a:lnTo>
                  <a:lnTo>
                    <a:pt x="99" y="222"/>
                  </a:lnTo>
                  <a:lnTo>
                    <a:pt x="52" y="222"/>
                  </a:lnTo>
                  <a:lnTo>
                    <a:pt x="52" y="37"/>
                  </a:lnTo>
                  <a:lnTo>
                    <a:pt x="0" y="37"/>
                  </a:lnTo>
                  <a:lnTo>
                    <a:pt x="0" y="0"/>
                  </a:lnTo>
                  <a:lnTo>
                    <a:pt x="150" y="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8" name="Freeform 44"/>
            <p:cNvSpPr>
              <a:spLocks noEditPoints="1"/>
            </p:cNvSpPr>
            <p:nvPr/>
          </p:nvSpPr>
          <p:spPr bwMode="gray">
            <a:xfrm>
              <a:off x="7443788" y="1957388"/>
              <a:ext cx="196850" cy="258763"/>
            </a:xfrm>
            <a:custGeom>
              <a:avLst/>
              <a:gdLst>
                <a:gd name="T0" fmla="*/ 0 w 24"/>
                <a:gd name="T1" fmla="*/ 15 h 31"/>
                <a:gd name="T2" fmla="*/ 12 w 24"/>
                <a:gd name="T3" fmla="*/ 0 h 31"/>
                <a:gd name="T4" fmla="*/ 24 w 24"/>
                <a:gd name="T5" fmla="*/ 15 h 31"/>
                <a:gd name="T6" fmla="*/ 12 w 24"/>
                <a:gd name="T7" fmla="*/ 31 h 31"/>
                <a:gd name="T8" fmla="*/ 0 w 24"/>
                <a:gd name="T9" fmla="*/ 15 h 31"/>
                <a:gd name="T10" fmla="*/ 16 w 24"/>
                <a:gd name="T11" fmla="*/ 15 h 31"/>
                <a:gd name="T12" fmla="*/ 12 w 24"/>
                <a:gd name="T13" fmla="*/ 5 h 31"/>
                <a:gd name="T14" fmla="*/ 8 w 24"/>
                <a:gd name="T15" fmla="*/ 15 h 31"/>
                <a:gd name="T16" fmla="*/ 12 w 24"/>
                <a:gd name="T17" fmla="*/ 26 h 31"/>
                <a:gd name="T18" fmla="*/ 16 w 24"/>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1">
                  <a:moveTo>
                    <a:pt x="0" y="15"/>
                  </a:moveTo>
                  <a:cubicBezTo>
                    <a:pt x="0" y="7"/>
                    <a:pt x="1" y="0"/>
                    <a:pt x="12" y="0"/>
                  </a:cubicBezTo>
                  <a:cubicBezTo>
                    <a:pt x="23" y="0"/>
                    <a:pt x="24" y="7"/>
                    <a:pt x="24" y="15"/>
                  </a:cubicBezTo>
                  <a:cubicBezTo>
                    <a:pt x="24" y="24"/>
                    <a:pt x="23" y="31"/>
                    <a:pt x="12" y="31"/>
                  </a:cubicBezTo>
                  <a:cubicBezTo>
                    <a:pt x="1" y="31"/>
                    <a:pt x="0" y="24"/>
                    <a:pt x="0" y="15"/>
                  </a:cubicBezTo>
                  <a:close/>
                  <a:moveTo>
                    <a:pt x="16" y="15"/>
                  </a:moveTo>
                  <a:cubicBezTo>
                    <a:pt x="16" y="8"/>
                    <a:pt x="16" y="5"/>
                    <a:pt x="12" y="5"/>
                  </a:cubicBezTo>
                  <a:cubicBezTo>
                    <a:pt x="9" y="5"/>
                    <a:pt x="8" y="8"/>
                    <a:pt x="8" y="15"/>
                  </a:cubicBezTo>
                  <a:cubicBezTo>
                    <a:pt x="8" y="24"/>
                    <a:pt x="9" y="26"/>
                    <a:pt x="12" y="26"/>
                  </a:cubicBezTo>
                  <a:cubicBezTo>
                    <a:pt x="15" y="26"/>
                    <a:pt x="16" y="24"/>
                    <a:pt x="16" y="1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9" name="Freeform 45"/>
            <p:cNvSpPr>
              <a:spLocks noEditPoints="1"/>
            </p:cNvSpPr>
            <p:nvPr/>
          </p:nvSpPr>
          <p:spPr bwMode="gray">
            <a:xfrm>
              <a:off x="7681913" y="1957388"/>
              <a:ext cx="198438" cy="350838"/>
            </a:xfrm>
            <a:custGeom>
              <a:avLst/>
              <a:gdLst>
                <a:gd name="T0" fmla="*/ 24 w 24"/>
                <a:gd name="T1" fmla="*/ 1 h 42"/>
                <a:gd name="T2" fmla="*/ 24 w 24"/>
                <a:gd name="T3" fmla="*/ 32 h 42"/>
                <a:gd name="T4" fmla="*/ 13 w 24"/>
                <a:gd name="T5" fmla="*/ 42 h 42"/>
                <a:gd name="T6" fmla="*/ 1 w 24"/>
                <a:gd name="T7" fmla="*/ 33 h 42"/>
                <a:gd name="T8" fmla="*/ 9 w 24"/>
                <a:gd name="T9" fmla="*/ 33 h 42"/>
                <a:gd name="T10" fmla="*/ 10 w 24"/>
                <a:gd name="T11" fmla="*/ 36 h 42"/>
                <a:gd name="T12" fmla="*/ 13 w 24"/>
                <a:gd name="T13" fmla="*/ 37 h 42"/>
                <a:gd name="T14" fmla="*/ 16 w 24"/>
                <a:gd name="T15" fmla="*/ 32 h 42"/>
                <a:gd name="T16" fmla="*/ 16 w 24"/>
                <a:gd name="T17" fmla="*/ 27 h 42"/>
                <a:gd name="T18" fmla="*/ 16 w 24"/>
                <a:gd name="T19" fmla="*/ 27 h 42"/>
                <a:gd name="T20" fmla="*/ 9 w 24"/>
                <a:gd name="T21" fmla="*/ 30 h 42"/>
                <a:gd name="T22" fmla="*/ 1 w 24"/>
                <a:gd name="T23" fmla="*/ 15 h 42"/>
                <a:gd name="T24" fmla="*/ 9 w 24"/>
                <a:gd name="T25" fmla="*/ 0 h 42"/>
                <a:gd name="T26" fmla="*/ 16 w 24"/>
                <a:gd name="T27" fmla="*/ 4 h 42"/>
                <a:gd name="T28" fmla="*/ 16 w 24"/>
                <a:gd name="T29" fmla="*/ 4 h 42"/>
                <a:gd name="T30" fmla="*/ 16 w 24"/>
                <a:gd name="T31" fmla="*/ 1 h 42"/>
                <a:gd name="T32" fmla="*/ 24 w 24"/>
                <a:gd name="T33" fmla="*/ 1 h 42"/>
                <a:gd name="T34" fmla="*/ 12 w 24"/>
                <a:gd name="T35" fmla="*/ 25 h 42"/>
                <a:gd name="T36" fmla="*/ 16 w 24"/>
                <a:gd name="T37" fmla="*/ 15 h 42"/>
                <a:gd name="T38" fmla="*/ 12 w 24"/>
                <a:gd name="T39" fmla="*/ 5 h 42"/>
                <a:gd name="T40" fmla="*/ 9 w 24"/>
                <a:gd name="T41" fmla="*/ 16 h 42"/>
                <a:gd name="T42" fmla="*/ 12 w 24"/>
                <a:gd name="T43"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 h="42">
                  <a:moveTo>
                    <a:pt x="24" y="1"/>
                  </a:moveTo>
                  <a:cubicBezTo>
                    <a:pt x="24" y="32"/>
                    <a:pt x="24" y="32"/>
                    <a:pt x="24" y="32"/>
                  </a:cubicBezTo>
                  <a:cubicBezTo>
                    <a:pt x="24" y="34"/>
                    <a:pt x="24" y="42"/>
                    <a:pt x="13" y="42"/>
                  </a:cubicBezTo>
                  <a:cubicBezTo>
                    <a:pt x="7" y="42"/>
                    <a:pt x="1" y="40"/>
                    <a:pt x="1" y="33"/>
                  </a:cubicBezTo>
                  <a:cubicBezTo>
                    <a:pt x="9" y="33"/>
                    <a:pt x="9" y="33"/>
                    <a:pt x="9" y="33"/>
                  </a:cubicBezTo>
                  <a:cubicBezTo>
                    <a:pt x="9" y="34"/>
                    <a:pt x="9" y="35"/>
                    <a:pt x="10" y="36"/>
                  </a:cubicBezTo>
                  <a:cubicBezTo>
                    <a:pt x="10" y="37"/>
                    <a:pt x="11" y="37"/>
                    <a:pt x="13" y="37"/>
                  </a:cubicBezTo>
                  <a:cubicBezTo>
                    <a:pt x="15" y="37"/>
                    <a:pt x="16" y="35"/>
                    <a:pt x="16" y="32"/>
                  </a:cubicBezTo>
                  <a:cubicBezTo>
                    <a:pt x="16" y="27"/>
                    <a:pt x="16" y="27"/>
                    <a:pt x="16" y="27"/>
                  </a:cubicBezTo>
                  <a:cubicBezTo>
                    <a:pt x="16" y="27"/>
                    <a:pt x="16" y="27"/>
                    <a:pt x="16" y="27"/>
                  </a:cubicBezTo>
                  <a:cubicBezTo>
                    <a:pt x="14" y="29"/>
                    <a:pt x="12" y="30"/>
                    <a:pt x="9" y="30"/>
                  </a:cubicBezTo>
                  <a:cubicBezTo>
                    <a:pt x="0" y="30"/>
                    <a:pt x="1" y="22"/>
                    <a:pt x="1" y="15"/>
                  </a:cubicBezTo>
                  <a:cubicBezTo>
                    <a:pt x="1" y="8"/>
                    <a:pt x="1" y="0"/>
                    <a:pt x="9" y="0"/>
                  </a:cubicBezTo>
                  <a:cubicBezTo>
                    <a:pt x="12" y="0"/>
                    <a:pt x="15" y="1"/>
                    <a:pt x="16" y="4"/>
                  </a:cubicBezTo>
                  <a:cubicBezTo>
                    <a:pt x="16" y="4"/>
                    <a:pt x="16" y="4"/>
                    <a:pt x="16" y="4"/>
                  </a:cubicBezTo>
                  <a:cubicBezTo>
                    <a:pt x="16" y="1"/>
                    <a:pt x="16" y="1"/>
                    <a:pt x="16" y="1"/>
                  </a:cubicBezTo>
                  <a:lnTo>
                    <a:pt x="24" y="1"/>
                  </a:lnTo>
                  <a:close/>
                  <a:moveTo>
                    <a:pt x="12" y="25"/>
                  </a:moveTo>
                  <a:cubicBezTo>
                    <a:pt x="15" y="25"/>
                    <a:pt x="16" y="22"/>
                    <a:pt x="16" y="15"/>
                  </a:cubicBezTo>
                  <a:cubicBezTo>
                    <a:pt x="16" y="9"/>
                    <a:pt x="15" y="5"/>
                    <a:pt x="12" y="5"/>
                  </a:cubicBezTo>
                  <a:cubicBezTo>
                    <a:pt x="9" y="5"/>
                    <a:pt x="9" y="7"/>
                    <a:pt x="9" y="16"/>
                  </a:cubicBezTo>
                  <a:cubicBezTo>
                    <a:pt x="9" y="19"/>
                    <a:pt x="8" y="25"/>
                    <a:pt x="12" y="2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90" name="Freeform 46"/>
            <p:cNvSpPr>
              <a:spLocks/>
            </p:cNvSpPr>
            <p:nvPr/>
          </p:nvSpPr>
          <p:spPr bwMode="gray">
            <a:xfrm>
              <a:off x="8142288" y="1889125"/>
              <a:ext cx="139700" cy="327025"/>
            </a:xfrm>
            <a:custGeom>
              <a:avLst/>
              <a:gdLst>
                <a:gd name="T0" fmla="*/ 0 w 17"/>
                <a:gd name="T1" fmla="*/ 9 h 39"/>
                <a:gd name="T2" fmla="*/ 4 w 17"/>
                <a:gd name="T3" fmla="*/ 9 h 39"/>
                <a:gd name="T4" fmla="*/ 4 w 17"/>
                <a:gd name="T5" fmla="*/ 4 h 39"/>
                <a:gd name="T6" fmla="*/ 12 w 17"/>
                <a:gd name="T7" fmla="*/ 0 h 39"/>
                <a:gd name="T8" fmla="*/ 12 w 17"/>
                <a:gd name="T9" fmla="*/ 9 h 39"/>
                <a:gd name="T10" fmla="*/ 17 w 17"/>
                <a:gd name="T11" fmla="*/ 9 h 39"/>
                <a:gd name="T12" fmla="*/ 17 w 17"/>
                <a:gd name="T13" fmla="*/ 14 h 39"/>
                <a:gd name="T14" fmla="*/ 12 w 17"/>
                <a:gd name="T15" fmla="*/ 14 h 39"/>
                <a:gd name="T16" fmla="*/ 12 w 17"/>
                <a:gd name="T17" fmla="*/ 30 h 39"/>
                <a:gd name="T18" fmla="*/ 15 w 17"/>
                <a:gd name="T19" fmla="*/ 33 h 39"/>
                <a:gd name="T20" fmla="*/ 16 w 17"/>
                <a:gd name="T21" fmla="*/ 33 h 39"/>
                <a:gd name="T22" fmla="*/ 16 w 17"/>
                <a:gd name="T23" fmla="*/ 38 h 39"/>
                <a:gd name="T24" fmla="*/ 12 w 17"/>
                <a:gd name="T25" fmla="*/ 39 h 39"/>
                <a:gd name="T26" fmla="*/ 4 w 17"/>
                <a:gd name="T27" fmla="*/ 32 h 39"/>
                <a:gd name="T28" fmla="*/ 4 w 17"/>
                <a:gd name="T29" fmla="*/ 14 h 39"/>
                <a:gd name="T30" fmla="*/ 0 w 17"/>
                <a:gd name="T31" fmla="*/ 14 h 39"/>
                <a:gd name="T32" fmla="*/ 0 w 17"/>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 h="39">
                  <a:moveTo>
                    <a:pt x="0" y="9"/>
                  </a:moveTo>
                  <a:cubicBezTo>
                    <a:pt x="4" y="9"/>
                    <a:pt x="4" y="9"/>
                    <a:pt x="4" y="9"/>
                  </a:cubicBezTo>
                  <a:cubicBezTo>
                    <a:pt x="4" y="4"/>
                    <a:pt x="4" y="4"/>
                    <a:pt x="4" y="4"/>
                  </a:cubicBezTo>
                  <a:cubicBezTo>
                    <a:pt x="12" y="0"/>
                    <a:pt x="12" y="0"/>
                    <a:pt x="12" y="0"/>
                  </a:cubicBezTo>
                  <a:cubicBezTo>
                    <a:pt x="12" y="9"/>
                    <a:pt x="12" y="9"/>
                    <a:pt x="12" y="9"/>
                  </a:cubicBezTo>
                  <a:cubicBezTo>
                    <a:pt x="17" y="9"/>
                    <a:pt x="17" y="9"/>
                    <a:pt x="17" y="9"/>
                  </a:cubicBezTo>
                  <a:cubicBezTo>
                    <a:pt x="17" y="14"/>
                    <a:pt x="17" y="14"/>
                    <a:pt x="17" y="14"/>
                  </a:cubicBezTo>
                  <a:cubicBezTo>
                    <a:pt x="12" y="14"/>
                    <a:pt x="12" y="14"/>
                    <a:pt x="12" y="14"/>
                  </a:cubicBezTo>
                  <a:cubicBezTo>
                    <a:pt x="12" y="30"/>
                    <a:pt x="12" y="30"/>
                    <a:pt x="12" y="30"/>
                  </a:cubicBezTo>
                  <a:cubicBezTo>
                    <a:pt x="12" y="32"/>
                    <a:pt x="12" y="33"/>
                    <a:pt x="15" y="33"/>
                  </a:cubicBezTo>
                  <a:cubicBezTo>
                    <a:pt x="15" y="33"/>
                    <a:pt x="16" y="33"/>
                    <a:pt x="16" y="33"/>
                  </a:cubicBezTo>
                  <a:cubicBezTo>
                    <a:pt x="16" y="38"/>
                    <a:pt x="16" y="38"/>
                    <a:pt x="16" y="38"/>
                  </a:cubicBezTo>
                  <a:cubicBezTo>
                    <a:pt x="15" y="39"/>
                    <a:pt x="14" y="39"/>
                    <a:pt x="12" y="39"/>
                  </a:cubicBezTo>
                  <a:cubicBezTo>
                    <a:pt x="5" y="39"/>
                    <a:pt x="4" y="34"/>
                    <a:pt x="4" y="32"/>
                  </a:cubicBezTo>
                  <a:cubicBezTo>
                    <a:pt x="4" y="14"/>
                    <a:pt x="4" y="14"/>
                    <a:pt x="4" y="14"/>
                  </a:cubicBezTo>
                  <a:cubicBezTo>
                    <a:pt x="0" y="14"/>
                    <a:pt x="0" y="14"/>
                    <a:pt x="0" y="14"/>
                  </a:cubicBezTo>
                  <a:lnTo>
                    <a:pt x="0" y="9"/>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91" name="Freeform 47"/>
            <p:cNvSpPr>
              <a:spLocks/>
            </p:cNvSpPr>
            <p:nvPr/>
          </p:nvSpPr>
          <p:spPr bwMode="gray">
            <a:xfrm>
              <a:off x="8323263" y="1855788"/>
              <a:ext cx="190500" cy="352425"/>
            </a:xfrm>
            <a:custGeom>
              <a:avLst/>
              <a:gdLst>
                <a:gd name="T0" fmla="*/ 14 w 23"/>
                <a:gd name="T1" fmla="*/ 42 h 42"/>
                <a:gd name="T2" fmla="*/ 14 w 23"/>
                <a:gd name="T3" fmla="*/ 22 h 42"/>
                <a:gd name="T4" fmla="*/ 11 w 23"/>
                <a:gd name="T5" fmla="*/ 17 h 42"/>
                <a:gd name="T6" fmla="*/ 8 w 23"/>
                <a:gd name="T7" fmla="*/ 22 h 42"/>
                <a:gd name="T8" fmla="*/ 8 w 23"/>
                <a:gd name="T9" fmla="*/ 42 h 42"/>
                <a:gd name="T10" fmla="*/ 0 w 23"/>
                <a:gd name="T11" fmla="*/ 42 h 42"/>
                <a:gd name="T12" fmla="*/ 0 w 23"/>
                <a:gd name="T13" fmla="*/ 0 h 42"/>
                <a:gd name="T14" fmla="*/ 8 w 23"/>
                <a:gd name="T15" fmla="*/ 0 h 42"/>
                <a:gd name="T16" fmla="*/ 8 w 23"/>
                <a:gd name="T17" fmla="*/ 16 h 42"/>
                <a:gd name="T18" fmla="*/ 8 w 23"/>
                <a:gd name="T19" fmla="*/ 16 h 42"/>
                <a:gd name="T20" fmla="*/ 11 w 23"/>
                <a:gd name="T21" fmla="*/ 13 h 42"/>
                <a:gd name="T22" fmla="*/ 15 w 23"/>
                <a:gd name="T23" fmla="*/ 12 h 42"/>
                <a:gd name="T24" fmla="*/ 23 w 23"/>
                <a:gd name="T25" fmla="*/ 18 h 42"/>
                <a:gd name="T26" fmla="*/ 23 w 23"/>
                <a:gd name="T27" fmla="*/ 42 h 42"/>
                <a:gd name="T28" fmla="*/ 14 w 23"/>
                <a:gd name="T29"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42">
                  <a:moveTo>
                    <a:pt x="14" y="42"/>
                  </a:moveTo>
                  <a:cubicBezTo>
                    <a:pt x="14" y="22"/>
                    <a:pt x="14" y="22"/>
                    <a:pt x="14" y="22"/>
                  </a:cubicBezTo>
                  <a:cubicBezTo>
                    <a:pt x="14" y="19"/>
                    <a:pt x="14" y="17"/>
                    <a:pt x="11" y="17"/>
                  </a:cubicBezTo>
                  <a:cubicBezTo>
                    <a:pt x="9" y="17"/>
                    <a:pt x="8" y="19"/>
                    <a:pt x="8" y="22"/>
                  </a:cubicBezTo>
                  <a:cubicBezTo>
                    <a:pt x="8" y="42"/>
                    <a:pt x="8" y="42"/>
                    <a:pt x="8" y="42"/>
                  </a:cubicBezTo>
                  <a:cubicBezTo>
                    <a:pt x="0" y="42"/>
                    <a:pt x="0" y="42"/>
                    <a:pt x="0" y="42"/>
                  </a:cubicBezTo>
                  <a:cubicBezTo>
                    <a:pt x="0" y="0"/>
                    <a:pt x="0" y="0"/>
                    <a:pt x="0" y="0"/>
                  </a:cubicBezTo>
                  <a:cubicBezTo>
                    <a:pt x="8" y="0"/>
                    <a:pt x="8" y="0"/>
                    <a:pt x="8" y="0"/>
                  </a:cubicBezTo>
                  <a:cubicBezTo>
                    <a:pt x="8" y="16"/>
                    <a:pt x="8" y="16"/>
                    <a:pt x="8" y="16"/>
                  </a:cubicBezTo>
                  <a:cubicBezTo>
                    <a:pt x="8" y="16"/>
                    <a:pt x="8" y="16"/>
                    <a:pt x="8" y="16"/>
                  </a:cubicBezTo>
                  <a:cubicBezTo>
                    <a:pt x="9" y="14"/>
                    <a:pt x="10" y="13"/>
                    <a:pt x="11" y="13"/>
                  </a:cubicBezTo>
                  <a:cubicBezTo>
                    <a:pt x="12" y="12"/>
                    <a:pt x="14" y="12"/>
                    <a:pt x="15" y="12"/>
                  </a:cubicBezTo>
                  <a:cubicBezTo>
                    <a:pt x="19" y="12"/>
                    <a:pt x="23" y="14"/>
                    <a:pt x="23" y="18"/>
                  </a:cubicBezTo>
                  <a:cubicBezTo>
                    <a:pt x="23" y="42"/>
                    <a:pt x="23" y="42"/>
                    <a:pt x="23" y="42"/>
                  </a:cubicBezTo>
                  <a:lnTo>
                    <a:pt x="14" y="4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92" name="Freeform 48"/>
            <p:cNvSpPr>
              <a:spLocks/>
            </p:cNvSpPr>
            <p:nvPr/>
          </p:nvSpPr>
          <p:spPr bwMode="gray">
            <a:xfrm>
              <a:off x="8801101" y="1957388"/>
              <a:ext cx="123825" cy="250825"/>
            </a:xfrm>
            <a:custGeom>
              <a:avLst/>
              <a:gdLst>
                <a:gd name="T0" fmla="*/ 8 w 15"/>
                <a:gd name="T1" fmla="*/ 1 h 30"/>
                <a:gd name="T2" fmla="*/ 8 w 15"/>
                <a:gd name="T3" fmla="*/ 4 h 30"/>
                <a:gd name="T4" fmla="*/ 8 w 15"/>
                <a:gd name="T5" fmla="*/ 4 h 30"/>
                <a:gd name="T6" fmla="*/ 15 w 15"/>
                <a:gd name="T7" fmla="*/ 0 h 30"/>
                <a:gd name="T8" fmla="*/ 15 w 15"/>
                <a:gd name="T9" fmla="*/ 7 h 30"/>
                <a:gd name="T10" fmla="*/ 8 w 15"/>
                <a:gd name="T11" fmla="*/ 14 h 30"/>
                <a:gd name="T12" fmla="*/ 8 w 15"/>
                <a:gd name="T13" fmla="*/ 30 h 30"/>
                <a:gd name="T14" fmla="*/ 0 w 15"/>
                <a:gd name="T15" fmla="*/ 30 h 30"/>
                <a:gd name="T16" fmla="*/ 0 w 15"/>
                <a:gd name="T17" fmla="*/ 1 h 30"/>
                <a:gd name="T18" fmla="*/ 8 w 15"/>
                <a:gd name="T19"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30">
                  <a:moveTo>
                    <a:pt x="8" y="1"/>
                  </a:moveTo>
                  <a:cubicBezTo>
                    <a:pt x="8" y="4"/>
                    <a:pt x="8" y="4"/>
                    <a:pt x="8" y="4"/>
                  </a:cubicBezTo>
                  <a:cubicBezTo>
                    <a:pt x="8" y="4"/>
                    <a:pt x="8" y="4"/>
                    <a:pt x="8" y="4"/>
                  </a:cubicBezTo>
                  <a:cubicBezTo>
                    <a:pt x="9" y="1"/>
                    <a:pt x="12" y="0"/>
                    <a:pt x="15" y="0"/>
                  </a:cubicBezTo>
                  <a:cubicBezTo>
                    <a:pt x="15" y="7"/>
                    <a:pt x="15" y="7"/>
                    <a:pt x="15" y="7"/>
                  </a:cubicBezTo>
                  <a:cubicBezTo>
                    <a:pt x="8" y="7"/>
                    <a:pt x="8" y="11"/>
                    <a:pt x="8" y="14"/>
                  </a:cubicBezTo>
                  <a:cubicBezTo>
                    <a:pt x="8" y="30"/>
                    <a:pt x="8" y="30"/>
                    <a:pt x="8" y="30"/>
                  </a:cubicBezTo>
                  <a:cubicBezTo>
                    <a:pt x="0" y="30"/>
                    <a:pt x="0" y="30"/>
                    <a:pt x="0" y="30"/>
                  </a:cubicBezTo>
                  <a:cubicBezTo>
                    <a:pt x="0" y="1"/>
                    <a:pt x="0" y="1"/>
                    <a:pt x="0" y="1"/>
                  </a:cubicBezTo>
                  <a:lnTo>
                    <a:pt x="8" y="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grpSp>
    </p:spTree>
    <p:extLst>
      <p:ext uri="{BB962C8B-B14F-4D97-AF65-F5344CB8AC3E}">
        <p14:creationId xmlns="" xmlns:p14="http://schemas.microsoft.com/office/powerpoint/2010/main" val="370913749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hidden">
          <a:xfrm>
            <a:off x="138023" y="129398"/>
            <a:ext cx="11912778" cy="6547450"/>
          </a:xfrm>
          <a:prstGeom prst="rect">
            <a:avLst/>
          </a:prstGeom>
          <a:noFill/>
          <a:ln>
            <a:noFill/>
          </a:ln>
        </p:spPr>
      </p:pic>
      <p:pic>
        <p:nvPicPr>
          <p:cNvPr id="12" name="Picture 11"/>
          <p:cNvPicPr>
            <a:picLocks noChangeAspect="1"/>
          </p:cNvPicPr>
          <p:nvPr userDrawn="1"/>
        </p:nvPicPr>
        <p:blipFill>
          <a:blip r:embed="rId3" cstate="screen">
            <a:extLst>
              <a:ext uri="{28A0092B-C50C-407E-A947-70E740481C1C}">
                <a14:useLocalDpi xmlns="" xmlns:a14="http://schemas.microsoft.com/office/drawing/2010/main" val="0"/>
              </a:ext>
            </a:extLst>
          </a:blip>
          <a:stretch>
            <a:fillRect/>
          </a:stretch>
        </p:blipFill>
        <p:spPr bwMode="black">
          <a:xfrm>
            <a:off x="3822128" y="2843826"/>
            <a:ext cx="4544568" cy="569547"/>
          </a:xfrm>
          <a:prstGeom prst="rect">
            <a:avLst/>
          </a:prstGeom>
        </p:spPr>
      </p:pic>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Tree>
    <p:extLst>
      <p:ext uri="{BB962C8B-B14F-4D97-AF65-F5344CB8AC3E}">
        <p14:creationId xmlns="" xmlns:p14="http://schemas.microsoft.com/office/powerpoint/2010/main" val="106575552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9AD8BE6-AA7C-4328-9B9F-94628525022E}" type="datetime1">
              <a:rPr lang="en-US" smtClean="0"/>
              <a:pPr/>
              <a:t>10/3/2014</a:t>
            </a:fld>
            <a:endParaRPr lang="en-US" dirty="0"/>
          </a:p>
        </p:txBody>
      </p:sp>
      <p:sp>
        <p:nvSpPr>
          <p:cNvPr id="5" name="Footer Placeholder 4"/>
          <p:cNvSpPr>
            <a:spLocks noGrp="1"/>
          </p:cNvSpPr>
          <p:nvPr>
            <p:ph type="ftr" sz="quarter" idx="11"/>
          </p:nvPr>
        </p:nvSpPr>
        <p:spPr/>
        <p:txBody>
          <a:bodyPr/>
          <a:lstStyle/>
          <a:p>
            <a:r>
              <a:rPr lang="en-US" dirty="0" smtClean="0"/>
              <a:t>Oracle Confidential – Internal/Restricted/Highly Restricted</a:t>
            </a:r>
            <a:endParaRPr lang="en-US" dirty="0"/>
          </a:p>
        </p:txBody>
      </p:sp>
      <p:sp>
        <p:nvSpPr>
          <p:cNvPr id="6" name="Slide Number Placeholder 5"/>
          <p:cNvSpPr>
            <a:spLocks noGrp="1"/>
          </p:cNvSpPr>
          <p:nvPr>
            <p:ph type="sldNum" sz="quarter" idx="12"/>
          </p:nvPr>
        </p:nvSpPr>
        <p:spPr/>
        <p:txBody>
          <a:bodyPr/>
          <a:lstStyle/>
          <a:p>
            <a:fld id="{D4EAF17A-378C-49D5-A479-C71FF9D7F1E7}" type="slidenum">
              <a:rPr lang="en-US" smtClean="0"/>
              <a:pPr/>
              <a:t>‹#›</a:t>
            </a:fld>
            <a:endParaRPr lang="en-US" dirty="0"/>
          </a:p>
        </p:txBody>
      </p:sp>
    </p:spTree>
    <p:extLst>
      <p:ext uri="{BB962C8B-B14F-4D97-AF65-F5344CB8AC3E}">
        <p14:creationId xmlns="" xmlns:p14="http://schemas.microsoft.com/office/powerpoint/2010/main" val="386218712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CB8E2682-7303-4393-9F25-7F1900A10367}"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1734545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9398" cy="6858000"/>
            <a:chOff x="0" y="0"/>
            <a:chExt cx="12189398" cy="6858000"/>
          </a:xfrm>
        </p:grpSpPr>
        <p:sp>
          <p:nvSpPr>
            <p:cNvPr id="8" name="Rectangle 7"/>
            <p:cNvSpPr/>
            <p:nvPr/>
          </p:nvSpPr>
          <p:spPr bwMode="gray">
            <a:xfrm>
              <a:off x="0" y="0"/>
              <a:ext cx="193962"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0"/>
              <a:ext cx="19396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0"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0"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182130" y="6556248"/>
            <a:ext cx="1226398" cy="182880"/>
          </a:xfrm>
          <a:prstGeom prst="rect">
            <a:avLst/>
          </a:prstGeom>
        </p:spPr>
        <p:txBody>
          <a:bodyPr vert="horz" wrap="none" lIns="0" tIns="0" rIns="0" bIns="0" rtlCol="0" anchor="ctr" anchorCtr="0">
            <a:noAutofit/>
          </a:bodyPr>
          <a:lstStyle>
            <a:lvl1pPr algn="r">
              <a:defRPr sz="850">
                <a:solidFill>
                  <a:schemeClr val="tx1"/>
                </a:solidFill>
              </a:defRPr>
            </a:lvl1pPr>
          </a:lstStyle>
          <a:p>
            <a:fld id="{F58637A1-2757-41E8-AD98-43E9D0558D9A}" type="datetime1">
              <a:rPr lang="en-US" smtClean="0"/>
              <a:pPr/>
              <a:t>10/3/2014</a:t>
            </a:fld>
            <a:endParaRPr lang="en-US" dirty="0"/>
          </a:p>
        </p:txBody>
      </p:sp>
      <p:sp>
        <p:nvSpPr>
          <p:cNvPr id="5" name="Footer Placeholder 4"/>
          <p:cNvSpPr>
            <a:spLocks noGrp="1"/>
          </p:cNvSpPr>
          <p:nvPr>
            <p:ph type="ftr" sz="quarter" idx="3"/>
          </p:nvPr>
        </p:nvSpPr>
        <p:spPr>
          <a:xfrm>
            <a:off x="8621423" y="6556248"/>
            <a:ext cx="2743200" cy="182880"/>
          </a:xfrm>
          <a:prstGeom prst="rect">
            <a:avLst/>
          </a:prstGeom>
        </p:spPr>
        <p:txBody>
          <a:bodyPr vert="horz" wrap="none" lIns="0" tIns="0" rIns="0" bIns="0" rtlCol="0" anchor="ctr" anchorCtr="0">
            <a:noAutofit/>
          </a:bodyPr>
          <a:lstStyle>
            <a:lvl1pPr algn="l">
              <a:defRPr sz="850">
                <a:solidFill>
                  <a:schemeClr val="tx1"/>
                </a:solidFill>
              </a:defRPr>
            </a:lvl1pPr>
          </a:lstStyle>
          <a:p>
            <a:r>
              <a:rPr lang="en-US" dirty="0" smtClean="0"/>
              <a:t>Oracle Confidential – Internal/Restricted/Highly Restricted</a:t>
            </a:r>
            <a:endParaRPr lang="en-US"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nchorCtr="0">
            <a:noAutofit/>
          </a:bodyPr>
          <a:lstStyle>
            <a:lvl1pPr algn="r">
              <a:defRPr sz="850">
                <a:solidFill>
                  <a:schemeClr val="tx1"/>
                </a:solidFill>
              </a:defRPr>
            </a:lvl1pPr>
          </a:lstStyle>
          <a:p>
            <a:fld id="{C51EAA63-D034-42AE-91FA-B13B9518C7BE}" type="slidenum">
              <a:rPr lang="en-US" smtClean="0"/>
              <a:pPr/>
              <a:t>‹#›</a:t>
            </a:fld>
            <a:endParaRPr lang="en-US" dirty="0"/>
          </a:p>
        </p:txBody>
      </p:sp>
      <p:sp>
        <p:nvSpPr>
          <p:cNvPr id="15" name="TextBox 14"/>
          <p:cNvSpPr txBox="1"/>
          <p:nvPr/>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sz="850" dirty="0" smtClean="0">
                <a:solidFill>
                  <a:schemeClr val="tx1"/>
                </a:solidFill>
              </a:rPr>
              <a:t>2014</a:t>
            </a:r>
            <a:r>
              <a:rPr lang="en-US" sz="850" dirty="0" smtClean="0">
                <a:solidFill>
                  <a:schemeClr val="tx1"/>
                </a:solidFill>
              </a:rPr>
              <a:t>,</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pic>
        <p:nvPicPr>
          <p:cNvPr id="19" name="Picture 18" descr="Oracle logo in white on red staging background"/>
          <p:cNvPicPr>
            <a:picLocks noChangeAspect="1"/>
          </p:cNvPicPr>
          <p:nvPr/>
        </p:nvPicPr>
        <p:blipFill>
          <a:blip r:embed="rId40"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64" r:id="rId4"/>
    <p:sldLayoutId id="2147483689"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hd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userDrawn="1">
          <p15:clr>
            <a:srgbClr val="F26B43"/>
          </p15:clr>
        </p15:guide>
        <p15:guide id="3"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3" Type="http://schemas.openxmlformats.org/officeDocument/2006/relationships/diagramLayout" Target="../diagrams/layout3.xml"/><Relationship Id="rId18" Type="http://schemas.openxmlformats.org/officeDocument/2006/relationships/diagramLayout" Target="../diagrams/layout4.xml"/><Relationship Id="rId26" Type="http://schemas.microsoft.com/office/2007/relationships/diagramDrawing" Target="../diagrams/drawing5.xml"/><Relationship Id="rId39" Type="http://schemas.openxmlformats.org/officeDocument/2006/relationships/diagramQuickStyle" Target="../diagrams/quickStyle8.xml"/><Relationship Id="rId3" Type="http://schemas.openxmlformats.org/officeDocument/2006/relationships/diagramLayout" Target="../diagrams/layout1.xml"/><Relationship Id="rId21" Type="http://schemas.microsoft.com/office/2007/relationships/diagramDrawing" Target="../diagrams/drawing4.xml"/><Relationship Id="rId34" Type="http://schemas.openxmlformats.org/officeDocument/2006/relationships/diagramQuickStyle" Target="../diagrams/quickStyle7.xml"/><Relationship Id="rId42" Type="http://schemas.openxmlformats.org/officeDocument/2006/relationships/diagramData" Target="../diagrams/data9.xml"/><Relationship Id="rId47" Type="http://schemas.openxmlformats.org/officeDocument/2006/relationships/diagramData" Target="../diagrams/data10.xml"/><Relationship Id="rId50" Type="http://schemas.openxmlformats.org/officeDocument/2006/relationships/diagramColors" Target="../diagrams/colors10.xml"/><Relationship Id="rId7" Type="http://schemas.openxmlformats.org/officeDocument/2006/relationships/diagramData" Target="../diagrams/data2.xml"/><Relationship Id="rId12" Type="http://schemas.openxmlformats.org/officeDocument/2006/relationships/diagramData" Target="../diagrams/data3.xml"/><Relationship Id="rId17" Type="http://schemas.openxmlformats.org/officeDocument/2006/relationships/diagramData" Target="../diagrams/data4.xml"/><Relationship Id="rId25" Type="http://schemas.openxmlformats.org/officeDocument/2006/relationships/diagramColors" Target="../diagrams/colors5.xml"/><Relationship Id="rId33" Type="http://schemas.openxmlformats.org/officeDocument/2006/relationships/diagramLayout" Target="../diagrams/layout7.xml"/><Relationship Id="rId38" Type="http://schemas.openxmlformats.org/officeDocument/2006/relationships/diagramLayout" Target="../diagrams/layout8.xml"/><Relationship Id="rId46" Type="http://schemas.microsoft.com/office/2007/relationships/diagramDrawing" Target="../diagrams/drawing9.xml"/><Relationship Id="rId2" Type="http://schemas.openxmlformats.org/officeDocument/2006/relationships/diagramData" Target="../diagrams/data1.xml"/><Relationship Id="rId16" Type="http://schemas.microsoft.com/office/2007/relationships/diagramDrawing" Target="../diagrams/drawing3.xml"/><Relationship Id="rId20" Type="http://schemas.openxmlformats.org/officeDocument/2006/relationships/diagramColors" Target="../diagrams/colors4.xml"/><Relationship Id="rId29" Type="http://schemas.openxmlformats.org/officeDocument/2006/relationships/diagramQuickStyle" Target="../diagrams/quickStyle6.xml"/><Relationship Id="rId41" Type="http://schemas.microsoft.com/office/2007/relationships/diagramDrawing" Target="../diagrams/drawing8.xml"/><Relationship Id="rId1" Type="http://schemas.openxmlformats.org/officeDocument/2006/relationships/slideLayout" Target="../slideLayouts/slideLayout23.xml"/><Relationship Id="rId6" Type="http://schemas.microsoft.com/office/2007/relationships/diagramDrawing" Target="../diagrams/drawing1.xml"/><Relationship Id="rId11" Type="http://schemas.microsoft.com/office/2007/relationships/diagramDrawing" Target="../diagrams/drawing2.xml"/><Relationship Id="rId24" Type="http://schemas.openxmlformats.org/officeDocument/2006/relationships/diagramQuickStyle" Target="../diagrams/quickStyle5.xml"/><Relationship Id="rId32" Type="http://schemas.openxmlformats.org/officeDocument/2006/relationships/diagramData" Target="../diagrams/data7.xml"/><Relationship Id="rId37" Type="http://schemas.openxmlformats.org/officeDocument/2006/relationships/diagramData" Target="../diagrams/data8.xml"/><Relationship Id="rId40" Type="http://schemas.openxmlformats.org/officeDocument/2006/relationships/diagramColors" Target="../diagrams/colors8.xml"/><Relationship Id="rId45" Type="http://schemas.openxmlformats.org/officeDocument/2006/relationships/diagramColors" Target="../diagrams/colors9.xml"/><Relationship Id="rId5" Type="http://schemas.openxmlformats.org/officeDocument/2006/relationships/diagramColors" Target="../diagrams/colors1.xml"/><Relationship Id="rId15" Type="http://schemas.openxmlformats.org/officeDocument/2006/relationships/diagramColors" Target="../diagrams/colors3.xml"/><Relationship Id="rId23" Type="http://schemas.openxmlformats.org/officeDocument/2006/relationships/diagramLayout" Target="../diagrams/layout5.xml"/><Relationship Id="rId28" Type="http://schemas.openxmlformats.org/officeDocument/2006/relationships/diagramLayout" Target="../diagrams/layout6.xml"/><Relationship Id="rId36" Type="http://schemas.microsoft.com/office/2007/relationships/diagramDrawing" Target="../diagrams/drawing7.xml"/><Relationship Id="rId49" Type="http://schemas.openxmlformats.org/officeDocument/2006/relationships/diagramQuickStyle" Target="../diagrams/quickStyle10.xml"/><Relationship Id="rId10" Type="http://schemas.openxmlformats.org/officeDocument/2006/relationships/diagramColors" Target="../diagrams/colors2.xml"/><Relationship Id="rId19" Type="http://schemas.openxmlformats.org/officeDocument/2006/relationships/diagramQuickStyle" Target="../diagrams/quickStyle4.xml"/><Relationship Id="rId31" Type="http://schemas.microsoft.com/office/2007/relationships/diagramDrawing" Target="../diagrams/drawing6.xml"/><Relationship Id="rId44" Type="http://schemas.openxmlformats.org/officeDocument/2006/relationships/diagramQuickStyle" Target="../diagrams/quickStyle9.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 Id="rId22" Type="http://schemas.openxmlformats.org/officeDocument/2006/relationships/diagramData" Target="../diagrams/data5.xml"/><Relationship Id="rId27" Type="http://schemas.openxmlformats.org/officeDocument/2006/relationships/diagramData" Target="../diagrams/data6.xml"/><Relationship Id="rId30" Type="http://schemas.openxmlformats.org/officeDocument/2006/relationships/diagramColors" Target="../diagrams/colors6.xml"/><Relationship Id="rId35" Type="http://schemas.openxmlformats.org/officeDocument/2006/relationships/diagramColors" Target="../diagrams/colors7.xml"/><Relationship Id="rId43" Type="http://schemas.openxmlformats.org/officeDocument/2006/relationships/diagramLayout" Target="../diagrams/layout9.xml"/><Relationship Id="rId48" Type="http://schemas.openxmlformats.org/officeDocument/2006/relationships/diagramLayout" Target="../diagrams/layout10.xml"/><Relationship Id="rId8" Type="http://schemas.openxmlformats.org/officeDocument/2006/relationships/diagramLayout" Target="../diagrams/layout2.xml"/><Relationship Id="rId51" Type="http://schemas.microsoft.com/office/2007/relationships/diagramDrawing" Target="../diagrams/drawing10.xml"/></Relationships>
</file>

<file path=ppt/slides/_rels/slide6.xml.rels><?xml version="1.0" encoding="UTF-8" standalone="yes"?>
<Relationships xmlns="http://schemas.openxmlformats.org/package/2006/relationships"><Relationship Id="rId13" Type="http://schemas.openxmlformats.org/officeDocument/2006/relationships/diagramLayout" Target="../diagrams/layout13.xml"/><Relationship Id="rId18" Type="http://schemas.openxmlformats.org/officeDocument/2006/relationships/diagramLayout" Target="../diagrams/layout14.xml"/><Relationship Id="rId26" Type="http://schemas.microsoft.com/office/2007/relationships/diagramDrawing" Target="../diagrams/drawing15.xml"/><Relationship Id="rId39" Type="http://schemas.openxmlformats.org/officeDocument/2006/relationships/diagramQuickStyle" Target="../diagrams/quickStyle18.xml"/><Relationship Id="rId3" Type="http://schemas.openxmlformats.org/officeDocument/2006/relationships/diagramLayout" Target="../diagrams/layout11.xml"/><Relationship Id="rId21" Type="http://schemas.microsoft.com/office/2007/relationships/diagramDrawing" Target="../diagrams/drawing14.xml"/><Relationship Id="rId34" Type="http://schemas.openxmlformats.org/officeDocument/2006/relationships/diagramQuickStyle" Target="../diagrams/quickStyle17.xml"/><Relationship Id="rId42" Type="http://schemas.openxmlformats.org/officeDocument/2006/relationships/diagramData" Target="../diagrams/data19.xml"/><Relationship Id="rId47" Type="http://schemas.openxmlformats.org/officeDocument/2006/relationships/diagramData" Target="../diagrams/data20.xml"/><Relationship Id="rId50" Type="http://schemas.openxmlformats.org/officeDocument/2006/relationships/diagramColors" Target="../diagrams/colors20.xml"/><Relationship Id="rId7" Type="http://schemas.openxmlformats.org/officeDocument/2006/relationships/diagramData" Target="../diagrams/data12.xml"/><Relationship Id="rId12" Type="http://schemas.openxmlformats.org/officeDocument/2006/relationships/diagramData" Target="../diagrams/data13.xml"/><Relationship Id="rId17" Type="http://schemas.openxmlformats.org/officeDocument/2006/relationships/diagramData" Target="../diagrams/data14.xml"/><Relationship Id="rId25" Type="http://schemas.openxmlformats.org/officeDocument/2006/relationships/diagramColors" Target="../diagrams/colors15.xml"/><Relationship Id="rId33" Type="http://schemas.openxmlformats.org/officeDocument/2006/relationships/diagramLayout" Target="../diagrams/layout17.xml"/><Relationship Id="rId38" Type="http://schemas.openxmlformats.org/officeDocument/2006/relationships/diagramLayout" Target="../diagrams/layout18.xml"/><Relationship Id="rId46" Type="http://schemas.microsoft.com/office/2007/relationships/diagramDrawing" Target="../diagrams/drawing19.xml"/><Relationship Id="rId2" Type="http://schemas.openxmlformats.org/officeDocument/2006/relationships/diagramData" Target="../diagrams/data11.xml"/><Relationship Id="rId16" Type="http://schemas.microsoft.com/office/2007/relationships/diagramDrawing" Target="../diagrams/drawing13.xml"/><Relationship Id="rId20" Type="http://schemas.openxmlformats.org/officeDocument/2006/relationships/diagramColors" Target="../diagrams/colors14.xml"/><Relationship Id="rId29" Type="http://schemas.openxmlformats.org/officeDocument/2006/relationships/diagramQuickStyle" Target="../diagrams/quickStyle16.xml"/><Relationship Id="rId41" Type="http://schemas.microsoft.com/office/2007/relationships/diagramDrawing" Target="../diagrams/drawing18.xml"/><Relationship Id="rId1" Type="http://schemas.openxmlformats.org/officeDocument/2006/relationships/slideLayout" Target="../slideLayouts/slideLayout23.xml"/><Relationship Id="rId6" Type="http://schemas.microsoft.com/office/2007/relationships/diagramDrawing" Target="../diagrams/drawing11.xml"/><Relationship Id="rId11" Type="http://schemas.microsoft.com/office/2007/relationships/diagramDrawing" Target="../diagrams/drawing12.xml"/><Relationship Id="rId24" Type="http://schemas.openxmlformats.org/officeDocument/2006/relationships/diagramQuickStyle" Target="../diagrams/quickStyle15.xml"/><Relationship Id="rId32" Type="http://schemas.openxmlformats.org/officeDocument/2006/relationships/diagramData" Target="../diagrams/data17.xml"/><Relationship Id="rId37" Type="http://schemas.openxmlformats.org/officeDocument/2006/relationships/diagramData" Target="../diagrams/data18.xml"/><Relationship Id="rId40" Type="http://schemas.openxmlformats.org/officeDocument/2006/relationships/diagramColors" Target="../diagrams/colors18.xml"/><Relationship Id="rId45" Type="http://schemas.openxmlformats.org/officeDocument/2006/relationships/diagramColors" Target="../diagrams/colors19.xml"/><Relationship Id="rId5" Type="http://schemas.openxmlformats.org/officeDocument/2006/relationships/diagramColors" Target="../diagrams/colors11.xml"/><Relationship Id="rId15" Type="http://schemas.openxmlformats.org/officeDocument/2006/relationships/diagramColors" Target="../diagrams/colors13.xml"/><Relationship Id="rId23" Type="http://schemas.openxmlformats.org/officeDocument/2006/relationships/diagramLayout" Target="../diagrams/layout15.xml"/><Relationship Id="rId28" Type="http://schemas.openxmlformats.org/officeDocument/2006/relationships/diagramLayout" Target="../diagrams/layout16.xml"/><Relationship Id="rId36" Type="http://schemas.microsoft.com/office/2007/relationships/diagramDrawing" Target="../diagrams/drawing17.xml"/><Relationship Id="rId49" Type="http://schemas.openxmlformats.org/officeDocument/2006/relationships/diagramQuickStyle" Target="../diagrams/quickStyle20.xml"/><Relationship Id="rId10" Type="http://schemas.openxmlformats.org/officeDocument/2006/relationships/diagramColors" Target="../diagrams/colors12.xml"/><Relationship Id="rId19" Type="http://schemas.openxmlformats.org/officeDocument/2006/relationships/diagramQuickStyle" Target="../diagrams/quickStyle14.xml"/><Relationship Id="rId31" Type="http://schemas.microsoft.com/office/2007/relationships/diagramDrawing" Target="../diagrams/drawing16.xml"/><Relationship Id="rId44" Type="http://schemas.openxmlformats.org/officeDocument/2006/relationships/diagramQuickStyle" Target="../diagrams/quickStyle19.xml"/><Relationship Id="rId4" Type="http://schemas.openxmlformats.org/officeDocument/2006/relationships/diagramQuickStyle" Target="../diagrams/quickStyle11.xml"/><Relationship Id="rId9" Type="http://schemas.openxmlformats.org/officeDocument/2006/relationships/diagramQuickStyle" Target="../diagrams/quickStyle12.xml"/><Relationship Id="rId14" Type="http://schemas.openxmlformats.org/officeDocument/2006/relationships/diagramQuickStyle" Target="../diagrams/quickStyle13.xml"/><Relationship Id="rId22" Type="http://schemas.openxmlformats.org/officeDocument/2006/relationships/diagramData" Target="../diagrams/data15.xml"/><Relationship Id="rId27" Type="http://schemas.openxmlformats.org/officeDocument/2006/relationships/diagramData" Target="../diagrams/data16.xml"/><Relationship Id="rId30" Type="http://schemas.openxmlformats.org/officeDocument/2006/relationships/diagramColors" Target="../diagrams/colors16.xml"/><Relationship Id="rId35" Type="http://schemas.openxmlformats.org/officeDocument/2006/relationships/diagramColors" Target="../diagrams/colors17.xml"/><Relationship Id="rId43" Type="http://schemas.openxmlformats.org/officeDocument/2006/relationships/diagramLayout" Target="../diagrams/layout19.xml"/><Relationship Id="rId48" Type="http://schemas.openxmlformats.org/officeDocument/2006/relationships/diagramLayout" Target="../diagrams/layout20.xml"/><Relationship Id="rId8" Type="http://schemas.openxmlformats.org/officeDocument/2006/relationships/diagramLayout" Target="../diagrams/layout12.xml"/><Relationship Id="rId51" Type="http://schemas.microsoft.com/office/2007/relationships/diagramDrawing" Target="../diagrams/drawing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35505626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Application Architecture</a:t>
            </a:r>
            <a:endParaRPr lang="en-US" dirty="0"/>
          </a:p>
        </p:txBody>
      </p:sp>
      <p:sp>
        <p:nvSpPr>
          <p:cNvPr id="3" name="Subtitle 2"/>
          <p:cNvSpPr>
            <a:spLocks noGrp="1"/>
          </p:cNvSpPr>
          <p:nvPr>
            <p:ph type="subTitle" idx="1"/>
          </p:nvPr>
        </p:nvSpPr>
        <p:spPr/>
        <p:txBody>
          <a:bodyPr/>
          <a:lstStyle/>
          <a:p>
            <a:r>
              <a:rPr lang="en-US" dirty="0" smtClean="0"/>
              <a:t>Sample</a:t>
            </a:r>
            <a:endParaRPr lang="en-US" dirty="0"/>
          </a:p>
        </p:txBody>
      </p:sp>
      <p:sp>
        <p:nvSpPr>
          <p:cNvPr id="6" name="Text Placeholder 5"/>
          <p:cNvSpPr>
            <a:spLocks noGrp="1"/>
          </p:cNvSpPr>
          <p:nvPr>
            <p:ph type="body" sz="quarter" idx="13"/>
          </p:nvPr>
        </p:nvSpPr>
        <p:spPr/>
        <p:txBody>
          <a:bodyPr/>
          <a:lstStyle/>
          <a:p>
            <a:r>
              <a:rPr lang="en-US" dirty="0" smtClean="0"/>
              <a:t>Presenter’s Name</a:t>
            </a:r>
          </a:p>
          <a:p>
            <a:r>
              <a:rPr lang="en-US" dirty="0" smtClean="0"/>
              <a:t>Presenter’s Title</a:t>
            </a:r>
          </a:p>
          <a:p>
            <a:r>
              <a:rPr lang="en-US" dirty="0" smtClean="0"/>
              <a:t>Organization, Division or Business Unit</a:t>
            </a:r>
          </a:p>
          <a:p>
            <a:r>
              <a:rPr lang="en-US" dirty="0" smtClean="0"/>
              <a:t>Month 00, 2014</a:t>
            </a:r>
            <a:endParaRPr lang="en-US" dirty="0"/>
          </a:p>
        </p:txBody>
      </p:sp>
      <p:sp>
        <p:nvSpPr>
          <p:cNvPr id="11" name="Footer Placeholder 10"/>
          <p:cNvSpPr>
            <a:spLocks noGrp="1"/>
          </p:cNvSpPr>
          <p:nvPr>
            <p:ph type="ftr" sz="quarter" idx="15"/>
          </p:nvPr>
        </p:nvSpPr>
        <p:spPr/>
        <p:txBody>
          <a:bodyPr/>
          <a:lstStyle/>
          <a:p>
            <a:r>
              <a:rPr lang="en-US" dirty="0" smtClean="0"/>
              <a:t>Oracle Confidential – Internal/Restricted/Highly Restricted</a:t>
            </a:r>
            <a:endParaRPr lang="en-US" dirty="0"/>
          </a:p>
        </p:txBody>
      </p:sp>
    </p:spTree>
    <p:extLst>
      <p:ext uri="{BB962C8B-B14F-4D97-AF65-F5344CB8AC3E}">
        <p14:creationId xmlns="" xmlns:p14="http://schemas.microsoft.com/office/powerpoint/2010/main" val="336776055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1812" y="406400"/>
            <a:ext cx="11125200" cy="627270"/>
          </a:xfrm>
        </p:spPr>
        <p:txBody>
          <a:bodyPr/>
          <a:lstStyle/>
          <a:p>
            <a:r>
              <a:rPr lang="en-US" dirty="0" smtClean="0"/>
              <a:t>Objectives and Principles</a:t>
            </a:r>
            <a:endParaRPr lang="en-US" dirty="0"/>
          </a:p>
        </p:txBody>
      </p:sp>
      <p:sp>
        <p:nvSpPr>
          <p:cNvPr id="7" name="Content Placeholder 6"/>
          <p:cNvSpPr>
            <a:spLocks noGrp="1"/>
          </p:cNvSpPr>
          <p:nvPr>
            <p:ph idx="1"/>
          </p:nvPr>
        </p:nvSpPr>
        <p:spPr>
          <a:xfrm>
            <a:off x="531151" y="1066807"/>
            <a:ext cx="11126522" cy="4419600"/>
          </a:xfrm>
        </p:spPr>
        <p:txBody>
          <a:bodyPr/>
          <a:lstStyle/>
          <a:p>
            <a:pPr>
              <a:spcBef>
                <a:spcPts val="300"/>
              </a:spcBef>
            </a:pPr>
            <a:r>
              <a:rPr lang="en-US" dirty="0" smtClean="0"/>
              <a:t>Adaptability</a:t>
            </a:r>
          </a:p>
          <a:p>
            <a:pPr lvl="1">
              <a:spcBef>
                <a:spcPts val="0"/>
              </a:spcBef>
            </a:pPr>
            <a:r>
              <a:rPr lang="en-US" dirty="0" smtClean="0"/>
              <a:t>Changing Business Environment (A&amp;M’s, Re-Structuring, Process Changes, Global Functions)</a:t>
            </a:r>
          </a:p>
          <a:p>
            <a:pPr lvl="1">
              <a:spcBef>
                <a:spcPts val="0"/>
              </a:spcBef>
            </a:pPr>
            <a:r>
              <a:rPr lang="en-US" dirty="0" smtClean="0"/>
              <a:t>Changing Software Solutions and Architectures</a:t>
            </a:r>
          </a:p>
          <a:p>
            <a:pPr lvl="1">
              <a:spcBef>
                <a:spcPts val="0"/>
              </a:spcBef>
            </a:pPr>
            <a:r>
              <a:rPr lang="en-US" dirty="0" smtClean="0"/>
              <a:t>Changing Business and IT Priorities</a:t>
            </a:r>
          </a:p>
          <a:p>
            <a:pPr lvl="1">
              <a:spcBef>
                <a:spcPts val="0"/>
              </a:spcBef>
            </a:pPr>
            <a:r>
              <a:rPr lang="en-US" dirty="0" smtClean="0"/>
              <a:t>Allow Incremental Approach, Different Pace, Parallel and/or Phased Projects Within Single Architecture</a:t>
            </a:r>
            <a:endParaRPr lang="en-US" dirty="0"/>
          </a:p>
          <a:p>
            <a:pPr>
              <a:spcBef>
                <a:spcPts val="300"/>
              </a:spcBef>
            </a:pPr>
            <a:r>
              <a:rPr lang="en-US" dirty="0" smtClean="0"/>
              <a:t>Flexibility</a:t>
            </a:r>
          </a:p>
          <a:p>
            <a:pPr lvl="1">
              <a:spcBef>
                <a:spcPts val="0"/>
              </a:spcBef>
            </a:pPr>
            <a:r>
              <a:rPr lang="en-US" dirty="0" smtClean="0"/>
              <a:t>‘All Inclusive’ Architecture De-Composed to Smaller and Individual Building Blocks</a:t>
            </a:r>
          </a:p>
          <a:p>
            <a:pPr lvl="1">
              <a:spcBef>
                <a:spcPts val="0"/>
              </a:spcBef>
            </a:pPr>
            <a:r>
              <a:rPr lang="en-US" dirty="0" smtClean="0"/>
              <a:t>Application Areas Capable of Existing on its Own Without “Knowledge” of the Existence of Other Application Areas</a:t>
            </a:r>
          </a:p>
          <a:p>
            <a:pPr lvl="1">
              <a:spcBef>
                <a:spcPts val="0"/>
              </a:spcBef>
            </a:pPr>
            <a:r>
              <a:rPr lang="en-US" dirty="0" smtClean="0"/>
              <a:t>Allow Multiple Instances of Same Logical Building Block</a:t>
            </a:r>
          </a:p>
          <a:p>
            <a:pPr>
              <a:spcBef>
                <a:spcPts val="300"/>
              </a:spcBef>
            </a:pPr>
            <a:r>
              <a:rPr lang="en-US" dirty="0" smtClean="0"/>
              <a:t>Drive Towards IT Consolidation and Globalization</a:t>
            </a:r>
          </a:p>
          <a:p>
            <a:pPr lvl="1">
              <a:spcBef>
                <a:spcPts val="0"/>
              </a:spcBef>
            </a:pPr>
            <a:r>
              <a:rPr lang="en-US" dirty="0" smtClean="0"/>
              <a:t>Simplify IT Landscape to Secure IT Efficiencies</a:t>
            </a:r>
          </a:p>
          <a:p>
            <a:pPr lvl="1">
              <a:spcBef>
                <a:spcPts val="0"/>
              </a:spcBef>
            </a:pPr>
            <a:r>
              <a:rPr lang="en-US" dirty="0" smtClean="0"/>
              <a:t>Support Business Transparency and integration</a:t>
            </a:r>
          </a:p>
        </p:txBody>
      </p:sp>
      <p:sp>
        <p:nvSpPr>
          <p:cNvPr id="5" name="Footer Placeholder 4"/>
          <p:cNvSpPr>
            <a:spLocks noGrp="1"/>
          </p:cNvSpPr>
          <p:nvPr>
            <p:ph type="ftr" sz="quarter" idx="11"/>
          </p:nvPr>
        </p:nvSpPr>
        <p:spPr/>
        <p:txBody>
          <a:bodyPr/>
          <a:lstStyle/>
          <a:p>
            <a:r>
              <a:rPr lang="en-US" dirty="0" smtClean="0"/>
              <a:t>Oracle Confidential – Internal/Restricted/Highly Restricted</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4</a:t>
            </a:fld>
            <a:endParaRPr lang="en-US" dirty="0"/>
          </a:p>
        </p:txBody>
      </p:sp>
      <p:sp>
        <p:nvSpPr>
          <p:cNvPr id="6" name="Rectangle 3"/>
          <p:cNvSpPr>
            <a:spLocks noChangeArrowheads="1"/>
          </p:cNvSpPr>
          <p:nvPr/>
        </p:nvSpPr>
        <p:spPr bwMode="auto">
          <a:xfrm>
            <a:off x="2433500" y="1815548"/>
            <a:ext cx="7775575" cy="3886200"/>
          </a:xfrm>
          <a:prstGeom prst="rect">
            <a:avLst/>
          </a:prstGeom>
          <a:solidFill>
            <a:srgbClr val="3366FF"/>
          </a:solidFill>
          <a:ln w="19050">
            <a:noFill/>
            <a:miter lim="800000"/>
            <a:headEnd/>
            <a:tailEnd/>
          </a:ln>
          <a:effectLst>
            <a:outerShdw dist="35921" dir="2700000" algn="ctr" rotWithShape="0">
              <a:schemeClr val="bg2"/>
            </a:outerShdw>
          </a:effectLst>
        </p:spPr>
        <p:txBody>
          <a:bodyPr wrap="none"/>
          <a:lstStyle/>
          <a:p>
            <a:pPr>
              <a:defRPr/>
            </a:pPr>
            <a:endParaRPr lang="en-US" sz="1000" b="1" dirty="0">
              <a:latin typeface="Verdana" pitchFamily="34" charset="0"/>
            </a:endParaRPr>
          </a:p>
        </p:txBody>
      </p:sp>
      <p:sp>
        <p:nvSpPr>
          <p:cNvPr id="7" name="Rectangle 4"/>
          <p:cNvSpPr>
            <a:spLocks noChangeArrowheads="1"/>
          </p:cNvSpPr>
          <p:nvPr/>
        </p:nvSpPr>
        <p:spPr bwMode="auto">
          <a:xfrm>
            <a:off x="2504937" y="1888573"/>
            <a:ext cx="7632700" cy="3736975"/>
          </a:xfrm>
          <a:prstGeom prst="rect">
            <a:avLst/>
          </a:prstGeom>
          <a:solidFill>
            <a:srgbClr val="CCECFF"/>
          </a:solidFill>
          <a:ln w="19050">
            <a:noFill/>
            <a:miter lim="800000"/>
            <a:headEnd/>
            <a:tailEnd/>
          </a:ln>
          <a:effectLst>
            <a:outerShdw dist="35921" dir="2700000" algn="ctr" rotWithShape="0">
              <a:schemeClr val="bg2"/>
            </a:outerShdw>
          </a:effectLst>
        </p:spPr>
        <p:txBody>
          <a:bodyPr wrap="none"/>
          <a:lstStyle/>
          <a:p>
            <a:pPr>
              <a:defRPr/>
            </a:pPr>
            <a:r>
              <a:rPr lang="en-US" sz="1100" b="1" dirty="0">
                <a:latin typeface="Verdana" pitchFamily="34" charset="0"/>
              </a:rPr>
              <a:t>Business Applications</a:t>
            </a:r>
          </a:p>
        </p:txBody>
      </p:sp>
      <p:sp>
        <p:nvSpPr>
          <p:cNvPr id="8" name="Rectangle 8"/>
          <p:cNvSpPr>
            <a:spLocks noChangeArrowheads="1"/>
          </p:cNvSpPr>
          <p:nvPr/>
        </p:nvSpPr>
        <p:spPr bwMode="auto">
          <a:xfrm>
            <a:off x="2535100" y="2182261"/>
            <a:ext cx="7467600" cy="3357562"/>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r>
              <a:rPr lang="en-US" sz="900" b="1" dirty="0">
                <a:latin typeface="Verdana" pitchFamily="34" charset="0"/>
              </a:rPr>
              <a:t>ERP</a:t>
            </a:r>
          </a:p>
        </p:txBody>
      </p:sp>
      <p:sp>
        <p:nvSpPr>
          <p:cNvPr id="9" name="Text Box 67"/>
          <p:cNvSpPr txBox="1">
            <a:spLocks noChangeArrowheads="1"/>
          </p:cNvSpPr>
          <p:nvPr/>
        </p:nvSpPr>
        <p:spPr bwMode="auto">
          <a:xfrm>
            <a:off x="5321162" y="3753886"/>
            <a:ext cx="1928813" cy="307975"/>
          </a:xfrm>
          <a:prstGeom prst="rect">
            <a:avLst/>
          </a:prstGeom>
          <a:solidFill>
            <a:schemeClr val="bg2"/>
          </a:solidFill>
          <a:ln w="9525">
            <a:noFill/>
            <a:miter lim="800000"/>
            <a:headEnd/>
            <a:tailEnd/>
          </a:ln>
        </p:spPr>
        <p:txBody>
          <a:bodyPr>
            <a:spAutoFit/>
          </a:bodyPr>
          <a:lstStyle/>
          <a:p>
            <a:r>
              <a:rPr lang="da-DK" sz="1400" b="1">
                <a:solidFill>
                  <a:schemeClr val="bg1"/>
                </a:solidFill>
                <a:latin typeface="Verdana" pitchFamily="34" charset="0"/>
              </a:rPr>
              <a:t>ERP Foundation</a:t>
            </a:r>
          </a:p>
        </p:txBody>
      </p:sp>
      <p:sp>
        <p:nvSpPr>
          <p:cNvPr id="10" name="Text Box 67"/>
          <p:cNvSpPr txBox="1">
            <a:spLocks noChangeArrowheads="1"/>
          </p:cNvSpPr>
          <p:nvPr/>
        </p:nvSpPr>
        <p:spPr bwMode="auto">
          <a:xfrm>
            <a:off x="3249475" y="4611136"/>
            <a:ext cx="1096962" cy="411162"/>
          </a:xfrm>
          <a:prstGeom prst="rect">
            <a:avLst/>
          </a:prstGeom>
          <a:solidFill>
            <a:schemeClr val="bg2"/>
          </a:solidFill>
          <a:ln w="9525">
            <a:noFill/>
            <a:miter lim="800000"/>
            <a:headEnd/>
            <a:tailEnd/>
          </a:ln>
        </p:spPr>
        <p:txBody>
          <a:bodyPr lIns="0" rIns="0" anchor="ctr" anchorCtr="1"/>
          <a:lstStyle/>
          <a:p>
            <a:r>
              <a:rPr lang="da-DK" sz="900" b="1">
                <a:solidFill>
                  <a:schemeClr val="bg1"/>
                </a:solidFill>
                <a:latin typeface="Verdana" pitchFamily="34" charset="0"/>
              </a:rPr>
              <a:t>Logistics</a:t>
            </a:r>
          </a:p>
        </p:txBody>
      </p:sp>
      <p:sp>
        <p:nvSpPr>
          <p:cNvPr id="11" name="Text Box 67"/>
          <p:cNvSpPr txBox="1">
            <a:spLocks noChangeArrowheads="1"/>
          </p:cNvSpPr>
          <p:nvPr/>
        </p:nvSpPr>
        <p:spPr bwMode="auto">
          <a:xfrm>
            <a:off x="6535600" y="4842911"/>
            <a:ext cx="1096962" cy="411162"/>
          </a:xfrm>
          <a:prstGeom prst="rect">
            <a:avLst/>
          </a:prstGeom>
          <a:solidFill>
            <a:schemeClr val="bg2"/>
          </a:solidFill>
          <a:ln w="9525">
            <a:noFill/>
            <a:miter lim="800000"/>
            <a:headEnd/>
            <a:tailEnd/>
          </a:ln>
        </p:spPr>
        <p:txBody>
          <a:bodyPr lIns="0" rIns="0" anchor="ctr" anchorCtr="1"/>
          <a:lstStyle/>
          <a:p>
            <a:r>
              <a:rPr lang="da-DK" sz="900" b="1">
                <a:solidFill>
                  <a:schemeClr val="bg1"/>
                </a:solidFill>
                <a:latin typeface="Verdana" pitchFamily="34" charset="0"/>
              </a:rPr>
              <a:t>Enterprise Performance Management</a:t>
            </a:r>
          </a:p>
        </p:txBody>
      </p:sp>
      <p:sp>
        <p:nvSpPr>
          <p:cNvPr id="12" name="Text Box 67"/>
          <p:cNvSpPr txBox="1">
            <a:spLocks noChangeArrowheads="1"/>
          </p:cNvSpPr>
          <p:nvPr/>
        </p:nvSpPr>
        <p:spPr bwMode="auto">
          <a:xfrm>
            <a:off x="8081825" y="4611136"/>
            <a:ext cx="1096962" cy="411162"/>
          </a:xfrm>
          <a:prstGeom prst="rect">
            <a:avLst/>
          </a:prstGeom>
          <a:solidFill>
            <a:schemeClr val="bg2"/>
          </a:solidFill>
          <a:ln w="9525">
            <a:noFill/>
            <a:miter lim="800000"/>
            <a:headEnd/>
            <a:tailEnd/>
          </a:ln>
        </p:spPr>
        <p:txBody>
          <a:bodyPr lIns="0" rIns="0" anchor="ctr" anchorCtr="1"/>
          <a:lstStyle/>
          <a:p>
            <a:r>
              <a:rPr lang="da-DK" sz="900" b="1">
                <a:solidFill>
                  <a:schemeClr val="bg1"/>
                </a:solidFill>
                <a:latin typeface="Verdana" pitchFamily="34" charset="0"/>
              </a:rPr>
              <a:t>Corporate HR</a:t>
            </a:r>
          </a:p>
        </p:txBody>
      </p:sp>
      <p:sp>
        <p:nvSpPr>
          <p:cNvPr id="13" name="Text Box 67"/>
          <p:cNvSpPr txBox="1">
            <a:spLocks noChangeArrowheads="1"/>
          </p:cNvSpPr>
          <p:nvPr/>
        </p:nvSpPr>
        <p:spPr bwMode="auto">
          <a:xfrm>
            <a:off x="8081825" y="3655461"/>
            <a:ext cx="1096962" cy="411162"/>
          </a:xfrm>
          <a:prstGeom prst="rect">
            <a:avLst/>
          </a:prstGeom>
          <a:solidFill>
            <a:schemeClr val="bg2"/>
          </a:solidFill>
          <a:ln w="9525">
            <a:noFill/>
            <a:miter lim="800000"/>
            <a:headEnd/>
            <a:tailEnd/>
          </a:ln>
        </p:spPr>
        <p:txBody>
          <a:bodyPr lIns="0" rIns="0" anchor="ctr" anchorCtr="1"/>
          <a:lstStyle/>
          <a:p>
            <a:r>
              <a:rPr lang="da-DK" sz="900" b="1">
                <a:solidFill>
                  <a:schemeClr val="bg1"/>
                </a:solidFill>
                <a:latin typeface="Verdana" pitchFamily="34" charset="0"/>
              </a:rPr>
              <a:t>Customer Service Mgt</a:t>
            </a:r>
          </a:p>
        </p:txBody>
      </p:sp>
      <p:sp>
        <p:nvSpPr>
          <p:cNvPr id="14" name="Text Box 67"/>
          <p:cNvSpPr txBox="1">
            <a:spLocks noChangeArrowheads="1"/>
          </p:cNvSpPr>
          <p:nvPr/>
        </p:nvSpPr>
        <p:spPr bwMode="auto">
          <a:xfrm>
            <a:off x="3249475" y="3655461"/>
            <a:ext cx="1096962" cy="411162"/>
          </a:xfrm>
          <a:prstGeom prst="rect">
            <a:avLst/>
          </a:prstGeom>
          <a:solidFill>
            <a:schemeClr val="bg2"/>
          </a:solidFill>
          <a:ln w="9525">
            <a:noFill/>
            <a:miter lim="800000"/>
            <a:headEnd/>
            <a:tailEnd/>
          </a:ln>
        </p:spPr>
        <p:txBody>
          <a:bodyPr lIns="0" rIns="0" anchor="ctr" anchorCtr="1"/>
          <a:lstStyle/>
          <a:p>
            <a:r>
              <a:rPr lang="da-DK" sz="900" b="1">
                <a:solidFill>
                  <a:schemeClr val="bg1"/>
                </a:solidFill>
                <a:latin typeface="Verdana" pitchFamily="34" charset="0"/>
              </a:rPr>
              <a:t>Supply Chain Mgt</a:t>
            </a:r>
          </a:p>
        </p:txBody>
      </p:sp>
      <p:sp>
        <p:nvSpPr>
          <p:cNvPr id="15" name="Text Box 67"/>
          <p:cNvSpPr txBox="1">
            <a:spLocks noChangeArrowheads="1"/>
          </p:cNvSpPr>
          <p:nvPr/>
        </p:nvSpPr>
        <p:spPr bwMode="auto">
          <a:xfrm>
            <a:off x="5754550" y="2699786"/>
            <a:ext cx="1096962" cy="411162"/>
          </a:xfrm>
          <a:prstGeom prst="rect">
            <a:avLst/>
          </a:prstGeom>
          <a:solidFill>
            <a:schemeClr val="bg2"/>
          </a:solidFill>
          <a:ln w="9525">
            <a:noFill/>
            <a:miter lim="800000"/>
            <a:headEnd/>
            <a:tailEnd/>
          </a:ln>
        </p:spPr>
        <p:txBody>
          <a:bodyPr lIns="0" rIns="0" anchor="ctr" anchorCtr="1"/>
          <a:lstStyle/>
          <a:p>
            <a:r>
              <a:rPr lang="da-DK" sz="900" b="1">
                <a:solidFill>
                  <a:schemeClr val="bg1"/>
                </a:solidFill>
                <a:latin typeface="Verdana" pitchFamily="34" charset="0"/>
              </a:rPr>
              <a:t>Project Management</a:t>
            </a:r>
          </a:p>
        </p:txBody>
      </p:sp>
      <p:sp>
        <p:nvSpPr>
          <p:cNvPr id="16" name="Text Box 67"/>
          <p:cNvSpPr txBox="1">
            <a:spLocks noChangeArrowheads="1"/>
          </p:cNvSpPr>
          <p:nvPr/>
        </p:nvSpPr>
        <p:spPr bwMode="auto">
          <a:xfrm>
            <a:off x="3249475" y="2699786"/>
            <a:ext cx="1096962" cy="411162"/>
          </a:xfrm>
          <a:prstGeom prst="rect">
            <a:avLst/>
          </a:prstGeom>
          <a:solidFill>
            <a:schemeClr val="bg2"/>
          </a:solidFill>
          <a:ln w="9525">
            <a:noFill/>
            <a:miter lim="800000"/>
            <a:headEnd/>
            <a:tailEnd/>
          </a:ln>
        </p:spPr>
        <p:txBody>
          <a:bodyPr lIns="0" rIns="0" anchor="ctr" anchorCtr="1"/>
          <a:lstStyle/>
          <a:p>
            <a:r>
              <a:rPr lang="da-DK" sz="900" b="1">
                <a:solidFill>
                  <a:schemeClr val="bg1"/>
                </a:solidFill>
                <a:latin typeface="Verdana" pitchFamily="34" charset="0"/>
              </a:rPr>
              <a:t>Project Proposal</a:t>
            </a:r>
          </a:p>
        </p:txBody>
      </p:sp>
      <p:sp>
        <p:nvSpPr>
          <p:cNvPr id="17" name="Text Box 67"/>
          <p:cNvSpPr txBox="1">
            <a:spLocks noChangeArrowheads="1"/>
          </p:cNvSpPr>
          <p:nvPr/>
        </p:nvSpPr>
        <p:spPr bwMode="auto">
          <a:xfrm>
            <a:off x="8081825" y="2699786"/>
            <a:ext cx="1096962" cy="411162"/>
          </a:xfrm>
          <a:prstGeom prst="rect">
            <a:avLst/>
          </a:prstGeom>
          <a:solidFill>
            <a:schemeClr val="bg2"/>
          </a:solidFill>
          <a:ln w="9525">
            <a:noFill/>
            <a:miter lim="800000"/>
            <a:headEnd/>
            <a:tailEnd/>
          </a:ln>
        </p:spPr>
        <p:txBody>
          <a:bodyPr lIns="0" rIns="0" anchor="ctr" anchorCtr="1"/>
          <a:lstStyle/>
          <a:p>
            <a:r>
              <a:rPr lang="da-DK" sz="900" b="1">
                <a:solidFill>
                  <a:schemeClr val="bg1"/>
                </a:solidFill>
                <a:latin typeface="Verdana" pitchFamily="34" charset="0"/>
              </a:rPr>
              <a:t>eCommerce &amp; Collaboration </a:t>
            </a:r>
          </a:p>
        </p:txBody>
      </p:sp>
      <p:sp>
        <p:nvSpPr>
          <p:cNvPr id="18" name="Text Box 67"/>
          <p:cNvSpPr txBox="1">
            <a:spLocks noChangeArrowheads="1"/>
          </p:cNvSpPr>
          <p:nvPr/>
        </p:nvSpPr>
        <p:spPr bwMode="auto">
          <a:xfrm>
            <a:off x="4795700" y="4842911"/>
            <a:ext cx="1096962" cy="411162"/>
          </a:xfrm>
          <a:prstGeom prst="rect">
            <a:avLst/>
          </a:prstGeom>
          <a:solidFill>
            <a:schemeClr val="bg2"/>
          </a:solidFill>
          <a:ln w="9525">
            <a:noFill/>
            <a:miter lim="800000"/>
            <a:headEnd/>
            <a:tailEnd/>
          </a:ln>
        </p:spPr>
        <p:txBody>
          <a:bodyPr lIns="0" rIns="0" anchor="ctr" anchorCtr="1"/>
          <a:lstStyle/>
          <a:p>
            <a:r>
              <a:rPr lang="da-DK" sz="900" b="1">
                <a:solidFill>
                  <a:schemeClr val="bg1"/>
                </a:solidFill>
                <a:latin typeface="Verdana" pitchFamily="34" charset="0"/>
              </a:rPr>
              <a:t>Quality &amp; Corp Governance</a:t>
            </a:r>
          </a:p>
        </p:txBody>
      </p:sp>
      <p:sp>
        <p:nvSpPr>
          <p:cNvPr id="19" name="Rectangle 249"/>
          <p:cNvSpPr>
            <a:spLocks noChangeArrowheads="1"/>
          </p:cNvSpPr>
          <p:nvPr/>
        </p:nvSpPr>
        <p:spPr bwMode="auto">
          <a:xfrm>
            <a:off x="6392725" y="4682573"/>
            <a:ext cx="1381125" cy="714375"/>
          </a:xfrm>
          <a:prstGeom prst="rect">
            <a:avLst/>
          </a:prstGeom>
          <a:noFill/>
          <a:ln w="9525">
            <a:solidFill>
              <a:schemeClr val="tx1"/>
            </a:solidFill>
            <a:prstDash val="dash"/>
            <a:miter lim="800000"/>
            <a:headEnd/>
            <a:tailEnd/>
          </a:ln>
        </p:spPr>
        <p:txBody>
          <a:bodyPr wrap="none" anchor="ctr"/>
          <a:lstStyle/>
          <a:p>
            <a:endParaRPr lang="en-US" dirty="0"/>
          </a:p>
        </p:txBody>
      </p:sp>
      <p:sp>
        <p:nvSpPr>
          <p:cNvPr id="20" name="Rectangle 249"/>
          <p:cNvSpPr>
            <a:spLocks noChangeArrowheads="1"/>
          </p:cNvSpPr>
          <p:nvPr/>
        </p:nvSpPr>
        <p:spPr bwMode="auto">
          <a:xfrm>
            <a:off x="4654412" y="4682573"/>
            <a:ext cx="1381125" cy="714375"/>
          </a:xfrm>
          <a:prstGeom prst="rect">
            <a:avLst/>
          </a:prstGeom>
          <a:noFill/>
          <a:ln w="9525">
            <a:solidFill>
              <a:schemeClr val="tx1"/>
            </a:solidFill>
            <a:prstDash val="dash"/>
            <a:miter lim="800000"/>
            <a:headEnd/>
            <a:tailEnd/>
          </a:ln>
        </p:spPr>
        <p:txBody>
          <a:bodyPr wrap="none" anchor="ctr"/>
          <a:lstStyle/>
          <a:p>
            <a:endParaRPr lang="en-US" dirty="0"/>
          </a:p>
        </p:txBody>
      </p:sp>
      <p:sp>
        <p:nvSpPr>
          <p:cNvPr id="21" name="Rectangle 249"/>
          <p:cNvSpPr>
            <a:spLocks noChangeArrowheads="1"/>
          </p:cNvSpPr>
          <p:nvPr/>
        </p:nvSpPr>
        <p:spPr bwMode="auto">
          <a:xfrm>
            <a:off x="3106600" y="4468261"/>
            <a:ext cx="1381125" cy="714375"/>
          </a:xfrm>
          <a:prstGeom prst="rect">
            <a:avLst/>
          </a:prstGeom>
          <a:noFill/>
          <a:ln w="9525">
            <a:solidFill>
              <a:schemeClr val="tx1"/>
            </a:solidFill>
            <a:prstDash val="dash"/>
            <a:miter lim="800000"/>
            <a:headEnd/>
            <a:tailEnd/>
          </a:ln>
        </p:spPr>
        <p:txBody>
          <a:bodyPr wrap="none" anchor="ctr"/>
          <a:lstStyle/>
          <a:p>
            <a:endParaRPr lang="en-US" dirty="0"/>
          </a:p>
        </p:txBody>
      </p:sp>
      <p:sp>
        <p:nvSpPr>
          <p:cNvPr id="22" name="Rectangle 249"/>
          <p:cNvSpPr>
            <a:spLocks noChangeArrowheads="1"/>
          </p:cNvSpPr>
          <p:nvPr/>
        </p:nvSpPr>
        <p:spPr bwMode="auto">
          <a:xfrm>
            <a:off x="3106600" y="3468136"/>
            <a:ext cx="1381125" cy="714375"/>
          </a:xfrm>
          <a:prstGeom prst="rect">
            <a:avLst/>
          </a:prstGeom>
          <a:noFill/>
          <a:ln w="9525">
            <a:solidFill>
              <a:schemeClr val="tx1"/>
            </a:solidFill>
            <a:prstDash val="dash"/>
            <a:miter lim="800000"/>
            <a:headEnd/>
            <a:tailEnd/>
          </a:ln>
        </p:spPr>
        <p:txBody>
          <a:bodyPr wrap="none" anchor="ctr"/>
          <a:lstStyle/>
          <a:p>
            <a:endParaRPr lang="en-US" dirty="0"/>
          </a:p>
        </p:txBody>
      </p:sp>
      <p:sp>
        <p:nvSpPr>
          <p:cNvPr id="23" name="Rectangle 249"/>
          <p:cNvSpPr>
            <a:spLocks noChangeArrowheads="1"/>
          </p:cNvSpPr>
          <p:nvPr/>
        </p:nvSpPr>
        <p:spPr bwMode="auto">
          <a:xfrm>
            <a:off x="3106600" y="2539448"/>
            <a:ext cx="1381125" cy="714375"/>
          </a:xfrm>
          <a:prstGeom prst="rect">
            <a:avLst/>
          </a:prstGeom>
          <a:noFill/>
          <a:ln w="9525">
            <a:solidFill>
              <a:schemeClr val="tx1"/>
            </a:solidFill>
            <a:prstDash val="dash"/>
            <a:miter lim="800000"/>
            <a:headEnd/>
            <a:tailEnd/>
          </a:ln>
        </p:spPr>
        <p:txBody>
          <a:bodyPr wrap="none" anchor="ctr"/>
          <a:lstStyle/>
          <a:p>
            <a:endParaRPr lang="en-US" dirty="0"/>
          </a:p>
        </p:txBody>
      </p:sp>
      <p:sp>
        <p:nvSpPr>
          <p:cNvPr id="24" name="Rectangle 249"/>
          <p:cNvSpPr>
            <a:spLocks noChangeArrowheads="1"/>
          </p:cNvSpPr>
          <p:nvPr/>
        </p:nvSpPr>
        <p:spPr bwMode="auto">
          <a:xfrm>
            <a:off x="5606912" y="2539448"/>
            <a:ext cx="1381125" cy="714375"/>
          </a:xfrm>
          <a:prstGeom prst="rect">
            <a:avLst/>
          </a:prstGeom>
          <a:noFill/>
          <a:ln w="9525">
            <a:solidFill>
              <a:schemeClr val="tx1"/>
            </a:solidFill>
            <a:prstDash val="dash"/>
            <a:miter lim="800000"/>
            <a:headEnd/>
            <a:tailEnd/>
          </a:ln>
        </p:spPr>
        <p:txBody>
          <a:bodyPr wrap="none" anchor="ctr"/>
          <a:lstStyle/>
          <a:p>
            <a:endParaRPr lang="en-US" dirty="0"/>
          </a:p>
        </p:txBody>
      </p:sp>
      <p:sp>
        <p:nvSpPr>
          <p:cNvPr id="25" name="Rectangle 249"/>
          <p:cNvSpPr>
            <a:spLocks noChangeArrowheads="1"/>
          </p:cNvSpPr>
          <p:nvPr/>
        </p:nvSpPr>
        <p:spPr bwMode="auto">
          <a:xfrm>
            <a:off x="7940537" y="2539448"/>
            <a:ext cx="1381125" cy="714375"/>
          </a:xfrm>
          <a:prstGeom prst="rect">
            <a:avLst/>
          </a:prstGeom>
          <a:noFill/>
          <a:ln w="9525">
            <a:solidFill>
              <a:schemeClr val="tx1"/>
            </a:solidFill>
            <a:prstDash val="dash"/>
            <a:miter lim="800000"/>
            <a:headEnd/>
            <a:tailEnd/>
          </a:ln>
        </p:spPr>
        <p:txBody>
          <a:bodyPr wrap="none" anchor="ctr"/>
          <a:lstStyle/>
          <a:p>
            <a:endParaRPr lang="en-US" dirty="0"/>
          </a:p>
        </p:txBody>
      </p:sp>
      <p:sp>
        <p:nvSpPr>
          <p:cNvPr id="26" name="Rectangle 249"/>
          <p:cNvSpPr>
            <a:spLocks noChangeArrowheads="1"/>
          </p:cNvSpPr>
          <p:nvPr/>
        </p:nvSpPr>
        <p:spPr bwMode="auto">
          <a:xfrm>
            <a:off x="7940537" y="3468136"/>
            <a:ext cx="1381125" cy="714375"/>
          </a:xfrm>
          <a:prstGeom prst="rect">
            <a:avLst/>
          </a:prstGeom>
          <a:noFill/>
          <a:ln w="9525">
            <a:solidFill>
              <a:schemeClr val="tx1"/>
            </a:solidFill>
            <a:prstDash val="dash"/>
            <a:miter lim="800000"/>
            <a:headEnd/>
            <a:tailEnd/>
          </a:ln>
        </p:spPr>
        <p:txBody>
          <a:bodyPr wrap="none" anchor="ctr"/>
          <a:lstStyle/>
          <a:p>
            <a:endParaRPr lang="en-US" dirty="0"/>
          </a:p>
        </p:txBody>
      </p:sp>
      <p:sp>
        <p:nvSpPr>
          <p:cNvPr id="27" name="Rectangle 249"/>
          <p:cNvSpPr>
            <a:spLocks noChangeArrowheads="1"/>
          </p:cNvSpPr>
          <p:nvPr/>
        </p:nvSpPr>
        <p:spPr bwMode="auto">
          <a:xfrm>
            <a:off x="7940537" y="4468261"/>
            <a:ext cx="1381125" cy="714375"/>
          </a:xfrm>
          <a:prstGeom prst="rect">
            <a:avLst/>
          </a:prstGeom>
          <a:noFill/>
          <a:ln w="9525">
            <a:solidFill>
              <a:schemeClr val="tx1"/>
            </a:solidFill>
            <a:prstDash val="dash"/>
            <a:miter lim="800000"/>
            <a:headEnd/>
            <a:tailEnd/>
          </a:ln>
        </p:spPr>
        <p:txBody>
          <a:bodyPr wrap="none" anchor="ctr"/>
          <a:lstStyle/>
          <a:p>
            <a:endParaRPr lang="en-US" dirty="0"/>
          </a:p>
        </p:txBody>
      </p:sp>
      <p:sp>
        <p:nvSpPr>
          <p:cNvPr id="28" name="Up-Down Arrow 43"/>
          <p:cNvSpPr/>
          <p:nvPr/>
        </p:nvSpPr>
        <p:spPr bwMode="auto">
          <a:xfrm rot="16200000">
            <a:off x="4857612" y="3788811"/>
            <a:ext cx="142875" cy="215900"/>
          </a:xfrm>
          <a:prstGeom prst="upDownArrow">
            <a:avLst>
              <a:gd name="adj1" fmla="val 38417"/>
              <a:gd name="adj2" fmla="val 41313"/>
            </a:avLst>
          </a:prstGeom>
          <a:ln>
            <a:solidFill>
              <a:schemeClr val="bg2">
                <a:lumMod val="60000"/>
                <a:lumOff val="40000"/>
              </a:schemeClr>
            </a:solid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wrap="none" anchor="ctr"/>
          <a:lstStyle/>
          <a:p>
            <a:pPr>
              <a:defRPr/>
            </a:pPr>
            <a:endParaRPr lang="en-US" dirty="0">
              <a:solidFill>
                <a:schemeClr val="tx1"/>
              </a:solidFill>
              <a:latin typeface="Times" pitchFamily="18" charset="0"/>
              <a:cs typeface="Arial" charset="0"/>
            </a:endParaRPr>
          </a:p>
        </p:txBody>
      </p:sp>
      <p:sp>
        <p:nvSpPr>
          <p:cNvPr id="29" name="Up-Down Arrow 43"/>
          <p:cNvSpPr/>
          <p:nvPr/>
        </p:nvSpPr>
        <p:spPr bwMode="auto">
          <a:xfrm>
            <a:off x="6178412" y="3325261"/>
            <a:ext cx="142875" cy="215900"/>
          </a:xfrm>
          <a:prstGeom prst="upDownArrow">
            <a:avLst>
              <a:gd name="adj1" fmla="val 38417"/>
              <a:gd name="adj2" fmla="val 41313"/>
            </a:avLst>
          </a:prstGeom>
          <a:ln>
            <a:solidFill>
              <a:schemeClr val="bg2">
                <a:lumMod val="60000"/>
                <a:lumOff val="40000"/>
              </a:schemeClr>
            </a:solid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wrap="none" anchor="ctr"/>
          <a:lstStyle/>
          <a:p>
            <a:pPr>
              <a:defRPr/>
            </a:pPr>
            <a:endParaRPr lang="en-US" dirty="0">
              <a:solidFill>
                <a:schemeClr val="tx1"/>
              </a:solidFill>
              <a:latin typeface="Times" pitchFamily="18" charset="0"/>
              <a:cs typeface="Arial" charset="0"/>
            </a:endParaRPr>
          </a:p>
        </p:txBody>
      </p:sp>
      <p:sp>
        <p:nvSpPr>
          <p:cNvPr id="30" name="Up-Down Arrow 43"/>
          <p:cNvSpPr/>
          <p:nvPr/>
        </p:nvSpPr>
        <p:spPr bwMode="auto">
          <a:xfrm>
            <a:off x="6178412" y="4252361"/>
            <a:ext cx="142875" cy="215900"/>
          </a:xfrm>
          <a:prstGeom prst="upDownArrow">
            <a:avLst>
              <a:gd name="adj1" fmla="val 38417"/>
              <a:gd name="adj2" fmla="val 41313"/>
            </a:avLst>
          </a:prstGeom>
          <a:ln>
            <a:solidFill>
              <a:schemeClr val="bg2">
                <a:lumMod val="60000"/>
                <a:lumOff val="40000"/>
              </a:schemeClr>
            </a:solid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wrap="none" anchor="ctr"/>
          <a:lstStyle/>
          <a:p>
            <a:pPr>
              <a:defRPr/>
            </a:pPr>
            <a:endParaRPr lang="en-US" dirty="0">
              <a:solidFill>
                <a:schemeClr val="tx1"/>
              </a:solidFill>
              <a:latin typeface="Times" pitchFamily="18" charset="0"/>
              <a:cs typeface="Arial" charset="0"/>
            </a:endParaRPr>
          </a:p>
        </p:txBody>
      </p:sp>
      <p:sp>
        <p:nvSpPr>
          <p:cNvPr id="31" name="Up-Down Arrow 43"/>
          <p:cNvSpPr/>
          <p:nvPr/>
        </p:nvSpPr>
        <p:spPr bwMode="auto">
          <a:xfrm rot="16200000">
            <a:off x="7570649" y="3788811"/>
            <a:ext cx="142875" cy="215900"/>
          </a:xfrm>
          <a:prstGeom prst="upDownArrow">
            <a:avLst>
              <a:gd name="adj1" fmla="val 38417"/>
              <a:gd name="adj2" fmla="val 41313"/>
            </a:avLst>
          </a:prstGeom>
          <a:ln>
            <a:solidFill>
              <a:schemeClr val="bg2">
                <a:lumMod val="60000"/>
                <a:lumOff val="40000"/>
              </a:schemeClr>
            </a:solid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wrap="none" anchor="ctr"/>
          <a:lstStyle/>
          <a:p>
            <a:pPr>
              <a:defRPr/>
            </a:pPr>
            <a:endParaRPr lang="en-US" dirty="0">
              <a:solidFill>
                <a:schemeClr val="tx1"/>
              </a:solidFill>
              <a:latin typeface="Times" pitchFamily="18" charset="0"/>
              <a:cs typeface="Arial" charset="0"/>
            </a:endParaRPr>
          </a:p>
        </p:txBody>
      </p:sp>
      <p:sp>
        <p:nvSpPr>
          <p:cNvPr id="32" name="Rectangle 249"/>
          <p:cNvSpPr>
            <a:spLocks noChangeArrowheads="1"/>
          </p:cNvSpPr>
          <p:nvPr/>
        </p:nvSpPr>
        <p:spPr bwMode="auto">
          <a:xfrm>
            <a:off x="7249975" y="5849386"/>
            <a:ext cx="541337" cy="261937"/>
          </a:xfrm>
          <a:prstGeom prst="rect">
            <a:avLst/>
          </a:prstGeom>
          <a:solidFill>
            <a:schemeClr val="bg1"/>
          </a:solidFill>
          <a:ln w="9525">
            <a:solidFill>
              <a:schemeClr val="tx1"/>
            </a:solidFill>
            <a:prstDash val="dash"/>
            <a:miter lim="800000"/>
            <a:headEnd/>
            <a:tailEnd/>
          </a:ln>
        </p:spPr>
        <p:txBody>
          <a:bodyPr wrap="none" anchor="ctr"/>
          <a:lstStyle/>
          <a:p>
            <a:endParaRPr lang="en-US" dirty="0"/>
          </a:p>
        </p:txBody>
      </p:sp>
      <p:sp>
        <p:nvSpPr>
          <p:cNvPr id="33" name="Text Box 250"/>
          <p:cNvSpPr txBox="1">
            <a:spLocks noChangeArrowheads="1"/>
          </p:cNvSpPr>
          <p:nvPr/>
        </p:nvSpPr>
        <p:spPr bwMode="auto">
          <a:xfrm>
            <a:off x="7864337" y="5838273"/>
            <a:ext cx="1911350" cy="246063"/>
          </a:xfrm>
          <a:prstGeom prst="rect">
            <a:avLst/>
          </a:prstGeom>
          <a:noFill/>
          <a:ln w="9525">
            <a:noFill/>
            <a:miter lim="800000"/>
            <a:headEnd/>
            <a:tailEnd/>
          </a:ln>
        </p:spPr>
        <p:txBody>
          <a:bodyPr wrap="none">
            <a:spAutoFit/>
          </a:bodyPr>
          <a:lstStyle/>
          <a:p>
            <a:pPr algn="l"/>
            <a:r>
              <a:rPr lang="da-DK" sz="1000" b="1" dirty="0">
                <a:latin typeface="Verdana" pitchFamily="34" charset="0"/>
              </a:rPr>
              <a:t>ERP Application Domain</a:t>
            </a:r>
          </a:p>
        </p:txBody>
      </p:sp>
      <p:sp>
        <p:nvSpPr>
          <p:cNvPr id="34" name="Rectangle 2"/>
          <p:cNvSpPr txBox="1">
            <a:spLocks noChangeArrowheads="1"/>
          </p:cNvSpPr>
          <p:nvPr/>
        </p:nvSpPr>
        <p:spPr>
          <a:xfrm>
            <a:off x="719137" y="928688"/>
            <a:ext cx="10750619" cy="596900"/>
          </a:xfrm>
          <a:prstGeom prst="rect">
            <a:avLst/>
          </a:prstGeom>
          <a:noFill/>
        </p:spPr>
        <p:txBody>
          <a:body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000" b="1" i="0" u="none" strike="noStrike" kern="1200" cap="none" spc="0" normalizeH="0" baseline="0" noProof="0" dirty="0" smtClean="0">
                <a:ln>
                  <a:noFill/>
                </a:ln>
                <a:solidFill>
                  <a:schemeClr val="tx1"/>
                </a:solidFill>
                <a:effectLst/>
                <a:uLnTx/>
                <a:uFillTx/>
                <a:latin typeface="+mj-lt"/>
                <a:ea typeface="+mj-ea"/>
                <a:cs typeface="+mj-cs"/>
              </a:rPr>
              <a:t>The Conceptual To-Be Application </a:t>
            </a:r>
            <a:r>
              <a:rPr lang="en-US" sz="2000" b="1" dirty="0" smtClean="0">
                <a:latin typeface="+mj-lt"/>
                <a:ea typeface="+mj-ea"/>
                <a:cs typeface="+mj-cs"/>
              </a:rPr>
              <a:t>Ar</a:t>
            </a:r>
            <a:r>
              <a:rPr kumimoji="0" lang="en-US" sz="2000" b="1" i="0" u="none" strike="noStrike" kern="1200" cap="none" spc="0" normalizeH="0" baseline="0" noProof="0" dirty="0" smtClean="0">
                <a:ln>
                  <a:noFill/>
                </a:ln>
                <a:solidFill>
                  <a:schemeClr val="tx1"/>
                </a:solidFill>
                <a:effectLst/>
                <a:uLnTx/>
                <a:uFillTx/>
                <a:latin typeface="+mj-lt"/>
                <a:ea typeface="+mj-ea"/>
                <a:cs typeface="+mj-cs"/>
              </a:rPr>
              <a:t>chitecture</a:t>
            </a:r>
            <a:r>
              <a:rPr lang="en-US" sz="2000" b="1" dirty="0" smtClean="0">
                <a:latin typeface="+mj-lt"/>
                <a:ea typeface="+mj-ea"/>
                <a:cs typeface="+mj-cs"/>
              </a:rPr>
              <a:t> </a:t>
            </a:r>
            <a:r>
              <a:rPr kumimoji="0" lang="en-US" sz="2000" b="1" i="0" u="none" strike="noStrike" kern="1200" cap="none" spc="0" normalizeH="0" baseline="0" noProof="0" dirty="0" smtClean="0">
                <a:ln>
                  <a:noFill/>
                </a:ln>
                <a:solidFill>
                  <a:schemeClr val="tx1"/>
                </a:solidFill>
                <a:effectLst/>
                <a:uLnTx/>
                <a:uFillTx/>
                <a:latin typeface="+mj-lt"/>
                <a:ea typeface="+mj-ea"/>
                <a:cs typeface="+mj-cs"/>
              </a:rPr>
              <a:t>consists of ERP Foundation for Basic </a:t>
            </a:r>
            <a:r>
              <a:rPr lang="en-US" sz="2000" b="1" dirty="0" smtClean="0">
                <a:latin typeface="+mj-lt"/>
                <a:ea typeface="+mj-ea"/>
                <a:cs typeface="+mj-cs"/>
              </a:rPr>
              <a:t>F</a:t>
            </a:r>
            <a:r>
              <a:rPr kumimoji="0" lang="en-US" sz="2000" b="1" i="0" u="none" strike="noStrike" kern="1200" cap="none" spc="0" normalizeH="0" baseline="0" noProof="0" dirty="0" smtClean="0">
                <a:ln>
                  <a:noFill/>
                </a:ln>
                <a:solidFill>
                  <a:schemeClr val="tx1"/>
                </a:solidFill>
                <a:effectLst/>
                <a:uLnTx/>
                <a:uFillTx/>
                <a:latin typeface="+mj-lt"/>
                <a:ea typeface="+mj-ea"/>
                <a:cs typeface="+mj-cs"/>
              </a:rPr>
              <a:t>unctionality, and Individual ERP Application Domains for </a:t>
            </a:r>
            <a:r>
              <a:rPr lang="en-US" sz="2000" b="1" dirty="0" smtClean="0">
                <a:latin typeface="+mj-lt"/>
                <a:ea typeface="+mj-ea"/>
                <a:cs typeface="+mj-cs"/>
              </a:rPr>
              <a:t>Mo</a:t>
            </a:r>
            <a:r>
              <a:rPr kumimoji="0" lang="en-US" sz="2000" b="1" i="0" u="none" strike="noStrike" kern="1200" cap="none" spc="0" normalizeH="0" baseline="0" noProof="0" dirty="0" smtClean="0">
                <a:ln>
                  <a:noFill/>
                </a:ln>
                <a:solidFill>
                  <a:schemeClr val="tx1"/>
                </a:solidFill>
                <a:effectLst/>
                <a:uLnTx/>
                <a:uFillTx/>
                <a:latin typeface="+mj-lt"/>
                <a:ea typeface="+mj-ea"/>
                <a:cs typeface="+mj-cs"/>
              </a:rPr>
              <a:t>re </a:t>
            </a:r>
            <a:r>
              <a:rPr lang="en-US" sz="2000" b="1" dirty="0" smtClean="0">
                <a:latin typeface="+mj-lt"/>
                <a:ea typeface="+mj-ea"/>
                <a:cs typeface="+mj-cs"/>
              </a:rPr>
              <a:t>A</a:t>
            </a:r>
            <a:r>
              <a:rPr kumimoji="0" lang="en-US" sz="2000" b="1" i="0" u="none" strike="noStrike" kern="1200" cap="none" spc="0" normalizeH="0" baseline="0" noProof="0" dirty="0" smtClean="0">
                <a:ln>
                  <a:noFill/>
                </a:ln>
                <a:solidFill>
                  <a:schemeClr val="tx1"/>
                </a:solidFill>
                <a:effectLst/>
                <a:uLnTx/>
                <a:uFillTx/>
                <a:latin typeface="+mj-lt"/>
                <a:ea typeface="+mj-ea"/>
                <a:cs typeface="+mj-cs"/>
              </a:rPr>
              <a:t>dvanced </a:t>
            </a:r>
            <a:r>
              <a:rPr lang="en-US" sz="2000" b="1" dirty="0" smtClean="0">
                <a:latin typeface="+mj-lt"/>
                <a:ea typeface="+mj-ea"/>
                <a:cs typeface="+mj-cs"/>
              </a:rPr>
              <a:t>Fu</a:t>
            </a:r>
            <a:r>
              <a:rPr kumimoji="0" lang="en-US" sz="2000" b="1" i="0" u="none" strike="noStrike" kern="1200" cap="none" spc="0" normalizeH="0" baseline="0" noProof="0" dirty="0" smtClean="0">
                <a:ln>
                  <a:noFill/>
                </a:ln>
                <a:solidFill>
                  <a:schemeClr val="tx1"/>
                </a:solidFill>
                <a:effectLst/>
                <a:uLnTx/>
                <a:uFillTx/>
                <a:latin typeface="+mj-lt"/>
                <a:ea typeface="+mj-ea"/>
                <a:cs typeface="+mj-cs"/>
              </a:rPr>
              <a:t>nctionality</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Oracle Confidential – Internal/Restricted/Highly Restricted</a:t>
            </a:r>
            <a:endParaRPr lang="en-US" dirty="0"/>
          </a:p>
        </p:txBody>
      </p:sp>
      <p:sp>
        <p:nvSpPr>
          <p:cNvPr id="3" name="Slide Number Placeholder 2"/>
          <p:cNvSpPr>
            <a:spLocks noGrp="1"/>
          </p:cNvSpPr>
          <p:nvPr>
            <p:ph type="sldNum" sz="quarter" idx="12"/>
          </p:nvPr>
        </p:nvSpPr>
        <p:spPr/>
        <p:txBody>
          <a:bodyPr/>
          <a:lstStyle/>
          <a:p>
            <a:fld id="{C51EAA63-D034-42AE-91FA-B13B9518C7BE}" type="slidenum">
              <a:rPr lang="en-US" smtClean="0"/>
              <a:pPr/>
              <a:t>5</a:t>
            </a:fld>
            <a:endParaRPr lang="en-US" dirty="0"/>
          </a:p>
        </p:txBody>
      </p:sp>
      <p:sp>
        <p:nvSpPr>
          <p:cNvPr id="4" name="Rectangle 4"/>
          <p:cNvSpPr>
            <a:spLocks noChangeArrowheads="1"/>
          </p:cNvSpPr>
          <p:nvPr/>
        </p:nvSpPr>
        <p:spPr bwMode="auto">
          <a:xfrm>
            <a:off x="1275017" y="904304"/>
            <a:ext cx="8786812" cy="5267325"/>
          </a:xfrm>
          <a:prstGeom prst="rect">
            <a:avLst/>
          </a:prstGeom>
          <a:solidFill>
            <a:schemeClr val="bg1"/>
          </a:solidFill>
          <a:ln w="19050">
            <a:solidFill>
              <a:schemeClr val="tx2">
                <a:lumMod val="50000"/>
                <a:lumOff val="50000"/>
              </a:schemeClr>
            </a:solidFill>
            <a:miter lim="800000"/>
            <a:headEnd/>
            <a:tailEnd/>
          </a:ln>
          <a:effectLst>
            <a:outerShdw dist="35921" dir="2700000" algn="ctr" rotWithShape="0">
              <a:schemeClr val="bg2"/>
            </a:outerShdw>
          </a:effectLst>
        </p:spPr>
        <p:txBody>
          <a:bodyPr wrap="none"/>
          <a:lstStyle/>
          <a:p>
            <a:pPr algn="l">
              <a:defRPr/>
            </a:pPr>
            <a:r>
              <a:rPr lang="en-US" sz="1100" b="1" i="1" dirty="0">
                <a:solidFill>
                  <a:schemeClr val="bg2"/>
                </a:solidFill>
                <a:latin typeface="Verdana" pitchFamily="34" charset="0"/>
              </a:rPr>
              <a:t>Integration Platform</a:t>
            </a:r>
          </a:p>
        </p:txBody>
      </p:sp>
      <p:sp>
        <p:nvSpPr>
          <p:cNvPr id="5" name="Slide Number Placeholder 3"/>
          <p:cNvSpPr txBox="1">
            <a:spLocks/>
          </p:cNvSpPr>
          <p:nvPr/>
        </p:nvSpPr>
        <p:spPr>
          <a:xfrm>
            <a:off x="8436864" y="6624638"/>
            <a:ext cx="2133600" cy="476250"/>
          </a:xfrm>
          <a:prstGeom prst="rect">
            <a:avLst/>
          </a:prstGeom>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F0EB990-255F-4AA2-8474-4EE4959A06E8}" type="slidenum">
              <a:rPr kumimoji="0" lang="en-US" sz="850" b="0" i="0" u="none" strike="noStrike" kern="1200" cap="none" spc="0" normalizeH="0" baseline="0" noProof="0" smtClean="0">
                <a:ln>
                  <a:noFill/>
                </a:ln>
                <a:solidFill>
                  <a:schemeClr val="tx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850" b="0" i="0" u="none" strike="noStrike" kern="1200" cap="none" spc="0" normalizeH="0" baseline="0" noProof="0" dirty="0">
              <a:ln>
                <a:noFill/>
              </a:ln>
              <a:solidFill>
                <a:schemeClr val="tx1"/>
              </a:solidFill>
              <a:effectLst/>
              <a:uLnTx/>
              <a:uFillTx/>
              <a:latin typeface="+mn-lt"/>
              <a:ea typeface="+mn-ea"/>
              <a:cs typeface="+mn-cs"/>
            </a:endParaRPr>
          </a:p>
        </p:txBody>
      </p:sp>
      <p:sp>
        <p:nvSpPr>
          <p:cNvPr id="16" name="Rectangle 5"/>
          <p:cNvSpPr>
            <a:spLocks noChangeArrowheads="1"/>
          </p:cNvSpPr>
          <p:nvPr/>
        </p:nvSpPr>
        <p:spPr bwMode="auto">
          <a:xfrm>
            <a:off x="1489329" y="4761929"/>
            <a:ext cx="8286750" cy="128587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grpSp>
        <p:nvGrpSpPr>
          <p:cNvPr id="17" name="Group 7"/>
          <p:cNvGrpSpPr/>
          <p:nvPr/>
        </p:nvGrpSpPr>
        <p:grpSpPr>
          <a:xfrm>
            <a:off x="1791877" y="5119148"/>
            <a:ext cx="7769887" cy="340922"/>
            <a:chOff x="1256" y="142877"/>
            <a:chExt cx="7769887" cy="340922"/>
          </a:xfrm>
          <a:solidFill>
            <a:srgbClr val="18187C"/>
          </a:solidFill>
        </p:grpSpPr>
        <p:sp>
          <p:nvSpPr>
            <p:cNvPr id="18" name="Rounded Rectangle 17"/>
            <p:cNvSpPr/>
            <p:nvPr/>
          </p:nvSpPr>
          <p:spPr>
            <a:xfrm>
              <a:off x="1256" y="142877"/>
              <a:ext cx="7769887" cy="340922"/>
            </a:xfrm>
            <a:prstGeom prst="roundRect">
              <a:avLst>
                <a:gd name="adj" fmla="val 10000"/>
              </a:avLst>
            </a:prstGeom>
            <a:grpFill/>
          </p:spPr>
          <p:style>
            <a:lnRef idx="0">
              <a:schemeClr val="lt1">
                <a:hueOff val="0"/>
                <a:satOff val="0"/>
                <a:lumOff val="0"/>
                <a:alphaOff val="0"/>
              </a:schemeClr>
            </a:lnRef>
            <a:fillRef idx="3">
              <a:schemeClr val="accent2">
                <a:shade val="80000"/>
                <a:hueOff val="0"/>
                <a:satOff val="0"/>
                <a:lumOff val="0"/>
                <a:alphaOff val="0"/>
              </a:schemeClr>
            </a:fillRef>
            <a:effectRef idx="3">
              <a:schemeClr val="accent2">
                <a:shade val="80000"/>
                <a:hueOff val="0"/>
                <a:satOff val="0"/>
                <a:lumOff val="0"/>
                <a:alphaOff val="0"/>
              </a:schemeClr>
            </a:effectRef>
            <a:fontRef idx="minor">
              <a:schemeClr val="lt1"/>
            </a:fontRef>
          </p:style>
        </p:sp>
        <p:sp>
          <p:nvSpPr>
            <p:cNvPr id="19" name="Rounded Rectangle 4"/>
            <p:cNvSpPr/>
            <p:nvPr/>
          </p:nvSpPr>
          <p:spPr>
            <a:xfrm>
              <a:off x="11241" y="152862"/>
              <a:ext cx="7749917" cy="320952"/>
            </a:xfrm>
            <a:prstGeom prst="rect">
              <a:avLst/>
            </a:prstGeom>
            <a:grpFill/>
          </p:spPr>
          <p:style>
            <a:lnRef idx="0">
              <a:scrgbClr r="0" g="0" b="0"/>
            </a:lnRef>
            <a:fillRef idx="0">
              <a:scrgbClr r="0" g="0" b="0"/>
            </a:fillRef>
            <a:effectRef idx="0">
              <a:scrgbClr r="0" g="0" b="0"/>
            </a:effectRef>
            <a:fontRef idx="minor">
              <a:schemeClr val="lt1"/>
            </a:fontRef>
          </p:style>
          <p:txBody>
            <a:bodyPr lIns="53340" tIns="53340" rIns="53340" bIns="53340" spcCol="1270" anchor="ctr"/>
            <a:lstStyle/>
            <a:p>
              <a:pPr defTabSz="622300">
                <a:lnSpc>
                  <a:spcPct val="90000"/>
                </a:lnSpc>
                <a:spcAft>
                  <a:spcPct val="35000"/>
                </a:spcAft>
                <a:defRPr/>
              </a:pPr>
              <a:endParaRPr lang="en-US" sz="1400" dirty="0">
                <a:solidFill>
                  <a:schemeClr val="tx1"/>
                </a:solidFill>
              </a:endParaRPr>
            </a:p>
          </p:txBody>
        </p:sp>
      </p:grpSp>
      <p:graphicFrame>
        <p:nvGraphicFramePr>
          <p:cNvPr id="20" name="Content Placeholder 5"/>
          <p:cNvGraphicFramePr>
            <a:graphicFrameLocks/>
          </p:cNvGraphicFramePr>
          <p:nvPr/>
        </p:nvGraphicFramePr>
        <p:xfrm>
          <a:off x="1708374" y="5077870"/>
          <a:ext cx="7772400" cy="8556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1" name="Text Box 67"/>
          <p:cNvSpPr txBox="1">
            <a:spLocks noChangeArrowheads="1"/>
          </p:cNvSpPr>
          <p:nvPr/>
        </p:nvSpPr>
        <p:spPr bwMode="auto">
          <a:xfrm>
            <a:off x="1708404" y="4833366"/>
            <a:ext cx="1068388" cy="260350"/>
          </a:xfrm>
          <a:prstGeom prst="rect">
            <a:avLst/>
          </a:prstGeom>
          <a:solidFill>
            <a:schemeClr val="bg2"/>
          </a:solidFill>
          <a:ln w="9525">
            <a:noFill/>
            <a:miter lim="800000"/>
            <a:headEnd/>
            <a:tailEnd/>
          </a:ln>
        </p:spPr>
        <p:txBody>
          <a:bodyPr wrap="none">
            <a:spAutoFit/>
          </a:bodyPr>
          <a:lstStyle/>
          <a:p>
            <a:r>
              <a:rPr lang="da-DK" sz="1100" b="1">
                <a:solidFill>
                  <a:schemeClr val="bg1"/>
                </a:solidFill>
                <a:latin typeface="Verdana" pitchFamily="34" charset="0"/>
              </a:rPr>
              <a:t>Foundation</a:t>
            </a:r>
          </a:p>
        </p:txBody>
      </p:sp>
      <p:sp>
        <p:nvSpPr>
          <p:cNvPr id="22" name="Rectangle 5"/>
          <p:cNvSpPr>
            <a:spLocks noChangeArrowheads="1"/>
          </p:cNvSpPr>
          <p:nvPr/>
        </p:nvSpPr>
        <p:spPr bwMode="auto">
          <a:xfrm>
            <a:off x="1489329" y="3404616"/>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sp>
        <p:nvSpPr>
          <p:cNvPr id="23" name="Text Box 67"/>
          <p:cNvSpPr txBox="1">
            <a:spLocks noChangeArrowheads="1"/>
          </p:cNvSpPr>
          <p:nvPr/>
        </p:nvSpPr>
        <p:spPr bwMode="auto">
          <a:xfrm>
            <a:off x="1560767" y="3476054"/>
            <a:ext cx="1450975" cy="14287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Logistics</a:t>
            </a:r>
          </a:p>
        </p:txBody>
      </p:sp>
      <p:graphicFrame>
        <p:nvGraphicFramePr>
          <p:cNvPr id="24" name="Content Placeholder 5"/>
          <p:cNvGraphicFramePr>
            <a:graphicFrameLocks/>
          </p:cNvGraphicFramePr>
          <p:nvPr/>
        </p:nvGraphicFramePr>
        <p:xfrm>
          <a:off x="1560708" y="3618928"/>
          <a:ext cx="2571768" cy="71277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5" name="Rectangle 5"/>
          <p:cNvSpPr>
            <a:spLocks noChangeArrowheads="1"/>
          </p:cNvSpPr>
          <p:nvPr/>
        </p:nvSpPr>
        <p:spPr bwMode="auto">
          <a:xfrm>
            <a:off x="4275392" y="3404616"/>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sp>
        <p:nvSpPr>
          <p:cNvPr id="26" name="Text Box 67"/>
          <p:cNvSpPr txBox="1">
            <a:spLocks noChangeArrowheads="1"/>
          </p:cNvSpPr>
          <p:nvPr/>
        </p:nvSpPr>
        <p:spPr bwMode="auto">
          <a:xfrm>
            <a:off x="4346829" y="3476054"/>
            <a:ext cx="2293938" cy="14922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Enterprise Performance Management</a:t>
            </a:r>
          </a:p>
        </p:txBody>
      </p:sp>
      <p:graphicFrame>
        <p:nvGraphicFramePr>
          <p:cNvPr id="27" name="Content Placeholder 5"/>
          <p:cNvGraphicFramePr>
            <a:graphicFrameLocks/>
          </p:cNvGraphicFramePr>
          <p:nvPr/>
        </p:nvGraphicFramePr>
        <p:xfrm>
          <a:off x="4346790" y="3618928"/>
          <a:ext cx="2571768" cy="712773"/>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28" name="Rectangle 5"/>
          <p:cNvSpPr>
            <a:spLocks noChangeArrowheads="1"/>
          </p:cNvSpPr>
          <p:nvPr/>
        </p:nvSpPr>
        <p:spPr bwMode="auto">
          <a:xfrm>
            <a:off x="7061454" y="3404616"/>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sp>
        <p:nvSpPr>
          <p:cNvPr id="29" name="Text Box 67"/>
          <p:cNvSpPr txBox="1">
            <a:spLocks noChangeArrowheads="1"/>
          </p:cNvSpPr>
          <p:nvPr/>
        </p:nvSpPr>
        <p:spPr bwMode="auto">
          <a:xfrm>
            <a:off x="7132892" y="3476054"/>
            <a:ext cx="1450975" cy="14287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Corporate HR</a:t>
            </a:r>
          </a:p>
        </p:txBody>
      </p:sp>
      <p:graphicFrame>
        <p:nvGraphicFramePr>
          <p:cNvPr id="30" name="Content Placeholder 5"/>
          <p:cNvGraphicFramePr>
            <a:graphicFrameLocks/>
          </p:cNvGraphicFramePr>
          <p:nvPr/>
        </p:nvGraphicFramePr>
        <p:xfrm>
          <a:off x="7132872" y="3618928"/>
          <a:ext cx="2571768" cy="712773"/>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31" name="Rectangle 5"/>
          <p:cNvSpPr>
            <a:spLocks noChangeArrowheads="1"/>
          </p:cNvSpPr>
          <p:nvPr/>
        </p:nvSpPr>
        <p:spPr bwMode="auto">
          <a:xfrm>
            <a:off x="1489329" y="2333054"/>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sp>
        <p:nvSpPr>
          <p:cNvPr id="32" name="Text Box 67"/>
          <p:cNvSpPr txBox="1">
            <a:spLocks noChangeArrowheads="1"/>
          </p:cNvSpPr>
          <p:nvPr/>
        </p:nvSpPr>
        <p:spPr bwMode="auto">
          <a:xfrm>
            <a:off x="1560767" y="2404491"/>
            <a:ext cx="1450975" cy="14287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Customer Service Mgt</a:t>
            </a:r>
          </a:p>
        </p:txBody>
      </p:sp>
      <p:graphicFrame>
        <p:nvGraphicFramePr>
          <p:cNvPr id="33" name="Content Placeholder 5"/>
          <p:cNvGraphicFramePr>
            <a:graphicFrameLocks/>
          </p:cNvGraphicFramePr>
          <p:nvPr/>
        </p:nvGraphicFramePr>
        <p:xfrm>
          <a:off x="1560708" y="2547358"/>
          <a:ext cx="2571768" cy="712773"/>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sp>
        <p:nvSpPr>
          <p:cNvPr id="34" name="Rectangle 5"/>
          <p:cNvSpPr>
            <a:spLocks noChangeArrowheads="1"/>
          </p:cNvSpPr>
          <p:nvPr/>
        </p:nvSpPr>
        <p:spPr bwMode="auto">
          <a:xfrm>
            <a:off x="4275392" y="2333054"/>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sp>
        <p:nvSpPr>
          <p:cNvPr id="35" name="Text Box 67"/>
          <p:cNvSpPr txBox="1">
            <a:spLocks noChangeArrowheads="1"/>
          </p:cNvSpPr>
          <p:nvPr/>
        </p:nvSpPr>
        <p:spPr bwMode="auto">
          <a:xfrm>
            <a:off x="4346829" y="2404491"/>
            <a:ext cx="1450975" cy="14287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Supply Chain Mgt</a:t>
            </a:r>
          </a:p>
        </p:txBody>
      </p:sp>
      <p:graphicFrame>
        <p:nvGraphicFramePr>
          <p:cNvPr id="36" name="Content Placeholder 5"/>
          <p:cNvGraphicFramePr>
            <a:graphicFrameLocks/>
          </p:cNvGraphicFramePr>
          <p:nvPr/>
        </p:nvGraphicFramePr>
        <p:xfrm>
          <a:off x="4346790" y="2547358"/>
          <a:ext cx="2571768" cy="712773"/>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sp>
        <p:nvSpPr>
          <p:cNvPr id="37" name="Rectangle 5"/>
          <p:cNvSpPr>
            <a:spLocks noChangeArrowheads="1"/>
          </p:cNvSpPr>
          <p:nvPr/>
        </p:nvSpPr>
        <p:spPr bwMode="auto">
          <a:xfrm>
            <a:off x="7061454" y="2333054"/>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graphicFrame>
        <p:nvGraphicFramePr>
          <p:cNvPr id="38" name="Content Placeholder 5"/>
          <p:cNvGraphicFramePr>
            <a:graphicFrameLocks/>
          </p:cNvGraphicFramePr>
          <p:nvPr/>
        </p:nvGraphicFramePr>
        <p:xfrm>
          <a:off x="7132872" y="2547370"/>
          <a:ext cx="2571768" cy="714380"/>
        </p:xfrm>
        <a:graphic>
          <a:graphicData uri="http://schemas.openxmlformats.org/drawingml/2006/diagram">
            <dgm:relIds xmlns:dgm="http://schemas.openxmlformats.org/drawingml/2006/diagram" xmlns:r="http://schemas.openxmlformats.org/officeDocument/2006/relationships" r:dm="rId32" r:lo="rId33" r:qs="rId34" r:cs="rId35"/>
          </a:graphicData>
        </a:graphic>
      </p:graphicFrame>
      <p:sp>
        <p:nvSpPr>
          <p:cNvPr id="39" name="Rectangle 5"/>
          <p:cNvSpPr>
            <a:spLocks noChangeArrowheads="1"/>
          </p:cNvSpPr>
          <p:nvPr/>
        </p:nvSpPr>
        <p:spPr bwMode="auto">
          <a:xfrm>
            <a:off x="4275392" y="1261491"/>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sp>
        <p:nvSpPr>
          <p:cNvPr id="40" name="Text Box 67"/>
          <p:cNvSpPr txBox="1">
            <a:spLocks noChangeArrowheads="1"/>
          </p:cNvSpPr>
          <p:nvPr/>
        </p:nvSpPr>
        <p:spPr bwMode="auto">
          <a:xfrm>
            <a:off x="4346829" y="1332929"/>
            <a:ext cx="1785938" cy="14287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Project Management</a:t>
            </a:r>
          </a:p>
        </p:txBody>
      </p:sp>
      <p:graphicFrame>
        <p:nvGraphicFramePr>
          <p:cNvPr id="41" name="Content Placeholder 5"/>
          <p:cNvGraphicFramePr>
            <a:graphicFrameLocks/>
          </p:cNvGraphicFramePr>
          <p:nvPr/>
        </p:nvGraphicFramePr>
        <p:xfrm>
          <a:off x="4346790" y="1475788"/>
          <a:ext cx="2571768" cy="712773"/>
        </p:xfrm>
        <a:graphic>
          <a:graphicData uri="http://schemas.openxmlformats.org/drawingml/2006/diagram">
            <dgm:relIds xmlns:dgm="http://schemas.openxmlformats.org/drawingml/2006/diagram" xmlns:r="http://schemas.openxmlformats.org/officeDocument/2006/relationships" r:dm="rId37" r:lo="rId38" r:qs="rId39" r:cs="rId40"/>
          </a:graphicData>
        </a:graphic>
      </p:graphicFrame>
      <p:sp>
        <p:nvSpPr>
          <p:cNvPr id="42" name="Rectangle 5"/>
          <p:cNvSpPr>
            <a:spLocks noChangeArrowheads="1"/>
          </p:cNvSpPr>
          <p:nvPr/>
        </p:nvSpPr>
        <p:spPr bwMode="auto">
          <a:xfrm>
            <a:off x="7061454" y="1261491"/>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sp>
        <p:nvSpPr>
          <p:cNvPr id="43" name="Text Box 67"/>
          <p:cNvSpPr txBox="1">
            <a:spLocks noChangeArrowheads="1"/>
          </p:cNvSpPr>
          <p:nvPr/>
        </p:nvSpPr>
        <p:spPr bwMode="auto">
          <a:xfrm>
            <a:off x="7132892" y="1332929"/>
            <a:ext cx="1450975" cy="14287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Project Proposal</a:t>
            </a:r>
          </a:p>
        </p:txBody>
      </p:sp>
      <p:graphicFrame>
        <p:nvGraphicFramePr>
          <p:cNvPr id="44" name="Content Placeholder 5"/>
          <p:cNvGraphicFramePr>
            <a:graphicFrameLocks/>
          </p:cNvGraphicFramePr>
          <p:nvPr/>
        </p:nvGraphicFramePr>
        <p:xfrm>
          <a:off x="7132872" y="1475788"/>
          <a:ext cx="2571768" cy="712773"/>
        </p:xfrm>
        <a:graphic>
          <a:graphicData uri="http://schemas.openxmlformats.org/drawingml/2006/diagram">
            <dgm:relIds xmlns:dgm="http://schemas.openxmlformats.org/drawingml/2006/diagram" xmlns:r="http://schemas.openxmlformats.org/officeDocument/2006/relationships" r:dm="rId42" r:lo="rId43" r:qs="rId44" r:cs="rId45"/>
          </a:graphicData>
        </a:graphic>
      </p:graphicFrame>
      <p:sp>
        <p:nvSpPr>
          <p:cNvPr id="48" name="Rectangle 5"/>
          <p:cNvSpPr>
            <a:spLocks noChangeArrowheads="1"/>
          </p:cNvSpPr>
          <p:nvPr/>
        </p:nvSpPr>
        <p:spPr bwMode="auto">
          <a:xfrm>
            <a:off x="1489329" y="1261491"/>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sp>
        <p:nvSpPr>
          <p:cNvPr id="49" name="Text Box 67"/>
          <p:cNvSpPr txBox="1">
            <a:spLocks noChangeArrowheads="1"/>
          </p:cNvSpPr>
          <p:nvPr/>
        </p:nvSpPr>
        <p:spPr bwMode="auto">
          <a:xfrm>
            <a:off x="1560767" y="1332929"/>
            <a:ext cx="1643062" cy="14287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eCommerce &amp; Collaboration </a:t>
            </a:r>
          </a:p>
        </p:txBody>
      </p:sp>
      <p:graphicFrame>
        <p:nvGraphicFramePr>
          <p:cNvPr id="50" name="Content Placeholder 5"/>
          <p:cNvGraphicFramePr>
            <a:graphicFrameLocks/>
          </p:cNvGraphicFramePr>
          <p:nvPr/>
        </p:nvGraphicFramePr>
        <p:xfrm>
          <a:off x="1560708" y="1475788"/>
          <a:ext cx="2571768" cy="712773"/>
        </p:xfrm>
        <a:graphic>
          <a:graphicData uri="http://schemas.openxmlformats.org/drawingml/2006/diagram">
            <dgm:relIds xmlns:dgm="http://schemas.openxmlformats.org/drawingml/2006/diagram" xmlns:r="http://schemas.openxmlformats.org/officeDocument/2006/relationships" r:dm="rId47" r:lo="rId48" r:qs="rId49" r:cs="rId50"/>
          </a:graphicData>
        </a:graphic>
      </p:graphicFrame>
      <p:sp>
        <p:nvSpPr>
          <p:cNvPr id="51" name="Text Box 67"/>
          <p:cNvSpPr txBox="1">
            <a:spLocks noChangeArrowheads="1"/>
          </p:cNvSpPr>
          <p:nvPr/>
        </p:nvSpPr>
        <p:spPr bwMode="auto">
          <a:xfrm>
            <a:off x="7155117" y="2396554"/>
            <a:ext cx="2293937" cy="14922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Corporate Governance &amp; Quality</a:t>
            </a:r>
          </a:p>
        </p:txBody>
      </p:sp>
      <p:sp>
        <p:nvSpPr>
          <p:cNvPr id="52" name="Up-Down Arrow 43"/>
          <p:cNvSpPr/>
          <p:nvPr/>
        </p:nvSpPr>
        <p:spPr bwMode="auto">
          <a:xfrm>
            <a:off x="2824417" y="4476179"/>
            <a:ext cx="142875" cy="215900"/>
          </a:xfrm>
          <a:prstGeom prst="upDownArrow">
            <a:avLst>
              <a:gd name="adj1" fmla="val 38417"/>
              <a:gd name="adj2" fmla="val 41313"/>
            </a:avLst>
          </a:prstGeom>
          <a:ln>
            <a:solidFill>
              <a:schemeClr val="bg2">
                <a:lumMod val="60000"/>
                <a:lumOff val="40000"/>
              </a:schemeClr>
            </a:solid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wrap="none" anchor="ctr"/>
          <a:lstStyle/>
          <a:p>
            <a:pPr>
              <a:defRPr/>
            </a:pPr>
            <a:endParaRPr lang="en-US" dirty="0">
              <a:solidFill>
                <a:schemeClr val="tx1"/>
              </a:solidFill>
              <a:latin typeface="Times" pitchFamily="18" charset="0"/>
              <a:cs typeface="Arial" charset="0"/>
            </a:endParaRPr>
          </a:p>
        </p:txBody>
      </p:sp>
      <p:sp>
        <p:nvSpPr>
          <p:cNvPr id="53" name="Up-Down Arrow 43"/>
          <p:cNvSpPr/>
          <p:nvPr/>
        </p:nvSpPr>
        <p:spPr bwMode="auto">
          <a:xfrm>
            <a:off x="5634292" y="4476179"/>
            <a:ext cx="142875" cy="215900"/>
          </a:xfrm>
          <a:prstGeom prst="upDownArrow">
            <a:avLst>
              <a:gd name="adj1" fmla="val 38417"/>
              <a:gd name="adj2" fmla="val 41313"/>
            </a:avLst>
          </a:prstGeom>
          <a:ln>
            <a:solidFill>
              <a:schemeClr val="bg2">
                <a:lumMod val="60000"/>
                <a:lumOff val="40000"/>
              </a:schemeClr>
            </a:solid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wrap="none" anchor="ctr"/>
          <a:lstStyle/>
          <a:p>
            <a:pPr>
              <a:defRPr/>
            </a:pPr>
            <a:endParaRPr lang="en-US" dirty="0">
              <a:solidFill>
                <a:schemeClr val="tx1"/>
              </a:solidFill>
              <a:latin typeface="Times" pitchFamily="18" charset="0"/>
              <a:cs typeface="Arial" charset="0"/>
            </a:endParaRPr>
          </a:p>
        </p:txBody>
      </p:sp>
      <p:sp>
        <p:nvSpPr>
          <p:cNvPr id="54" name="Up-Down Arrow 43"/>
          <p:cNvSpPr/>
          <p:nvPr/>
        </p:nvSpPr>
        <p:spPr bwMode="auto">
          <a:xfrm>
            <a:off x="8369554" y="4476179"/>
            <a:ext cx="142875" cy="215900"/>
          </a:xfrm>
          <a:prstGeom prst="upDownArrow">
            <a:avLst>
              <a:gd name="adj1" fmla="val 38417"/>
              <a:gd name="adj2" fmla="val 41313"/>
            </a:avLst>
          </a:prstGeom>
          <a:ln>
            <a:solidFill>
              <a:schemeClr val="bg2">
                <a:lumMod val="60000"/>
                <a:lumOff val="40000"/>
              </a:schemeClr>
            </a:solid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wrap="none" anchor="ctr"/>
          <a:lstStyle/>
          <a:p>
            <a:pPr>
              <a:defRPr/>
            </a:pPr>
            <a:endParaRPr lang="en-US" dirty="0">
              <a:solidFill>
                <a:schemeClr val="tx1"/>
              </a:solidFill>
              <a:latin typeface="Times" pitchFamily="18" charset="0"/>
              <a:cs typeface="Arial" charset="0"/>
            </a:endParaRPr>
          </a:p>
        </p:txBody>
      </p:sp>
      <p:sp>
        <p:nvSpPr>
          <p:cNvPr id="55" name="Rectangle 2"/>
          <p:cNvSpPr txBox="1">
            <a:spLocks noChangeArrowheads="1"/>
          </p:cNvSpPr>
          <p:nvPr/>
        </p:nvSpPr>
        <p:spPr>
          <a:xfrm>
            <a:off x="1417892" y="526352"/>
            <a:ext cx="8429625" cy="500062"/>
          </a:xfrm>
          <a:prstGeom prst="rect">
            <a:avLst/>
          </a:prstGeom>
          <a:noFill/>
        </p:spPr>
        <p:txBody>
          <a:body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000" b="1" i="0" u="none" strike="noStrike" kern="1200" cap="none" spc="0" normalizeH="0" baseline="0" noProof="0" dirty="0" smtClean="0">
                <a:ln>
                  <a:noFill/>
                </a:ln>
                <a:solidFill>
                  <a:schemeClr val="tx1"/>
                </a:solidFill>
                <a:effectLst/>
                <a:uLnTx/>
                <a:uFillTx/>
                <a:latin typeface="+mj-lt"/>
                <a:ea typeface="+mj-ea"/>
                <a:cs typeface="+mj-cs"/>
              </a:rPr>
              <a:t>Main Functions of ERP Foundation &amp; ERP Domains, </a:t>
            </a:r>
            <a:r>
              <a:rPr lang="en-US" sz="2000" b="1" dirty="0" smtClean="0">
                <a:latin typeface="+mj-lt"/>
                <a:ea typeface="+mj-ea"/>
                <a:cs typeface="+mj-cs"/>
              </a:rPr>
              <a:t>Li</a:t>
            </a:r>
            <a:r>
              <a:rPr kumimoji="0" lang="en-US" sz="2000" b="1" i="0" u="none" strike="noStrike" kern="1200" cap="none" spc="0" normalizeH="0" baseline="0" noProof="0" dirty="0" smtClean="0">
                <a:ln>
                  <a:noFill/>
                </a:ln>
                <a:solidFill>
                  <a:schemeClr val="tx1"/>
                </a:solidFill>
                <a:effectLst/>
                <a:uLnTx/>
                <a:uFillTx/>
                <a:latin typeface="+mj-lt"/>
                <a:ea typeface="+mj-ea"/>
                <a:cs typeface="+mj-cs"/>
              </a:rPr>
              <a:t>nked via </a:t>
            </a:r>
            <a:r>
              <a:rPr lang="en-US" sz="2000" b="1" dirty="0" smtClean="0">
                <a:latin typeface="+mj-lt"/>
                <a:ea typeface="+mj-ea"/>
                <a:cs typeface="+mj-cs"/>
              </a:rPr>
              <a:t>In</a:t>
            </a:r>
            <a:r>
              <a:rPr kumimoji="0" lang="en-US" sz="2000" b="1" i="0" u="none" strike="noStrike" kern="1200" cap="none" spc="0" normalizeH="0" baseline="0" noProof="0" dirty="0" smtClean="0">
                <a:ln>
                  <a:noFill/>
                </a:ln>
                <a:solidFill>
                  <a:schemeClr val="tx1"/>
                </a:solidFill>
                <a:effectLst/>
                <a:uLnTx/>
                <a:uFillTx/>
                <a:latin typeface="+mj-lt"/>
                <a:ea typeface="+mj-ea"/>
                <a:cs typeface="+mj-cs"/>
              </a:rPr>
              <a:t>tegration</a:t>
            </a:r>
          </a:p>
        </p:txBody>
      </p:sp>
      <p:sp>
        <p:nvSpPr>
          <p:cNvPr id="56" name="Rectangle 66"/>
          <p:cNvSpPr>
            <a:spLocks noChangeArrowheads="1"/>
          </p:cNvSpPr>
          <p:nvPr/>
        </p:nvSpPr>
        <p:spPr bwMode="auto">
          <a:xfrm>
            <a:off x="10293922" y="269177"/>
            <a:ext cx="1571625" cy="714375"/>
          </a:xfrm>
          <a:prstGeom prst="rect">
            <a:avLst/>
          </a:prstGeom>
          <a:solidFill>
            <a:schemeClr val="bg1"/>
          </a:solidFill>
          <a:ln w="9525" algn="ctr">
            <a:solidFill>
              <a:schemeClr val="tx1"/>
            </a:solidFill>
            <a:round/>
            <a:headEnd/>
            <a:tailEnd/>
          </a:ln>
        </p:spPr>
        <p:txBody>
          <a:bodyPr wrap="none" anchor="ctr"/>
          <a:lstStyle/>
          <a:p>
            <a:endParaRPr lang="en-US" dirty="0"/>
          </a:p>
        </p:txBody>
      </p:sp>
      <p:grpSp>
        <p:nvGrpSpPr>
          <p:cNvPr id="57" name="Group 51"/>
          <p:cNvGrpSpPr>
            <a:grpSpLocks/>
          </p:cNvGrpSpPr>
          <p:nvPr/>
        </p:nvGrpSpPr>
        <p:grpSpPr bwMode="auto">
          <a:xfrm>
            <a:off x="10365359" y="340614"/>
            <a:ext cx="357188" cy="142875"/>
            <a:chOff x="6608065" y="0"/>
            <a:chExt cx="706828" cy="285753"/>
          </a:xfrm>
        </p:grpSpPr>
        <p:sp>
          <p:nvSpPr>
            <p:cNvPr id="58" name="Rounded Rectangle 57"/>
            <p:cNvSpPr/>
            <p:nvPr/>
          </p:nvSpPr>
          <p:spPr>
            <a:xfrm>
              <a:off x="6608065" y="0"/>
              <a:ext cx="706828" cy="285753"/>
            </a:xfrm>
            <a:prstGeom prst="roundRect">
              <a:avLst>
                <a:gd name="adj" fmla="val 10000"/>
              </a:avLst>
            </a:prstGeom>
          </p:spPr>
          <p:style>
            <a:lnRef idx="0">
              <a:schemeClr val="lt1">
                <a:hueOff val="0"/>
                <a:satOff val="0"/>
                <a:lumOff val="0"/>
                <a:alphaOff val="0"/>
              </a:schemeClr>
            </a:lnRef>
            <a:fillRef idx="3">
              <a:schemeClr val="accent2">
                <a:shade val="80000"/>
                <a:hueOff val="0"/>
                <a:satOff val="0"/>
                <a:lumOff val="0"/>
                <a:alphaOff val="0"/>
              </a:schemeClr>
            </a:fillRef>
            <a:effectRef idx="3">
              <a:schemeClr val="accent2">
                <a:shade val="80000"/>
                <a:hueOff val="0"/>
                <a:satOff val="0"/>
                <a:lumOff val="0"/>
                <a:alphaOff val="0"/>
              </a:schemeClr>
            </a:effectRef>
            <a:fontRef idx="minor">
              <a:schemeClr val="lt1"/>
            </a:fontRef>
          </p:style>
        </p:sp>
        <p:sp>
          <p:nvSpPr>
            <p:cNvPr id="59" name="Rounded Rectangle 4"/>
            <p:cNvSpPr/>
            <p:nvPr/>
          </p:nvSpPr>
          <p:spPr>
            <a:xfrm>
              <a:off x="6617490" y="9526"/>
              <a:ext cx="687977" cy="266703"/>
            </a:xfrm>
            <a:prstGeom prst="rect">
              <a:avLst/>
            </a:prstGeom>
          </p:spPr>
          <p:style>
            <a:lnRef idx="0">
              <a:scrgbClr r="0" g="0" b="0"/>
            </a:lnRef>
            <a:fillRef idx="0">
              <a:scrgbClr r="0" g="0" b="0"/>
            </a:fillRef>
            <a:effectRef idx="0">
              <a:scrgbClr r="0" g="0" b="0"/>
            </a:effectRef>
            <a:fontRef idx="minor">
              <a:schemeClr val="lt1"/>
            </a:fontRef>
          </p:style>
          <p:txBody>
            <a:bodyPr lIns="22860" tIns="22860" rIns="22860" bIns="22860" spcCol="1270" anchor="ctr"/>
            <a:lstStyle/>
            <a:p>
              <a:pPr defTabSz="266700">
                <a:lnSpc>
                  <a:spcPct val="90000"/>
                </a:lnSpc>
                <a:spcAft>
                  <a:spcPct val="35000"/>
                </a:spcAft>
                <a:defRPr/>
              </a:pPr>
              <a:endParaRPr lang="en-US" sz="600" dirty="0"/>
            </a:p>
          </p:txBody>
        </p:sp>
      </p:grpSp>
      <p:grpSp>
        <p:nvGrpSpPr>
          <p:cNvPr id="60" name="Group 54"/>
          <p:cNvGrpSpPr>
            <a:grpSpLocks/>
          </p:cNvGrpSpPr>
          <p:nvPr/>
        </p:nvGrpSpPr>
        <p:grpSpPr bwMode="auto">
          <a:xfrm>
            <a:off x="10365359" y="597789"/>
            <a:ext cx="357188" cy="142875"/>
            <a:chOff x="1759631" y="389086"/>
            <a:chExt cx="811211" cy="323671"/>
          </a:xfrm>
        </p:grpSpPr>
        <p:sp>
          <p:nvSpPr>
            <p:cNvPr id="61" name="Rounded Rectangle 60"/>
            <p:cNvSpPr/>
            <p:nvPr/>
          </p:nvSpPr>
          <p:spPr>
            <a:xfrm>
              <a:off x="1759631" y="389086"/>
              <a:ext cx="811211" cy="323671"/>
            </a:xfrm>
            <a:prstGeom prst="roundRect">
              <a:avLst>
                <a:gd name="adj" fmla="val 10000"/>
              </a:avLst>
            </a:prstGeom>
            <a:solidFill>
              <a:srgbClr val="3366FF"/>
            </a:solidFill>
          </p:spPr>
          <p:style>
            <a:lnRef idx="0">
              <a:schemeClr val="lt1">
                <a:hueOff val="0"/>
                <a:satOff val="0"/>
                <a:lumOff val="0"/>
                <a:alphaOff val="0"/>
              </a:schemeClr>
            </a:lnRef>
            <a:fillRef idx="3">
              <a:scrgbClr r="0" g="0" b="0"/>
            </a:fillRef>
            <a:effectRef idx="3">
              <a:schemeClr val="accent2">
                <a:tint val="99000"/>
                <a:hueOff val="0"/>
                <a:satOff val="0"/>
                <a:lumOff val="0"/>
                <a:alphaOff val="0"/>
              </a:schemeClr>
            </a:effectRef>
            <a:fontRef idx="minor">
              <a:schemeClr val="lt1"/>
            </a:fontRef>
          </p:style>
        </p:sp>
        <p:sp>
          <p:nvSpPr>
            <p:cNvPr id="62" name="Rounded Rectangle 4"/>
            <p:cNvSpPr/>
            <p:nvPr/>
          </p:nvSpPr>
          <p:spPr>
            <a:xfrm>
              <a:off x="1770448" y="399876"/>
              <a:ext cx="789576" cy="302093"/>
            </a:xfrm>
            <a:prstGeom prst="rect">
              <a:avLst/>
            </a:prstGeom>
          </p:spPr>
          <p:style>
            <a:lnRef idx="0">
              <a:scrgbClr r="0" g="0" b="0"/>
            </a:lnRef>
            <a:fillRef idx="0">
              <a:scrgbClr r="0" g="0" b="0"/>
            </a:fillRef>
            <a:effectRef idx="0">
              <a:scrgbClr r="0" g="0" b="0"/>
            </a:effectRef>
            <a:fontRef idx="minor">
              <a:schemeClr val="lt1"/>
            </a:fontRef>
          </p:style>
          <p:txBody>
            <a:bodyPr lIns="30480" tIns="30480" rIns="30480" bIns="30480" spcCol="1270" anchor="ctr"/>
            <a:lstStyle/>
            <a:p>
              <a:pPr defTabSz="355600">
                <a:lnSpc>
                  <a:spcPct val="90000"/>
                </a:lnSpc>
                <a:spcAft>
                  <a:spcPct val="35000"/>
                </a:spcAft>
                <a:defRPr/>
              </a:pPr>
              <a:endParaRPr lang="en-US" sz="800" dirty="0"/>
            </a:p>
          </p:txBody>
        </p:sp>
      </p:grpSp>
      <p:sp>
        <p:nvSpPr>
          <p:cNvPr id="63" name="Rectangle 63"/>
          <p:cNvSpPr>
            <a:spLocks noChangeArrowheads="1"/>
          </p:cNvSpPr>
          <p:nvPr/>
        </p:nvSpPr>
        <p:spPr bwMode="auto">
          <a:xfrm>
            <a:off x="10692384" y="292989"/>
            <a:ext cx="1238250" cy="215900"/>
          </a:xfrm>
          <a:prstGeom prst="rect">
            <a:avLst/>
          </a:prstGeom>
          <a:noFill/>
          <a:ln w="9525">
            <a:noFill/>
            <a:miter lim="800000"/>
            <a:headEnd/>
            <a:tailEnd/>
          </a:ln>
        </p:spPr>
        <p:txBody>
          <a:bodyPr wrap="none">
            <a:spAutoFit/>
          </a:bodyPr>
          <a:lstStyle/>
          <a:p>
            <a:r>
              <a:rPr lang="en-US" sz="800" b="1" i="1" dirty="0">
                <a:latin typeface="Verdana" pitchFamily="34" charset="0"/>
              </a:rPr>
              <a:t>Global Foundation</a:t>
            </a:r>
          </a:p>
        </p:txBody>
      </p:sp>
      <p:sp>
        <p:nvSpPr>
          <p:cNvPr id="64" name="Rectangle 64"/>
          <p:cNvSpPr>
            <a:spLocks noChangeArrowheads="1"/>
          </p:cNvSpPr>
          <p:nvPr/>
        </p:nvSpPr>
        <p:spPr bwMode="auto">
          <a:xfrm>
            <a:off x="10693972" y="553339"/>
            <a:ext cx="1139825" cy="214313"/>
          </a:xfrm>
          <a:prstGeom prst="rect">
            <a:avLst/>
          </a:prstGeom>
          <a:noFill/>
          <a:ln w="9525">
            <a:noFill/>
            <a:miter lim="800000"/>
            <a:headEnd/>
            <a:tailEnd/>
          </a:ln>
        </p:spPr>
        <p:txBody>
          <a:bodyPr wrap="none">
            <a:spAutoFit/>
          </a:bodyPr>
          <a:lstStyle/>
          <a:p>
            <a:r>
              <a:rPr lang="en-US" sz="800" b="1" i="1" dirty="0">
                <a:latin typeface="Verdana" pitchFamily="34" charset="0"/>
              </a:rPr>
              <a:t>Global Advanced</a:t>
            </a:r>
          </a:p>
        </p:txBody>
      </p:sp>
      <p:sp>
        <p:nvSpPr>
          <p:cNvPr id="65" name="Rectangle 65"/>
          <p:cNvSpPr>
            <a:spLocks noChangeArrowheads="1"/>
          </p:cNvSpPr>
          <p:nvPr/>
        </p:nvSpPr>
        <p:spPr bwMode="auto">
          <a:xfrm>
            <a:off x="10690797" y="767652"/>
            <a:ext cx="1173162" cy="215900"/>
          </a:xfrm>
          <a:prstGeom prst="rect">
            <a:avLst/>
          </a:prstGeom>
          <a:noFill/>
          <a:ln w="9525">
            <a:noFill/>
            <a:miter lim="800000"/>
            <a:headEnd/>
            <a:tailEnd/>
          </a:ln>
        </p:spPr>
        <p:txBody>
          <a:bodyPr wrap="none">
            <a:spAutoFit/>
          </a:bodyPr>
          <a:lstStyle/>
          <a:p>
            <a:r>
              <a:rPr lang="en-US" sz="800" b="1" i="1" dirty="0">
                <a:latin typeface="Verdana" pitchFamily="34" charset="0"/>
              </a:rPr>
              <a:t>Local Foundation</a:t>
            </a:r>
          </a:p>
        </p:txBody>
      </p:sp>
      <p:grpSp>
        <p:nvGrpSpPr>
          <p:cNvPr id="66" name="Group 60"/>
          <p:cNvGrpSpPr>
            <a:grpSpLocks/>
          </p:cNvGrpSpPr>
          <p:nvPr/>
        </p:nvGrpSpPr>
        <p:grpSpPr bwMode="auto">
          <a:xfrm>
            <a:off x="10365359" y="826389"/>
            <a:ext cx="357188" cy="142875"/>
            <a:chOff x="5943794" y="514535"/>
            <a:chExt cx="1827348" cy="340922"/>
          </a:xfrm>
        </p:grpSpPr>
        <p:sp>
          <p:nvSpPr>
            <p:cNvPr id="67" name="Rounded Rectangle 66"/>
            <p:cNvSpPr/>
            <p:nvPr/>
          </p:nvSpPr>
          <p:spPr>
            <a:xfrm>
              <a:off x="5943794" y="514535"/>
              <a:ext cx="1827348" cy="340922"/>
            </a:xfrm>
            <a:prstGeom prst="roundRect">
              <a:avLst>
                <a:gd name="adj" fmla="val 10000"/>
              </a:avLst>
            </a:prstGeom>
            <a:solidFill>
              <a:srgbClr val="CC9B00"/>
            </a:solidFill>
          </p:spPr>
          <p:style>
            <a:lnRef idx="0">
              <a:schemeClr val="lt1">
                <a:hueOff val="0"/>
                <a:satOff val="0"/>
                <a:lumOff val="0"/>
                <a:alphaOff val="0"/>
              </a:schemeClr>
            </a:lnRef>
            <a:fillRef idx="3">
              <a:scrgbClr r="0" g="0" b="0"/>
            </a:fillRef>
            <a:effectRef idx="3">
              <a:schemeClr val="accent2">
                <a:tint val="99000"/>
                <a:hueOff val="0"/>
                <a:satOff val="0"/>
                <a:lumOff val="0"/>
                <a:alphaOff val="0"/>
              </a:schemeClr>
            </a:effectRef>
            <a:fontRef idx="minor">
              <a:schemeClr val="lt1"/>
            </a:fontRef>
          </p:style>
        </p:sp>
        <p:sp>
          <p:nvSpPr>
            <p:cNvPr id="68" name="Rounded Rectangle 4"/>
            <p:cNvSpPr/>
            <p:nvPr/>
          </p:nvSpPr>
          <p:spPr>
            <a:xfrm>
              <a:off x="5951918" y="525900"/>
              <a:ext cx="1811100" cy="318194"/>
            </a:xfrm>
            <a:prstGeom prst="rect">
              <a:avLst/>
            </a:prstGeom>
          </p:spPr>
          <p:style>
            <a:lnRef idx="0">
              <a:scrgbClr r="0" g="0" b="0"/>
            </a:lnRef>
            <a:fillRef idx="0">
              <a:scrgbClr r="0" g="0" b="0"/>
            </a:fillRef>
            <a:effectRef idx="0">
              <a:scrgbClr r="0" g="0" b="0"/>
            </a:effectRef>
            <a:fontRef idx="minor">
              <a:schemeClr val="lt1"/>
            </a:fontRef>
          </p:style>
          <p:txBody>
            <a:bodyPr lIns="45720" rIns="45720" spcCol="1270" anchor="ctr"/>
            <a:lstStyle/>
            <a:p>
              <a:pPr defTabSz="533400">
                <a:lnSpc>
                  <a:spcPct val="90000"/>
                </a:lnSpc>
                <a:spcAft>
                  <a:spcPct val="35000"/>
                </a:spcAft>
                <a:defRPr/>
              </a:pPr>
              <a:endParaRPr lang="en-US" sz="1200" dirty="0">
                <a:solidFill>
                  <a:schemeClr val="tx1"/>
                </a:solidFill>
              </a:endParaRPr>
            </a:p>
          </p:txBody>
        </p:sp>
      </p:gr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Oracle Confidential – Internal/Restricted/Highly Restricted</a:t>
            </a:r>
            <a:endParaRPr lang="en-US" dirty="0"/>
          </a:p>
        </p:txBody>
      </p:sp>
      <p:sp>
        <p:nvSpPr>
          <p:cNvPr id="3" name="Slide Number Placeholder 2"/>
          <p:cNvSpPr>
            <a:spLocks noGrp="1"/>
          </p:cNvSpPr>
          <p:nvPr>
            <p:ph type="sldNum" sz="quarter" idx="12"/>
          </p:nvPr>
        </p:nvSpPr>
        <p:spPr/>
        <p:txBody>
          <a:bodyPr/>
          <a:lstStyle/>
          <a:p>
            <a:fld id="{C51EAA63-D034-42AE-91FA-B13B9518C7BE}" type="slidenum">
              <a:rPr lang="en-US" smtClean="0"/>
              <a:pPr/>
              <a:t>6</a:t>
            </a:fld>
            <a:endParaRPr lang="en-US" dirty="0"/>
          </a:p>
        </p:txBody>
      </p:sp>
      <p:sp>
        <p:nvSpPr>
          <p:cNvPr id="4" name="Rectangle 4"/>
          <p:cNvSpPr>
            <a:spLocks noChangeArrowheads="1"/>
          </p:cNvSpPr>
          <p:nvPr/>
        </p:nvSpPr>
        <p:spPr bwMode="auto">
          <a:xfrm>
            <a:off x="1037273" y="940880"/>
            <a:ext cx="8786812" cy="5267325"/>
          </a:xfrm>
          <a:prstGeom prst="rect">
            <a:avLst/>
          </a:prstGeom>
          <a:solidFill>
            <a:schemeClr val="bg1"/>
          </a:solidFill>
          <a:ln w="19050">
            <a:solidFill>
              <a:schemeClr val="tx2">
                <a:lumMod val="50000"/>
                <a:lumOff val="50000"/>
              </a:schemeClr>
            </a:solidFill>
            <a:miter lim="800000"/>
            <a:headEnd/>
            <a:tailEnd/>
          </a:ln>
          <a:effectLst>
            <a:outerShdw dist="35921" dir="2700000" algn="ctr" rotWithShape="0">
              <a:schemeClr val="bg2"/>
            </a:outerShdw>
          </a:effectLst>
        </p:spPr>
        <p:txBody>
          <a:bodyPr wrap="none"/>
          <a:lstStyle/>
          <a:p>
            <a:pPr algn="l">
              <a:defRPr/>
            </a:pPr>
            <a:r>
              <a:rPr lang="en-US" sz="1100" b="1" i="1" dirty="0">
                <a:solidFill>
                  <a:schemeClr val="bg2"/>
                </a:solidFill>
                <a:latin typeface="Verdana" pitchFamily="34" charset="0"/>
              </a:rPr>
              <a:t>Integration Platform</a:t>
            </a:r>
          </a:p>
        </p:txBody>
      </p:sp>
      <p:sp>
        <p:nvSpPr>
          <p:cNvPr id="5" name="Rectangle 66"/>
          <p:cNvSpPr>
            <a:spLocks noChangeArrowheads="1"/>
          </p:cNvSpPr>
          <p:nvPr/>
        </p:nvSpPr>
        <p:spPr bwMode="auto">
          <a:xfrm>
            <a:off x="10184194" y="305753"/>
            <a:ext cx="1571625" cy="714375"/>
          </a:xfrm>
          <a:prstGeom prst="rect">
            <a:avLst/>
          </a:prstGeom>
          <a:solidFill>
            <a:schemeClr val="bg1"/>
          </a:solidFill>
          <a:ln w="9525" algn="ctr">
            <a:solidFill>
              <a:schemeClr val="tx1"/>
            </a:solidFill>
            <a:round/>
            <a:headEnd/>
            <a:tailEnd/>
          </a:ln>
        </p:spPr>
        <p:txBody>
          <a:bodyPr wrap="none" anchor="ctr"/>
          <a:lstStyle/>
          <a:p>
            <a:endParaRPr lang="en-US" dirty="0"/>
          </a:p>
        </p:txBody>
      </p:sp>
      <p:grpSp>
        <p:nvGrpSpPr>
          <p:cNvPr id="6" name="Group 51"/>
          <p:cNvGrpSpPr>
            <a:grpSpLocks/>
          </p:cNvGrpSpPr>
          <p:nvPr/>
        </p:nvGrpSpPr>
        <p:grpSpPr bwMode="auto">
          <a:xfrm>
            <a:off x="10255631" y="377190"/>
            <a:ext cx="357188" cy="142875"/>
            <a:chOff x="6608065" y="0"/>
            <a:chExt cx="706828" cy="285753"/>
          </a:xfrm>
        </p:grpSpPr>
        <p:sp>
          <p:nvSpPr>
            <p:cNvPr id="7" name="Rounded Rectangle 6"/>
            <p:cNvSpPr/>
            <p:nvPr/>
          </p:nvSpPr>
          <p:spPr>
            <a:xfrm>
              <a:off x="6608065" y="0"/>
              <a:ext cx="706828" cy="285753"/>
            </a:xfrm>
            <a:prstGeom prst="roundRect">
              <a:avLst>
                <a:gd name="adj" fmla="val 10000"/>
              </a:avLst>
            </a:prstGeom>
          </p:spPr>
          <p:style>
            <a:lnRef idx="0">
              <a:schemeClr val="lt1">
                <a:hueOff val="0"/>
                <a:satOff val="0"/>
                <a:lumOff val="0"/>
                <a:alphaOff val="0"/>
              </a:schemeClr>
            </a:lnRef>
            <a:fillRef idx="3">
              <a:schemeClr val="accent2">
                <a:shade val="80000"/>
                <a:hueOff val="0"/>
                <a:satOff val="0"/>
                <a:lumOff val="0"/>
                <a:alphaOff val="0"/>
              </a:schemeClr>
            </a:fillRef>
            <a:effectRef idx="3">
              <a:schemeClr val="accent2">
                <a:shade val="80000"/>
                <a:hueOff val="0"/>
                <a:satOff val="0"/>
                <a:lumOff val="0"/>
                <a:alphaOff val="0"/>
              </a:schemeClr>
            </a:effectRef>
            <a:fontRef idx="minor">
              <a:schemeClr val="lt1"/>
            </a:fontRef>
          </p:style>
        </p:sp>
        <p:sp>
          <p:nvSpPr>
            <p:cNvPr id="8" name="Rounded Rectangle 4"/>
            <p:cNvSpPr/>
            <p:nvPr/>
          </p:nvSpPr>
          <p:spPr>
            <a:xfrm>
              <a:off x="6617490" y="9526"/>
              <a:ext cx="687977" cy="266703"/>
            </a:xfrm>
            <a:prstGeom prst="rect">
              <a:avLst/>
            </a:prstGeom>
          </p:spPr>
          <p:style>
            <a:lnRef idx="0">
              <a:scrgbClr r="0" g="0" b="0"/>
            </a:lnRef>
            <a:fillRef idx="0">
              <a:scrgbClr r="0" g="0" b="0"/>
            </a:fillRef>
            <a:effectRef idx="0">
              <a:scrgbClr r="0" g="0" b="0"/>
            </a:effectRef>
            <a:fontRef idx="minor">
              <a:schemeClr val="lt1"/>
            </a:fontRef>
          </p:style>
          <p:txBody>
            <a:bodyPr lIns="22860" tIns="22860" rIns="22860" bIns="22860" spcCol="1270" anchor="ctr"/>
            <a:lstStyle/>
            <a:p>
              <a:pPr defTabSz="266700">
                <a:lnSpc>
                  <a:spcPct val="90000"/>
                </a:lnSpc>
                <a:spcAft>
                  <a:spcPct val="35000"/>
                </a:spcAft>
                <a:defRPr/>
              </a:pPr>
              <a:endParaRPr lang="en-US" sz="600" dirty="0"/>
            </a:p>
          </p:txBody>
        </p:sp>
      </p:grpSp>
      <p:grpSp>
        <p:nvGrpSpPr>
          <p:cNvPr id="9" name="Group 54"/>
          <p:cNvGrpSpPr>
            <a:grpSpLocks/>
          </p:cNvGrpSpPr>
          <p:nvPr/>
        </p:nvGrpSpPr>
        <p:grpSpPr bwMode="auto">
          <a:xfrm>
            <a:off x="10255631" y="634365"/>
            <a:ext cx="357188" cy="142875"/>
            <a:chOff x="1759631" y="389086"/>
            <a:chExt cx="811211" cy="323671"/>
          </a:xfrm>
        </p:grpSpPr>
        <p:sp>
          <p:nvSpPr>
            <p:cNvPr id="10" name="Rounded Rectangle 9"/>
            <p:cNvSpPr/>
            <p:nvPr/>
          </p:nvSpPr>
          <p:spPr>
            <a:xfrm>
              <a:off x="1759631" y="389086"/>
              <a:ext cx="811211" cy="323671"/>
            </a:xfrm>
            <a:prstGeom prst="roundRect">
              <a:avLst>
                <a:gd name="adj" fmla="val 10000"/>
              </a:avLst>
            </a:prstGeom>
            <a:solidFill>
              <a:srgbClr val="3366FF"/>
            </a:solidFill>
          </p:spPr>
          <p:style>
            <a:lnRef idx="0">
              <a:schemeClr val="lt1">
                <a:hueOff val="0"/>
                <a:satOff val="0"/>
                <a:lumOff val="0"/>
                <a:alphaOff val="0"/>
              </a:schemeClr>
            </a:lnRef>
            <a:fillRef idx="3">
              <a:scrgbClr r="0" g="0" b="0"/>
            </a:fillRef>
            <a:effectRef idx="3">
              <a:schemeClr val="accent2">
                <a:tint val="99000"/>
                <a:hueOff val="0"/>
                <a:satOff val="0"/>
                <a:lumOff val="0"/>
                <a:alphaOff val="0"/>
              </a:schemeClr>
            </a:effectRef>
            <a:fontRef idx="minor">
              <a:schemeClr val="lt1"/>
            </a:fontRef>
          </p:style>
        </p:sp>
        <p:sp>
          <p:nvSpPr>
            <p:cNvPr id="11" name="Rounded Rectangle 4"/>
            <p:cNvSpPr/>
            <p:nvPr/>
          </p:nvSpPr>
          <p:spPr>
            <a:xfrm>
              <a:off x="1770448" y="399876"/>
              <a:ext cx="789576" cy="302093"/>
            </a:xfrm>
            <a:prstGeom prst="rect">
              <a:avLst/>
            </a:prstGeom>
          </p:spPr>
          <p:style>
            <a:lnRef idx="0">
              <a:scrgbClr r="0" g="0" b="0"/>
            </a:lnRef>
            <a:fillRef idx="0">
              <a:scrgbClr r="0" g="0" b="0"/>
            </a:fillRef>
            <a:effectRef idx="0">
              <a:scrgbClr r="0" g="0" b="0"/>
            </a:effectRef>
            <a:fontRef idx="minor">
              <a:schemeClr val="lt1"/>
            </a:fontRef>
          </p:style>
          <p:txBody>
            <a:bodyPr lIns="30480" tIns="30480" rIns="30480" bIns="30480" spcCol="1270" anchor="ctr"/>
            <a:lstStyle/>
            <a:p>
              <a:pPr defTabSz="355600">
                <a:lnSpc>
                  <a:spcPct val="90000"/>
                </a:lnSpc>
                <a:spcAft>
                  <a:spcPct val="35000"/>
                </a:spcAft>
                <a:defRPr/>
              </a:pPr>
              <a:endParaRPr lang="en-US" sz="800" dirty="0"/>
            </a:p>
          </p:txBody>
        </p:sp>
      </p:grpSp>
      <p:sp>
        <p:nvSpPr>
          <p:cNvPr id="12" name="Rectangle 63"/>
          <p:cNvSpPr>
            <a:spLocks noChangeArrowheads="1"/>
          </p:cNvSpPr>
          <p:nvPr/>
        </p:nvSpPr>
        <p:spPr bwMode="auto">
          <a:xfrm>
            <a:off x="10582656" y="329565"/>
            <a:ext cx="1238250" cy="215900"/>
          </a:xfrm>
          <a:prstGeom prst="rect">
            <a:avLst/>
          </a:prstGeom>
          <a:noFill/>
          <a:ln w="9525">
            <a:noFill/>
            <a:miter lim="800000"/>
            <a:headEnd/>
            <a:tailEnd/>
          </a:ln>
        </p:spPr>
        <p:txBody>
          <a:bodyPr wrap="none">
            <a:spAutoFit/>
          </a:bodyPr>
          <a:lstStyle/>
          <a:p>
            <a:r>
              <a:rPr lang="en-US" sz="800" b="1" i="1" dirty="0">
                <a:latin typeface="Verdana" pitchFamily="34" charset="0"/>
              </a:rPr>
              <a:t>Global Foundation</a:t>
            </a:r>
          </a:p>
        </p:txBody>
      </p:sp>
      <p:sp>
        <p:nvSpPr>
          <p:cNvPr id="13" name="Rectangle 64"/>
          <p:cNvSpPr>
            <a:spLocks noChangeArrowheads="1"/>
          </p:cNvSpPr>
          <p:nvPr/>
        </p:nvSpPr>
        <p:spPr bwMode="auto">
          <a:xfrm>
            <a:off x="10584244" y="589915"/>
            <a:ext cx="1139825" cy="214313"/>
          </a:xfrm>
          <a:prstGeom prst="rect">
            <a:avLst/>
          </a:prstGeom>
          <a:noFill/>
          <a:ln w="9525">
            <a:noFill/>
            <a:miter lim="800000"/>
            <a:headEnd/>
            <a:tailEnd/>
          </a:ln>
        </p:spPr>
        <p:txBody>
          <a:bodyPr wrap="none">
            <a:spAutoFit/>
          </a:bodyPr>
          <a:lstStyle/>
          <a:p>
            <a:r>
              <a:rPr lang="en-US" sz="800" b="1" i="1" dirty="0">
                <a:latin typeface="Verdana" pitchFamily="34" charset="0"/>
              </a:rPr>
              <a:t>Global Advanced</a:t>
            </a:r>
          </a:p>
        </p:txBody>
      </p:sp>
      <p:sp>
        <p:nvSpPr>
          <p:cNvPr id="14" name="Rectangle 65"/>
          <p:cNvSpPr>
            <a:spLocks noChangeArrowheads="1"/>
          </p:cNvSpPr>
          <p:nvPr/>
        </p:nvSpPr>
        <p:spPr bwMode="auto">
          <a:xfrm>
            <a:off x="10581069" y="804228"/>
            <a:ext cx="1173162" cy="215900"/>
          </a:xfrm>
          <a:prstGeom prst="rect">
            <a:avLst/>
          </a:prstGeom>
          <a:noFill/>
          <a:ln w="9525">
            <a:noFill/>
            <a:miter lim="800000"/>
            <a:headEnd/>
            <a:tailEnd/>
          </a:ln>
        </p:spPr>
        <p:txBody>
          <a:bodyPr wrap="none">
            <a:spAutoFit/>
          </a:bodyPr>
          <a:lstStyle/>
          <a:p>
            <a:r>
              <a:rPr lang="en-US" sz="800" b="1" i="1" dirty="0">
                <a:latin typeface="Verdana" pitchFamily="34" charset="0"/>
              </a:rPr>
              <a:t>Local Foundation</a:t>
            </a:r>
          </a:p>
        </p:txBody>
      </p:sp>
      <p:sp>
        <p:nvSpPr>
          <p:cNvPr id="15" name="Rectangle 5"/>
          <p:cNvSpPr>
            <a:spLocks noChangeArrowheads="1"/>
          </p:cNvSpPr>
          <p:nvPr/>
        </p:nvSpPr>
        <p:spPr bwMode="auto">
          <a:xfrm>
            <a:off x="1251585" y="4798505"/>
            <a:ext cx="8286750" cy="128587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grpSp>
        <p:nvGrpSpPr>
          <p:cNvPr id="16" name="Group 7"/>
          <p:cNvGrpSpPr/>
          <p:nvPr/>
        </p:nvGrpSpPr>
        <p:grpSpPr>
          <a:xfrm>
            <a:off x="1554133" y="5155724"/>
            <a:ext cx="7769887" cy="340922"/>
            <a:chOff x="1256" y="142877"/>
            <a:chExt cx="7769887" cy="340922"/>
          </a:xfrm>
          <a:solidFill>
            <a:srgbClr val="18187C"/>
          </a:solidFill>
        </p:grpSpPr>
        <p:sp>
          <p:nvSpPr>
            <p:cNvPr id="17" name="Rounded Rectangle 16"/>
            <p:cNvSpPr/>
            <p:nvPr/>
          </p:nvSpPr>
          <p:spPr>
            <a:xfrm>
              <a:off x="1256" y="142877"/>
              <a:ext cx="7769887" cy="340922"/>
            </a:xfrm>
            <a:prstGeom prst="roundRect">
              <a:avLst>
                <a:gd name="adj" fmla="val 10000"/>
              </a:avLst>
            </a:prstGeom>
            <a:grpFill/>
          </p:spPr>
          <p:style>
            <a:lnRef idx="0">
              <a:schemeClr val="lt1">
                <a:hueOff val="0"/>
                <a:satOff val="0"/>
                <a:lumOff val="0"/>
                <a:alphaOff val="0"/>
              </a:schemeClr>
            </a:lnRef>
            <a:fillRef idx="3">
              <a:schemeClr val="accent2">
                <a:shade val="80000"/>
                <a:hueOff val="0"/>
                <a:satOff val="0"/>
                <a:lumOff val="0"/>
                <a:alphaOff val="0"/>
              </a:schemeClr>
            </a:fillRef>
            <a:effectRef idx="3">
              <a:schemeClr val="accent2">
                <a:shade val="80000"/>
                <a:hueOff val="0"/>
                <a:satOff val="0"/>
                <a:lumOff val="0"/>
                <a:alphaOff val="0"/>
              </a:schemeClr>
            </a:effectRef>
            <a:fontRef idx="minor">
              <a:schemeClr val="lt1"/>
            </a:fontRef>
          </p:style>
        </p:sp>
        <p:sp>
          <p:nvSpPr>
            <p:cNvPr id="18" name="Rounded Rectangle 4"/>
            <p:cNvSpPr/>
            <p:nvPr/>
          </p:nvSpPr>
          <p:spPr>
            <a:xfrm>
              <a:off x="11241" y="152862"/>
              <a:ext cx="7749917" cy="320952"/>
            </a:xfrm>
            <a:prstGeom prst="rect">
              <a:avLst/>
            </a:prstGeom>
            <a:grpFill/>
          </p:spPr>
          <p:style>
            <a:lnRef idx="0">
              <a:scrgbClr r="0" g="0" b="0"/>
            </a:lnRef>
            <a:fillRef idx="0">
              <a:scrgbClr r="0" g="0" b="0"/>
            </a:fillRef>
            <a:effectRef idx="0">
              <a:scrgbClr r="0" g="0" b="0"/>
            </a:effectRef>
            <a:fontRef idx="minor">
              <a:schemeClr val="lt1"/>
            </a:fontRef>
          </p:style>
          <p:txBody>
            <a:bodyPr lIns="53340" tIns="53340" rIns="53340" bIns="53340" spcCol="1270" anchor="ctr"/>
            <a:lstStyle/>
            <a:p>
              <a:pPr defTabSz="622300">
                <a:lnSpc>
                  <a:spcPct val="90000"/>
                </a:lnSpc>
                <a:spcAft>
                  <a:spcPct val="35000"/>
                </a:spcAft>
                <a:defRPr/>
              </a:pPr>
              <a:endParaRPr lang="en-US" sz="1400" dirty="0">
                <a:solidFill>
                  <a:schemeClr val="tx1"/>
                </a:solidFill>
              </a:endParaRPr>
            </a:p>
          </p:txBody>
        </p:sp>
      </p:grpSp>
      <p:graphicFrame>
        <p:nvGraphicFramePr>
          <p:cNvPr id="19" name="Content Placeholder 5"/>
          <p:cNvGraphicFramePr>
            <a:graphicFrameLocks/>
          </p:cNvGraphicFramePr>
          <p:nvPr/>
        </p:nvGraphicFramePr>
        <p:xfrm>
          <a:off x="1470630" y="5114446"/>
          <a:ext cx="7772400" cy="8556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 name="Text Box 67"/>
          <p:cNvSpPr txBox="1">
            <a:spLocks noChangeArrowheads="1"/>
          </p:cNvSpPr>
          <p:nvPr/>
        </p:nvSpPr>
        <p:spPr bwMode="auto">
          <a:xfrm>
            <a:off x="1470660" y="4869942"/>
            <a:ext cx="1068388" cy="260350"/>
          </a:xfrm>
          <a:prstGeom prst="rect">
            <a:avLst/>
          </a:prstGeom>
          <a:solidFill>
            <a:schemeClr val="bg2"/>
          </a:solidFill>
          <a:ln w="9525">
            <a:noFill/>
            <a:miter lim="800000"/>
            <a:headEnd/>
            <a:tailEnd/>
          </a:ln>
        </p:spPr>
        <p:txBody>
          <a:bodyPr wrap="none">
            <a:spAutoFit/>
          </a:bodyPr>
          <a:lstStyle/>
          <a:p>
            <a:r>
              <a:rPr lang="da-DK" sz="1100" b="1">
                <a:solidFill>
                  <a:schemeClr val="bg1"/>
                </a:solidFill>
                <a:latin typeface="Verdana" pitchFamily="34" charset="0"/>
              </a:rPr>
              <a:t>Foundation</a:t>
            </a:r>
          </a:p>
        </p:txBody>
      </p:sp>
      <p:sp>
        <p:nvSpPr>
          <p:cNvPr id="21" name="Rectangle 5"/>
          <p:cNvSpPr>
            <a:spLocks noChangeArrowheads="1"/>
          </p:cNvSpPr>
          <p:nvPr/>
        </p:nvSpPr>
        <p:spPr bwMode="auto">
          <a:xfrm>
            <a:off x="1251585" y="3441192"/>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sp>
        <p:nvSpPr>
          <p:cNvPr id="22" name="Text Box 67"/>
          <p:cNvSpPr txBox="1">
            <a:spLocks noChangeArrowheads="1"/>
          </p:cNvSpPr>
          <p:nvPr/>
        </p:nvSpPr>
        <p:spPr bwMode="auto">
          <a:xfrm>
            <a:off x="1323023" y="3512630"/>
            <a:ext cx="1450975" cy="14287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Logistics</a:t>
            </a:r>
          </a:p>
        </p:txBody>
      </p:sp>
      <p:graphicFrame>
        <p:nvGraphicFramePr>
          <p:cNvPr id="23" name="Content Placeholder 5"/>
          <p:cNvGraphicFramePr>
            <a:graphicFrameLocks/>
          </p:cNvGraphicFramePr>
          <p:nvPr/>
        </p:nvGraphicFramePr>
        <p:xfrm>
          <a:off x="1322964" y="3655504"/>
          <a:ext cx="2571768" cy="71277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4" name="Rectangle 5"/>
          <p:cNvSpPr>
            <a:spLocks noChangeArrowheads="1"/>
          </p:cNvSpPr>
          <p:nvPr/>
        </p:nvSpPr>
        <p:spPr bwMode="auto">
          <a:xfrm>
            <a:off x="4037648" y="3441192"/>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sp>
        <p:nvSpPr>
          <p:cNvPr id="25" name="Text Box 67"/>
          <p:cNvSpPr txBox="1">
            <a:spLocks noChangeArrowheads="1"/>
          </p:cNvSpPr>
          <p:nvPr/>
        </p:nvSpPr>
        <p:spPr bwMode="auto">
          <a:xfrm>
            <a:off x="4109085" y="3512630"/>
            <a:ext cx="2293938" cy="14922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Enterprise Performance Management</a:t>
            </a:r>
          </a:p>
        </p:txBody>
      </p:sp>
      <p:graphicFrame>
        <p:nvGraphicFramePr>
          <p:cNvPr id="26" name="Content Placeholder 5"/>
          <p:cNvGraphicFramePr>
            <a:graphicFrameLocks/>
          </p:cNvGraphicFramePr>
          <p:nvPr/>
        </p:nvGraphicFramePr>
        <p:xfrm>
          <a:off x="4109046" y="3655504"/>
          <a:ext cx="2571768" cy="712773"/>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27" name="Rectangle 5"/>
          <p:cNvSpPr>
            <a:spLocks noChangeArrowheads="1"/>
          </p:cNvSpPr>
          <p:nvPr/>
        </p:nvSpPr>
        <p:spPr bwMode="auto">
          <a:xfrm>
            <a:off x="6823710" y="3441192"/>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sp>
        <p:nvSpPr>
          <p:cNvPr id="28" name="Text Box 67"/>
          <p:cNvSpPr txBox="1">
            <a:spLocks noChangeArrowheads="1"/>
          </p:cNvSpPr>
          <p:nvPr/>
        </p:nvSpPr>
        <p:spPr bwMode="auto">
          <a:xfrm>
            <a:off x="6895148" y="3512630"/>
            <a:ext cx="1450975" cy="14287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Corporate HR</a:t>
            </a:r>
          </a:p>
        </p:txBody>
      </p:sp>
      <p:graphicFrame>
        <p:nvGraphicFramePr>
          <p:cNvPr id="29" name="Content Placeholder 5"/>
          <p:cNvGraphicFramePr>
            <a:graphicFrameLocks/>
          </p:cNvGraphicFramePr>
          <p:nvPr/>
        </p:nvGraphicFramePr>
        <p:xfrm>
          <a:off x="6895128" y="3655504"/>
          <a:ext cx="2571768" cy="712773"/>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30" name="Rectangle 5"/>
          <p:cNvSpPr>
            <a:spLocks noChangeArrowheads="1"/>
          </p:cNvSpPr>
          <p:nvPr/>
        </p:nvSpPr>
        <p:spPr bwMode="auto">
          <a:xfrm>
            <a:off x="1251585" y="2369630"/>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sp>
        <p:nvSpPr>
          <p:cNvPr id="31" name="Text Box 67"/>
          <p:cNvSpPr txBox="1">
            <a:spLocks noChangeArrowheads="1"/>
          </p:cNvSpPr>
          <p:nvPr/>
        </p:nvSpPr>
        <p:spPr bwMode="auto">
          <a:xfrm>
            <a:off x="1323023" y="2441067"/>
            <a:ext cx="1450975" cy="14287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Customer Service Mgt</a:t>
            </a:r>
          </a:p>
        </p:txBody>
      </p:sp>
      <p:graphicFrame>
        <p:nvGraphicFramePr>
          <p:cNvPr id="32" name="Content Placeholder 5"/>
          <p:cNvGraphicFramePr>
            <a:graphicFrameLocks/>
          </p:cNvGraphicFramePr>
          <p:nvPr/>
        </p:nvGraphicFramePr>
        <p:xfrm>
          <a:off x="1322964" y="2583934"/>
          <a:ext cx="2571768" cy="712773"/>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sp>
        <p:nvSpPr>
          <p:cNvPr id="33" name="Rectangle 5"/>
          <p:cNvSpPr>
            <a:spLocks noChangeArrowheads="1"/>
          </p:cNvSpPr>
          <p:nvPr/>
        </p:nvSpPr>
        <p:spPr bwMode="auto">
          <a:xfrm>
            <a:off x="4037648" y="2369630"/>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sp>
        <p:nvSpPr>
          <p:cNvPr id="34" name="Text Box 67"/>
          <p:cNvSpPr txBox="1">
            <a:spLocks noChangeArrowheads="1"/>
          </p:cNvSpPr>
          <p:nvPr/>
        </p:nvSpPr>
        <p:spPr bwMode="auto">
          <a:xfrm>
            <a:off x="4109085" y="2441067"/>
            <a:ext cx="1450975" cy="14287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Supply Chain Mgt</a:t>
            </a:r>
          </a:p>
        </p:txBody>
      </p:sp>
      <p:graphicFrame>
        <p:nvGraphicFramePr>
          <p:cNvPr id="35" name="Content Placeholder 5"/>
          <p:cNvGraphicFramePr>
            <a:graphicFrameLocks/>
          </p:cNvGraphicFramePr>
          <p:nvPr/>
        </p:nvGraphicFramePr>
        <p:xfrm>
          <a:off x="4109046" y="2583934"/>
          <a:ext cx="2571768" cy="712773"/>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sp>
        <p:nvSpPr>
          <p:cNvPr id="36" name="Rectangle 5"/>
          <p:cNvSpPr>
            <a:spLocks noChangeArrowheads="1"/>
          </p:cNvSpPr>
          <p:nvPr/>
        </p:nvSpPr>
        <p:spPr bwMode="auto">
          <a:xfrm>
            <a:off x="6823710" y="2369630"/>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graphicFrame>
        <p:nvGraphicFramePr>
          <p:cNvPr id="37" name="Content Placeholder 5"/>
          <p:cNvGraphicFramePr>
            <a:graphicFrameLocks/>
          </p:cNvGraphicFramePr>
          <p:nvPr/>
        </p:nvGraphicFramePr>
        <p:xfrm>
          <a:off x="6895128" y="2583946"/>
          <a:ext cx="2571768" cy="714380"/>
        </p:xfrm>
        <a:graphic>
          <a:graphicData uri="http://schemas.openxmlformats.org/drawingml/2006/diagram">
            <dgm:relIds xmlns:dgm="http://schemas.openxmlformats.org/drawingml/2006/diagram" xmlns:r="http://schemas.openxmlformats.org/officeDocument/2006/relationships" r:dm="rId32" r:lo="rId33" r:qs="rId34" r:cs="rId35"/>
          </a:graphicData>
        </a:graphic>
      </p:graphicFrame>
      <p:sp>
        <p:nvSpPr>
          <p:cNvPr id="38" name="Rectangle 5"/>
          <p:cNvSpPr>
            <a:spLocks noChangeArrowheads="1"/>
          </p:cNvSpPr>
          <p:nvPr/>
        </p:nvSpPr>
        <p:spPr bwMode="auto">
          <a:xfrm>
            <a:off x="4037648" y="1298067"/>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sp>
        <p:nvSpPr>
          <p:cNvPr id="39" name="Text Box 67"/>
          <p:cNvSpPr txBox="1">
            <a:spLocks noChangeArrowheads="1"/>
          </p:cNvSpPr>
          <p:nvPr/>
        </p:nvSpPr>
        <p:spPr bwMode="auto">
          <a:xfrm>
            <a:off x="4109085" y="1369505"/>
            <a:ext cx="1785938" cy="14287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Project Management</a:t>
            </a:r>
          </a:p>
        </p:txBody>
      </p:sp>
      <p:graphicFrame>
        <p:nvGraphicFramePr>
          <p:cNvPr id="40" name="Content Placeholder 5"/>
          <p:cNvGraphicFramePr>
            <a:graphicFrameLocks/>
          </p:cNvGraphicFramePr>
          <p:nvPr/>
        </p:nvGraphicFramePr>
        <p:xfrm>
          <a:off x="4109046" y="1512364"/>
          <a:ext cx="2571768" cy="712773"/>
        </p:xfrm>
        <a:graphic>
          <a:graphicData uri="http://schemas.openxmlformats.org/drawingml/2006/diagram">
            <dgm:relIds xmlns:dgm="http://schemas.openxmlformats.org/drawingml/2006/diagram" xmlns:r="http://schemas.openxmlformats.org/officeDocument/2006/relationships" r:dm="rId37" r:lo="rId38" r:qs="rId39" r:cs="rId40"/>
          </a:graphicData>
        </a:graphic>
      </p:graphicFrame>
      <p:sp>
        <p:nvSpPr>
          <p:cNvPr id="41" name="Rectangle 5"/>
          <p:cNvSpPr>
            <a:spLocks noChangeArrowheads="1"/>
          </p:cNvSpPr>
          <p:nvPr/>
        </p:nvSpPr>
        <p:spPr bwMode="auto">
          <a:xfrm>
            <a:off x="6823710" y="1298067"/>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sp>
        <p:nvSpPr>
          <p:cNvPr id="42" name="Text Box 67"/>
          <p:cNvSpPr txBox="1">
            <a:spLocks noChangeArrowheads="1"/>
          </p:cNvSpPr>
          <p:nvPr/>
        </p:nvSpPr>
        <p:spPr bwMode="auto">
          <a:xfrm>
            <a:off x="6895148" y="1369505"/>
            <a:ext cx="1450975" cy="14287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Project Proposal</a:t>
            </a:r>
          </a:p>
        </p:txBody>
      </p:sp>
      <p:graphicFrame>
        <p:nvGraphicFramePr>
          <p:cNvPr id="43" name="Content Placeholder 5"/>
          <p:cNvGraphicFramePr>
            <a:graphicFrameLocks/>
          </p:cNvGraphicFramePr>
          <p:nvPr/>
        </p:nvGraphicFramePr>
        <p:xfrm>
          <a:off x="6895128" y="1512364"/>
          <a:ext cx="2571768" cy="712773"/>
        </p:xfrm>
        <a:graphic>
          <a:graphicData uri="http://schemas.openxmlformats.org/drawingml/2006/diagram">
            <dgm:relIds xmlns:dgm="http://schemas.openxmlformats.org/drawingml/2006/diagram" xmlns:r="http://schemas.openxmlformats.org/officeDocument/2006/relationships" r:dm="rId42" r:lo="rId43" r:qs="rId44" r:cs="rId45"/>
          </a:graphicData>
        </a:graphic>
      </p:graphicFrame>
      <p:grpSp>
        <p:nvGrpSpPr>
          <p:cNvPr id="44" name="Group 60"/>
          <p:cNvGrpSpPr>
            <a:grpSpLocks/>
          </p:cNvGrpSpPr>
          <p:nvPr/>
        </p:nvGrpSpPr>
        <p:grpSpPr bwMode="auto">
          <a:xfrm>
            <a:off x="10255631" y="862965"/>
            <a:ext cx="357188" cy="142875"/>
            <a:chOff x="5943794" y="514535"/>
            <a:chExt cx="1827348" cy="340922"/>
          </a:xfrm>
        </p:grpSpPr>
        <p:sp>
          <p:nvSpPr>
            <p:cNvPr id="45" name="Rounded Rectangle 44"/>
            <p:cNvSpPr/>
            <p:nvPr/>
          </p:nvSpPr>
          <p:spPr>
            <a:xfrm>
              <a:off x="5943794" y="514535"/>
              <a:ext cx="1827348" cy="340922"/>
            </a:xfrm>
            <a:prstGeom prst="roundRect">
              <a:avLst>
                <a:gd name="adj" fmla="val 10000"/>
              </a:avLst>
            </a:prstGeom>
            <a:solidFill>
              <a:srgbClr val="CC9B00"/>
            </a:solidFill>
          </p:spPr>
          <p:style>
            <a:lnRef idx="0">
              <a:schemeClr val="lt1">
                <a:hueOff val="0"/>
                <a:satOff val="0"/>
                <a:lumOff val="0"/>
                <a:alphaOff val="0"/>
              </a:schemeClr>
            </a:lnRef>
            <a:fillRef idx="3">
              <a:scrgbClr r="0" g="0" b="0"/>
            </a:fillRef>
            <a:effectRef idx="3">
              <a:schemeClr val="accent2">
                <a:tint val="99000"/>
                <a:hueOff val="0"/>
                <a:satOff val="0"/>
                <a:lumOff val="0"/>
                <a:alphaOff val="0"/>
              </a:schemeClr>
            </a:effectRef>
            <a:fontRef idx="minor">
              <a:schemeClr val="lt1"/>
            </a:fontRef>
          </p:style>
        </p:sp>
        <p:sp>
          <p:nvSpPr>
            <p:cNvPr id="46" name="Rounded Rectangle 4"/>
            <p:cNvSpPr/>
            <p:nvPr/>
          </p:nvSpPr>
          <p:spPr>
            <a:xfrm>
              <a:off x="5951918" y="525900"/>
              <a:ext cx="1811100" cy="318194"/>
            </a:xfrm>
            <a:prstGeom prst="rect">
              <a:avLst/>
            </a:prstGeom>
          </p:spPr>
          <p:style>
            <a:lnRef idx="0">
              <a:scrgbClr r="0" g="0" b="0"/>
            </a:lnRef>
            <a:fillRef idx="0">
              <a:scrgbClr r="0" g="0" b="0"/>
            </a:fillRef>
            <a:effectRef idx="0">
              <a:scrgbClr r="0" g="0" b="0"/>
            </a:effectRef>
            <a:fontRef idx="minor">
              <a:schemeClr val="lt1"/>
            </a:fontRef>
          </p:style>
          <p:txBody>
            <a:bodyPr lIns="45720" rIns="45720" spcCol="1270" anchor="ctr"/>
            <a:lstStyle/>
            <a:p>
              <a:pPr defTabSz="533400">
                <a:lnSpc>
                  <a:spcPct val="90000"/>
                </a:lnSpc>
                <a:spcAft>
                  <a:spcPct val="35000"/>
                </a:spcAft>
                <a:defRPr/>
              </a:pPr>
              <a:endParaRPr lang="en-US" sz="1200" dirty="0">
                <a:solidFill>
                  <a:schemeClr val="tx1"/>
                </a:solidFill>
              </a:endParaRPr>
            </a:p>
          </p:txBody>
        </p:sp>
      </p:grpSp>
      <p:sp>
        <p:nvSpPr>
          <p:cNvPr id="47" name="Rectangle 5"/>
          <p:cNvSpPr>
            <a:spLocks noChangeArrowheads="1"/>
          </p:cNvSpPr>
          <p:nvPr/>
        </p:nvSpPr>
        <p:spPr bwMode="auto">
          <a:xfrm>
            <a:off x="1251585" y="1298067"/>
            <a:ext cx="2714625" cy="10001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defRPr/>
            </a:pPr>
            <a:endParaRPr lang="en-US" sz="900" b="1" dirty="0">
              <a:latin typeface="Verdana" pitchFamily="34" charset="0"/>
            </a:endParaRPr>
          </a:p>
        </p:txBody>
      </p:sp>
      <p:sp>
        <p:nvSpPr>
          <p:cNvPr id="48" name="Text Box 67"/>
          <p:cNvSpPr txBox="1">
            <a:spLocks noChangeArrowheads="1"/>
          </p:cNvSpPr>
          <p:nvPr/>
        </p:nvSpPr>
        <p:spPr bwMode="auto">
          <a:xfrm>
            <a:off x="1323023" y="1369505"/>
            <a:ext cx="1643062" cy="14287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eCommerce &amp; Collaboration </a:t>
            </a:r>
          </a:p>
        </p:txBody>
      </p:sp>
      <p:graphicFrame>
        <p:nvGraphicFramePr>
          <p:cNvPr id="49" name="Content Placeholder 5"/>
          <p:cNvGraphicFramePr>
            <a:graphicFrameLocks/>
          </p:cNvGraphicFramePr>
          <p:nvPr/>
        </p:nvGraphicFramePr>
        <p:xfrm>
          <a:off x="1322964" y="1512364"/>
          <a:ext cx="2571768" cy="712773"/>
        </p:xfrm>
        <a:graphic>
          <a:graphicData uri="http://schemas.openxmlformats.org/drawingml/2006/diagram">
            <dgm:relIds xmlns:dgm="http://schemas.openxmlformats.org/drawingml/2006/diagram" xmlns:r="http://schemas.openxmlformats.org/officeDocument/2006/relationships" r:dm="rId47" r:lo="rId48" r:qs="rId49" r:cs="rId50"/>
          </a:graphicData>
        </a:graphic>
      </p:graphicFrame>
      <p:sp>
        <p:nvSpPr>
          <p:cNvPr id="50" name="Text Box 67"/>
          <p:cNvSpPr txBox="1">
            <a:spLocks noChangeArrowheads="1"/>
          </p:cNvSpPr>
          <p:nvPr/>
        </p:nvSpPr>
        <p:spPr bwMode="auto">
          <a:xfrm>
            <a:off x="6917373" y="2433130"/>
            <a:ext cx="2293937" cy="149225"/>
          </a:xfrm>
          <a:prstGeom prst="rect">
            <a:avLst/>
          </a:prstGeom>
          <a:solidFill>
            <a:schemeClr val="bg2"/>
          </a:solidFill>
          <a:ln w="9525">
            <a:noFill/>
            <a:miter lim="800000"/>
            <a:headEnd/>
            <a:tailEnd/>
          </a:ln>
        </p:spPr>
        <p:txBody>
          <a:bodyPr lIns="0" rIns="0" anchor="ctr" anchorCtr="1"/>
          <a:lstStyle/>
          <a:p>
            <a:r>
              <a:rPr lang="da-DK" sz="800" b="1">
                <a:solidFill>
                  <a:schemeClr val="bg1"/>
                </a:solidFill>
                <a:latin typeface="Verdana" pitchFamily="34" charset="0"/>
              </a:rPr>
              <a:t>Corporate Governance &amp; Quality</a:t>
            </a:r>
          </a:p>
        </p:txBody>
      </p:sp>
      <p:sp>
        <p:nvSpPr>
          <p:cNvPr id="51" name="Up-Down Arrow 43"/>
          <p:cNvSpPr/>
          <p:nvPr/>
        </p:nvSpPr>
        <p:spPr bwMode="auto">
          <a:xfrm>
            <a:off x="2586673" y="4512755"/>
            <a:ext cx="142875" cy="215900"/>
          </a:xfrm>
          <a:prstGeom prst="upDownArrow">
            <a:avLst>
              <a:gd name="adj1" fmla="val 38417"/>
              <a:gd name="adj2" fmla="val 41313"/>
            </a:avLst>
          </a:prstGeom>
          <a:ln>
            <a:solidFill>
              <a:schemeClr val="bg2">
                <a:lumMod val="60000"/>
                <a:lumOff val="40000"/>
              </a:schemeClr>
            </a:solid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wrap="none" anchor="ctr"/>
          <a:lstStyle/>
          <a:p>
            <a:pPr>
              <a:defRPr/>
            </a:pPr>
            <a:endParaRPr lang="en-US" dirty="0">
              <a:solidFill>
                <a:schemeClr val="tx1"/>
              </a:solidFill>
              <a:latin typeface="Times" pitchFamily="18" charset="0"/>
              <a:cs typeface="Arial" charset="0"/>
            </a:endParaRPr>
          </a:p>
        </p:txBody>
      </p:sp>
      <p:sp>
        <p:nvSpPr>
          <p:cNvPr id="52" name="Up-Down Arrow 43"/>
          <p:cNvSpPr/>
          <p:nvPr/>
        </p:nvSpPr>
        <p:spPr bwMode="auto">
          <a:xfrm>
            <a:off x="5396548" y="4512755"/>
            <a:ext cx="142875" cy="215900"/>
          </a:xfrm>
          <a:prstGeom prst="upDownArrow">
            <a:avLst>
              <a:gd name="adj1" fmla="val 38417"/>
              <a:gd name="adj2" fmla="val 41313"/>
            </a:avLst>
          </a:prstGeom>
          <a:ln>
            <a:solidFill>
              <a:schemeClr val="bg2">
                <a:lumMod val="60000"/>
                <a:lumOff val="40000"/>
              </a:schemeClr>
            </a:solid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wrap="none" anchor="ctr"/>
          <a:lstStyle/>
          <a:p>
            <a:pPr>
              <a:defRPr/>
            </a:pPr>
            <a:endParaRPr lang="en-US" dirty="0">
              <a:solidFill>
                <a:schemeClr val="tx1"/>
              </a:solidFill>
              <a:latin typeface="Times" pitchFamily="18" charset="0"/>
              <a:cs typeface="Arial" charset="0"/>
            </a:endParaRPr>
          </a:p>
        </p:txBody>
      </p:sp>
      <p:sp>
        <p:nvSpPr>
          <p:cNvPr id="53" name="Up-Down Arrow 43"/>
          <p:cNvSpPr/>
          <p:nvPr/>
        </p:nvSpPr>
        <p:spPr bwMode="auto">
          <a:xfrm>
            <a:off x="8131810" y="4512755"/>
            <a:ext cx="142875" cy="215900"/>
          </a:xfrm>
          <a:prstGeom prst="upDownArrow">
            <a:avLst>
              <a:gd name="adj1" fmla="val 38417"/>
              <a:gd name="adj2" fmla="val 41313"/>
            </a:avLst>
          </a:prstGeom>
          <a:ln>
            <a:solidFill>
              <a:schemeClr val="bg2">
                <a:lumMod val="60000"/>
                <a:lumOff val="40000"/>
              </a:schemeClr>
            </a:solid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wrap="none" anchor="ctr"/>
          <a:lstStyle/>
          <a:p>
            <a:pPr>
              <a:defRPr/>
            </a:pPr>
            <a:endParaRPr lang="en-US" dirty="0">
              <a:solidFill>
                <a:schemeClr val="tx1"/>
              </a:solidFill>
              <a:latin typeface="Times" pitchFamily="18" charset="0"/>
              <a:cs typeface="Arial" charset="0"/>
            </a:endParaRPr>
          </a:p>
        </p:txBody>
      </p:sp>
      <p:sp>
        <p:nvSpPr>
          <p:cNvPr id="54" name="Rectangle 53"/>
          <p:cNvSpPr/>
          <p:nvPr/>
        </p:nvSpPr>
        <p:spPr bwMode="auto">
          <a:xfrm>
            <a:off x="1465898" y="1993392"/>
            <a:ext cx="1571625" cy="185738"/>
          </a:xfrm>
          <a:prstGeom prst="rect">
            <a:avLst/>
          </a:prstGeom>
          <a:ln>
            <a:solidFill>
              <a:srgbClr val="FF0000"/>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wrap="none" anchor="ctr"/>
          <a:lstStyle/>
          <a:p>
            <a:pPr>
              <a:defRPr/>
            </a:pPr>
            <a:r>
              <a:rPr lang="en-US" sz="1050" dirty="0">
                <a:solidFill>
                  <a:srgbClr val="FF0000"/>
                </a:solidFill>
                <a:latin typeface="Arial" pitchFamily="34" charset="0"/>
                <a:cs typeface="Arial" pitchFamily="34" charset="0"/>
              </a:rPr>
              <a:t>Oracle E-Business Suite</a:t>
            </a:r>
          </a:p>
        </p:txBody>
      </p:sp>
      <p:sp>
        <p:nvSpPr>
          <p:cNvPr id="55" name="Rectangle 54"/>
          <p:cNvSpPr/>
          <p:nvPr/>
        </p:nvSpPr>
        <p:spPr bwMode="auto">
          <a:xfrm>
            <a:off x="2102485" y="1664780"/>
            <a:ext cx="1077913" cy="195262"/>
          </a:xfrm>
          <a:prstGeom prst="rect">
            <a:avLst/>
          </a:prstGeom>
          <a:ln>
            <a:solidFill>
              <a:srgbClr val="FF0000"/>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wrap="none" anchor="ctr"/>
          <a:lstStyle/>
          <a:p>
            <a:pPr>
              <a:defRPr/>
            </a:pPr>
            <a:r>
              <a:rPr lang="en-US" sz="1050" dirty="0">
                <a:solidFill>
                  <a:srgbClr val="FF0000"/>
                </a:solidFill>
                <a:latin typeface="Arial" pitchFamily="34" charset="0"/>
                <a:cs typeface="Arial" pitchFamily="34" charset="0"/>
              </a:rPr>
              <a:t>MyFLS/Trans.</a:t>
            </a:r>
          </a:p>
        </p:txBody>
      </p:sp>
      <p:sp>
        <p:nvSpPr>
          <p:cNvPr id="56" name="Rectangle 55"/>
          <p:cNvSpPr/>
          <p:nvPr/>
        </p:nvSpPr>
        <p:spPr bwMode="auto">
          <a:xfrm>
            <a:off x="2251710" y="3922205"/>
            <a:ext cx="1077913" cy="195262"/>
          </a:xfrm>
          <a:prstGeom prst="rect">
            <a:avLst/>
          </a:prstGeom>
          <a:ln>
            <a:solidFill>
              <a:srgbClr val="FF0000"/>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wrap="none" anchor="ctr"/>
          <a:lstStyle/>
          <a:p>
            <a:pPr>
              <a:defRPr/>
            </a:pPr>
            <a:r>
              <a:rPr lang="en-US" sz="1050" dirty="0">
                <a:solidFill>
                  <a:srgbClr val="FF0000"/>
                </a:solidFill>
                <a:latin typeface="Arial" pitchFamily="34" charset="0"/>
                <a:cs typeface="Arial" pitchFamily="34" charset="0"/>
              </a:rPr>
              <a:t>Oracle OTM</a:t>
            </a:r>
          </a:p>
        </p:txBody>
      </p:sp>
      <p:sp>
        <p:nvSpPr>
          <p:cNvPr id="57" name="Rectangle 56"/>
          <p:cNvSpPr/>
          <p:nvPr/>
        </p:nvSpPr>
        <p:spPr bwMode="auto">
          <a:xfrm>
            <a:off x="1323023" y="4103180"/>
            <a:ext cx="785812" cy="195262"/>
          </a:xfrm>
          <a:prstGeom prst="rect">
            <a:avLst/>
          </a:prstGeom>
          <a:ln>
            <a:solidFill>
              <a:srgbClr val="FF0000"/>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wrap="none" anchor="ctr"/>
          <a:lstStyle/>
          <a:p>
            <a:pPr>
              <a:defRPr/>
            </a:pPr>
            <a:r>
              <a:rPr lang="en-US" sz="1050" dirty="0">
                <a:solidFill>
                  <a:srgbClr val="FF0000"/>
                </a:solidFill>
                <a:latin typeface="Arial" pitchFamily="34" charset="0"/>
                <a:cs typeface="Arial" pitchFamily="34" charset="0"/>
              </a:rPr>
              <a:t>RFID  tool</a:t>
            </a:r>
          </a:p>
        </p:txBody>
      </p:sp>
      <p:sp>
        <p:nvSpPr>
          <p:cNvPr id="58" name="Rectangle 57"/>
          <p:cNvSpPr/>
          <p:nvPr/>
        </p:nvSpPr>
        <p:spPr bwMode="auto">
          <a:xfrm>
            <a:off x="2537460" y="5279517"/>
            <a:ext cx="2786063" cy="500063"/>
          </a:xfrm>
          <a:prstGeom prst="rect">
            <a:avLst/>
          </a:prstGeom>
          <a:ln>
            <a:solidFill>
              <a:srgbClr val="FF0000"/>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wrap="none" anchor="ctr"/>
          <a:lstStyle/>
          <a:p>
            <a:pPr>
              <a:defRPr/>
            </a:pPr>
            <a:r>
              <a:rPr lang="en-US" sz="1600" dirty="0">
                <a:solidFill>
                  <a:srgbClr val="FF0000"/>
                </a:solidFill>
                <a:latin typeface="Arial" pitchFamily="34" charset="0"/>
                <a:cs typeface="Arial" pitchFamily="34" charset="0"/>
              </a:rPr>
              <a:t>Oracle E-Business Suite</a:t>
            </a:r>
          </a:p>
        </p:txBody>
      </p:sp>
      <p:sp>
        <p:nvSpPr>
          <p:cNvPr id="59" name="Rectangle 2"/>
          <p:cNvSpPr txBox="1">
            <a:spLocks noChangeArrowheads="1"/>
          </p:cNvSpPr>
          <p:nvPr/>
        </p:nvSpPr>
        <p:spPr>
          <a:xfrm>
            <a:off x="1180148" y="581216"/>
            <a:ext cx="8643937" cy="500062"/>
          </a:xfrm>
          <a:prstGeom prst="rect">
            <a:avLst/>
          </a:prstGeom>
          <a:noFill/>
        </p:spPr>
        <p:txBody>
          <a:body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2000" b="1" i="0" u="none" strike="noStrike" kern="1200" cap="none" spc="0" normalizeH="0" baseline="0" noProof="0" dirty="0" smtClean="0">
                <a:ln>
                  <a:noFill/>
                </a:ln>
                <a:solidFill>
                  <a:schemeClr val="tx1"/>
                </a:solidFill>
                <a:effectLst/>
                <a:uLnTx/>
                <a:uFillTx/>
                <a:latin typeface="+mj-lt"/>
                <a:ea typeface="+mj-ea"/>
                <a:cs typeface="+mj-cs"/>
              </a:rPr>
              <a:t>Mainly Standard </a:t>
            </a:r>
            <a:r>
              <a:rPr lang="en-US" sz="2000" b="1" dirty="0" smtClean="0">
                <a:latin typeface="+mj-lt"/>
                <a:ea typeface="+mj-ea"/>
                <a:cs typeface="+mj-cs"/>
              </a:rPr>
              <a:t>A</a:t>
            </a:r>
            <a:r>
              <a:rPr kumimoji="0" lang="en-US" sz="2000" b="1" i="0" u="none" strike="noStrike" kern="1200" cap="none" spc="0" normalizeH="0" baseline="0" noProof="0" dirty="0" smtClean="0">
                <a:ln>
                  <a:noFill/>
                </a:ln>
                <a:solidFill>
                  <a:schemeClr val="tx1"/>
                </a:solidFill>
                <a:effectLst/>
                <a:uLnTx/>
                <a:uFillTx/>
                <a:latin typeface="+mj-lt"/>
                <a:ea typeface="+mj-ea"/>
                <a:cs typeface="+mj-cs"/>
              </a:rPr>
              <a:t>pplications from Oracle, as Per IT Consolidation </a:t>
            </a:r>
            <a:r>
              <a:rPr lang="en-US" sz="2000" b="1" dirty="0" smtClean="0">
                <a:latin typeface="+mj-lt"/>
                <a:ea typeface="+mj-ea"/>
                <a:cs typeface="+mj-cs"/>
              </a:rPr>
              <a:t>S</a:t>
            </a:r>
            <a:r>
              <a:rPr kumimoji="0" lang="en-US" sz="2000" b="1" i="0" u="none" strike="noStrike" kern="1200" cap="none" spc="0" normalizeH="0" baseline="0" noProof="0" dirty="0" smtClean="0">
                <a:ln>
                  <a:noFill/>
                </a:ln>
                <a:solidFill>
                  <a:schemeClr val="tx1"/>
                </a:solidFill>
                <a:effectLst/>
                <a:uLnTx/>
                <a:uFillTx/>
                <a:latin typeface="+mj-lt"/>
                <a:ea typeface="+mj-ea"/>
                <a:cs typeface="+mj-cs"/>
              </a:rPr>
              <a:t>trategy</a:t>
            </a:r>
          </a:p>
        </p:txBody>
      </p:sp>
      <p:sp>
        <p:nvSpPr>
          <p:cNvPr id="60" name="Rectangle 59"/>
          <p:cNvSpPr/>
          <p:nvPr/>
        </p:nvSpPr>
        <p:spPr bwMode="auto">
          <a:xfrm>
            <a:off x="1823085" y="2879217"/>
            <a:ext cx="1571625" cy="185738"/>
          </a:xfrm>
          <a:prstGeom prst="rect">
            <a:avLst/>
          </a:prstGeom>
          <a:ln>
            <a:solidFill>
              <a:srgbClr val="FF0000"/>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wrap="none" anchor="ctr"/>
          <a:lstStyle/>
          <a:p>
            <a:pPr>
              <a:defRPr/>
            </a:pPr>
            <a:r>
              <a:rPr lang="en-US" sz="1050" dirty="0">
                <a:solidFill>
                  <a:srgbClr val="FF0000"/>
                </a:solidFill>
                <a:latin typeface="Arial" pitchFamily="34" charset="0"/>
                <a:cs typeface="Arial" pitchFamily="34" charset="0"/>
              </a:rPr>
              <a:t>Oracle E-Business Suite</a:t>
            </a:r>
          </a:p>
        </p:txBody>
      </p:sp>
      <p:sp>
        <p:nvSpPr>
          <p:cNvPr id="61" name="Rectangle 60"/>
          <p:cNvSpPr/>
          <p:nvPr/>
        </p:nvSpPr>
        <p:spPr bwMode="auto">
          <a:xfrm>
            <a:off x="4609148" y="2779205"/>
            <a:ext cx="1571625" cy="185737"/>
          </a:xfrm>
          <a:prstGeom prst="rect">
            <a:avLst/>
          </a:prstGeom>
          <a:ln>
            <a:solidFill>
              <a:srgbClr val="FF0000"/>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wrap="none" anchor="ctr"/>
          <a:lstStyle/>
          <a:p>
            <a:pPr>
              <a:defRPr/>
            </a:pPr>
            <a:r>
              <a:rPr lang="en-US" sz="1050" dirty="0">
                <a:solidFill>
                  <a:srgbClr val="FF0000"/>
                </a:solidFill>
                <a:latin typeface="Arial" pitchFamily="34" charset="0"/>
                <a:cs typeface="Arial" pitchFamily="34" charset="0"/>
              </a:rPr>
              <a:t>Oracle Demantra</a:t>
            </a:r>
          </a:p>
        </p:txBody>
      </p:sp>
      <p:sp>
        <p:nvSpPr>
          <p:cNvPr id="62" name="Rectangle 61"/>
          <p:cNvSpPr/>
          <p:nvPr/>
        </p:nvSpPr>
        <p:spPr bwMode="auto">
          <a:xfrm>
            <a:off x="4609148" y="3064955"/>
            <a:ext cx="1571625" cy="185737"/>
          </a:xfrm>
          <a:prstGeom prst="rect">
            <a:avLst/>
          </a:prstGeom>
          <a:ln>
            <a:solidFill>
              <a:srgbClr val="FF0000"/>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wrap="none" anchor="ctr"/>
          <a:lstStyle/>
          <a:p>
            <a:pPr>
              <a:defRPr/>
            </a:pPr>
            <a:r>
              <a:rPr lang="en-US" sz="1050" dirty="0">
                <a:solidFill>
                  <a:srgbClr val="FF0000"/>
                </a:solidFill>
                <a:latin typeface="Arial" pitchFamily="34" charset="0"/>
                <a:cs typeface="Arial" pitchFamily="34" charset="0"/>
              </a:rPr>
              <a:t>Oracle E-Business Suite</a:t>
            </a:r>
          </a:p>
        </p:txBody>
      </p:sp>
      <p:sp>
        <p:nvSpPr>
          <p:cNvPr id="63" name="Rectangle 62"/>
          <p:cNvSpPr/>
          <p:nvPr/>
        </p:nvSpPr>
        <p:spPr bwMode="auto">
          <a:xfrm>
            <a:off x="7395210" y="2707767"/>
            <a:ext cx="1571625" cy="185738"/>
          </a:xfrm>
          <a:prstGeom prst="rect">
            <a:avLst/>
          </a:prstGeom>
          <a:ln>
            <a:solidFill>
              <a:srgbClr val="FF0000"/>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wrap="none" anchor="ctr"/>
          <a:lstStyle/>
          <a:p>
            <a:pPr>
              <a:defRPr/>
            </a:pPr>
            <a:r>
              <a:rPr lang="en-US" sz="1050" dirty="0">
                <a:solidFill>
                  <a:srgbClr val="FF0000"/>
                </a:solidFill>
                <a:latin typeface="Arial" pitchFamily="34" charset="0"/>
                <a:cs typeface="Arial" pitchFamily="34" charset="0"/>
              </a:rPr>
              <a:t>Oracle E-Business Suite</a:t>
            </a:r>
          </a:p>
        </p:txBody>
      </p:sp>
      <p:sp>
        <p:nvSpPr>
          <p:cNvPr id="64" name="Rectangle 63"/>
          <p:cNvSpPr/>
          <p:nvPr/>
        </p:nvSpPr>
        <p:spPr bwMode="auto">
          <a:xfrm>
            <a:off x="7395210" y="3064955"/>
            <a:ext cx="1571625" cy="185737"/>
          </a:xfrm>
          <a:prstGeom prst="rect">
            <a:avLst/>
          </a:prstGeom>
          <a:ln>
            <a:solidFill>
              <a:srgbClr val="FF0000"/>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wrap="none" anchor="ctr"/>
          <a:lstStyle/>
          <a:p>
            <a:pPr>
              <a:defRPr/>
            </a:pPr>
            <a:r>
              <a:rPr lang="en-US" sz="1050" i="1" dirty="0">
                <a:solidFill>
                  <a:srgbClr val="FF0000"/>
                </a:solidFill>
                <a:latin typeface="Arial" pitchFamily="34" charset="0"/>
                <a:cs typeface="Arial" pitchFamily="34" charset="0"/>
              </a:rPr>
              <a:t>Oracle GRC</a:t>
            </a:r>
          </a:p>
        </p:txBody>
      </p:sp>
      <p:sp>
        <p:nvSpPr>
          <p:cNvPr id="65" name="Rectangle 64"/>
          <p:cNvSpPr/>
          <p:nvPr/>
        </p:nvSpPr>
        <p:spPr bwMode="auto">
          <a:xfrm>
            <a:off x="4609148" y="3950780"/>
            <a:ext cx="1571625" cy="185737"/>
          </a:xfrm>
          <a:prstGeom prst="rect">
            <a:avLst/>
          </a:prstGeom>
          <a:ln>
            <a:solidFill>
              <a:srgbClr val="FF0000"/>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wrap="none" anchor="ctr"/>
          <a:lstStyle/>
          <a:p>
            <a:pPr>
              <a:defRPr/>
            </a:pPr>
            <a:r>
              <a:rPr lang="en-US" sz="1050" dirty="0">
                <a:solidFill>
                  <a:srgbClr val="FF0000"/>
                </a:solidFill>
                <a:latin typeface="Arial" pitchFamily="34" charset="0"/>
                <a:cs typeface="Arial" pitchFamily="34" charset="0"/>
              </a:rPr>
              <a:t>Oracle Hyperion</a:t>
            </a:r>
          </a:p>
        </p:txBody>
      </p:sp>
      <p:sp>
        <p:nvSpPr>
          <p:cNvPr id="66" name="Rectangle 65"/>
          <p:cNvSpPr/>
          <p:nvPr/>
        </p:nvSpPr>
        <p:spPr bwMode="auto">
          <a:xfrm>
            <a:off x="7395210" y="3922205"/>
            <a:ext cx="1571625" cy="185737"/>
          </a:xfrm>
          <a:prstGeom prst="rect">
            <a:avLst/>
          </a:prstGeom>
          <a:ln>
            <a:solidFill>
              <a:srgbClr val="FF0000"/>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wrap="none" anchor="ctr"/>
          <a:lstStyle/>
          <a:p>
            <a:pPr>
              <a:defRPr/>
            </a:pPr>
            <a:r>
              <a:rPr lang="en-US" sz="1050" dirty="0">
                <a:solidFill>
                  <a:srgbClr val="FF0000"/>
                </a:solidFill>
                <a:latin typeface="Arial" pitchFamily="34" charset="0"/>
                <a:cs typeface="Arial" pitchFamily="34" charset="0"/>
              </a:rPr>
              <a:t>Oracle E-Business Suite</a:t>
            </a:r>
          </a:p>
        </p:txBody>
      </p:sp>
      <p:sp>
        <p:nvSpPr>
          <p:cNvPr id="67" name="Rectangle 66"/>
          <p:cNvSpPr/>
          <p:nvPr/>
        </p:nvSpPr>
        <p:spPr bwMode="auto">
          <a:xfrm>
            <a:off x="4609148" y="1779080"/>
            <a:ext cx="1571625" cy="185737"/>
          </a:xfrm>
          <a:prstGeom prst="rect">
            <a:avLst/>
          </a:prstGeom>
          <a:ln>
            <a:solidFill>
              <a:srgbClr val="FF0000"/>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wrap="none" anchor="ctr"/>
          <a:lstStyle/>
          <a:p>
            <a:pPr>
              <a:defRPr/>
            </a:pPr>
            <a:r>
              <a:rPr lang="en-US" sz="1050" dirty="0">
                <a:solidFill>
                  <a:srgbClr val="FF0000"/>
                </a:solidFill>
                <a:latin typeface="Arial" pitchFamily="34" charset="0"/>
                <a:cs typeface="Arial" pitchFamily="34" charset="0"/>
              </a:rPr>
              <a:t>Oracle Primavera</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1812" y="406400"/>
            <a:ext cx="11125200" cy="627270"/>
          </a:xfrm>
        </p:spPr>
        <p:txBody>
          <a:bodyPr/>
          <a:lstStyle/>
          <a:p>
            <a:r>
              <a:rPr lang="en-US" dirty="0" smtClean="0"/>
              <a:t>ERP Foundation</a:t>
            </a:r>
            <a:endParaRPr lang="en-US" dirty="0"/>
          </a:p>
        </p:txBody>
      </p:sp>
      <p:sp>
        <p:nvSpPr>
          <p:cNvPr id="7" name="Content Placeholder 6"/>
          <p:cNvSpPr>
            <a:spLocks noGrp="1"/>
          </p:cNvSpPr>
          <p:nvPr>
            <p:ph idx="1"/>
          </p:nvPr>
        </p:nvSpPr>
        <p:spPr>
          <a:xfrm>
            <a:off x="531151" y="1066807"/>
            <a:ext cx="11126522" cy="4419600"/>
          </a:xfrm>
        </p:spPr>
        <p:txBody>
          <a:bodyPr/>
          <a:lstStyle/>
          <a:p>
            <a:pPr>
              <a:spcBef>
                <a:spcPts val="300"/>
              </a:spcBef>
            </a:pPr>
            <a:r>
              <a:rPr lang="en-US" dirty="0" smtClean="0"/>
              <a:t>Definition</a:t>
            </a:r>
          </a:p>
          <a:p>
            <a:pPr lvl="1">
              <a:spcBef>
                <a:spcPts val="0"/>
              </a:spcBef>
            </a:pPr>
            <a:r>
              <a:rPr lang="en-US" dirty="0" smtClean="0"/>
              <a:t>Logical Component for Fundamental Operational Support</a:t>
            </a:r>
          </a:p>
          <a:p>
            <a:pPr lvl="1">
              <a:spcBef>
                <a:spcPts val="0"/>
              </a:spcBef>
            </a:pPr>
            <a:r>
              <a:rPr lang="en-US" dirty="0" smtClean="0"/>
              <a:t>Closely Linked Business Processes</a:t>
            </a:r>
          </a:p>
          <a:p>
            <a:pPr lvl="1">
              <a:spcBef>
                <a:spcPts val="0"/>
              </a:spcBef>
            </a:pPr>
            <a:r>
              <a:rPr lang="en-US" dirty="0" smtClean="0"/>
              <a:t>Not Easily De-Coupled into Separate ERP Domain</a:t>
            </a:r>
          </a:p>
          <a:p>
            <a:pPr lvl="1">
              <a:spcBef>
                <a:spcPts val="0"/>
              </a:spcBef>
            </a:pPr>
            <a:r>
              <a:rPr lang="en-US" dirty="0" smtClean="0"/>
              <a:t>Potentially Multiple Instances in To-Be State</a:t>
            </a:r>
          </a:p>
          <a:p>
            <a:pPr lvl="1">
              <a:spcBef>
                <a:spcPts val="0"/>
              </a:spcBef>
            </a:pPr>
            <a:r>
              <a:rPr lang="en-US" dirty="0" smtClean="0"/>
              <a:t>Only Existence of Local Systems as Logical Component</a:t>
            </a:r>
            <a:endParaRPr lang="en-US" dirty="0"/>
          </a:p>
          <a:p>
            <a:pPr>
              <a:spcBef>
                <a:spcPts val="300"/>
              </a:spcBef>
            </a:pPr>
            <a:r>
              <a:rPr lang="en-US" dirty="0" smtClean="0"/>
              <a:t>Process Scope</a:t>
            </a:r>
          </a:p>
          <a:p>
            <a:pPr lvl="1">
              <a:spcBef>
                <a:spcPts val="0"/>
              </a:spcBef>
            </a:pPr>
            <a:r>
              <a:rPr lang="en-US" dirty="0" smtClean="0"/>
              <a:t>Basic Flow of Money, Including Project Accounting</a:t>
            </a:r>
          </a:p>
          <a:p>
            <a:pPr lvl="2">
              <a:spcBef>
                <a:spcPts val="0"/>
              </a:spcBef>
            </a:pPr>
            <a:r>
              <a:rPr lang="en-US" dirty="0" smtClean="0"/>
              <a:t>Finance, Project Costing, Project Billing, Time &amp; Labor, Expenses</a:t>
            </a:r>
          </a:p>
          <a:p>
            <a:pPr lvl="1">
              <a:spcBef>
                <a:spcPts val="0"/>
              </a:spcBef>
            </a:pPr>
            <a:r>
              <a:rPr lang="en-US" dirty="0" smtClean="0"/>
              <a:t>Basic Flow of Goods</a:t>
            </a:r>
          </a:p>
          <a:p>
            <a:pPr lvl="2">
              <a:spcBef>
                <a:spcPts val="0"/>
              </a:spcBef>
            </a:pPr>
            <a:r>
              <a:rPr lang="en-US" dirty="0" smtClean="0"/>
              <a:t>Inventory, Procurement, Order Management, Shipping</a:t>
            </a:r>
          </a:p>
          <a:p>
            <a:pPr lvl="1">
              <a:spcBef>
                <a:spcPts val="0"/>
              </a:spcBef>
            </a:pPr>
            <a:r>
              <a:rPr lang="en-US" dirty="0" smtClean="0"/>
              <a:t>Add-On Functionality, if needed:</a:t>
            </a:r>
          </a:p>
          <a:p>
            <a:pPr lvl="2">
              <a:spcBef>
                <a:spcPts val="0"/>
              </a:spcBef>
            </a:pPr>
            <a:r>
              <a:rPr lang="en-US" dirty="0" smtClean="0"/>
              <a:t>Manufacturing, Supplier Collaboration, Warehousing</a:t>
            </a:r>
          </a:p>
          <a:p>
            <a:pPr>
              <a:spcBef>
                <a:spcPts val="0"/>
              </a:spcBef>
            </a:pPr>
            <a:r>
              <a:rPr lang="en-US" dirty="0" smtClean="0"/>
              <a:t>Physical To-Be Components:</a:t>
            </a:r>
          </a:p>
          <a:p>
            <a:pPr lvl="2">
              <a:spcBef>
                <a:spcPts val="0"/>
              </a:spcBef>
            </a:pPr>
            <a:r>
              <a:rPr lang="en-US" dirty="0" smtClean="0"/>
              <a:t>Oracle E-Business Suite (2 Instances), Local Payroll/Benefit Management Systems, Local Tax Management Systems</a:t>
            </a:r>
          </a:p>
        </p:txBody>
      </p:sp>
      <p:sp>
        <p:nvSpPr>
          <p:cNvPr id="5" name="Footer Placeholder 4"/>
          <p:cNvSpPr>
            <a:spLocks noGrp="1"/>
          </p:cNvSpPr>
          <p:nvPr>
            <p:ph type="ftr" sz="quarter" idx="11"/>
          </p:nvPr>
        </p:nvSpPr>
        <p:spPr/>
        <p:txBody>
          <a:bodyPr/>
          <a:lstStyle/>
          <a:p>
            <a:r>
              <a:rPr lang="en-US" dirty="0" smtClean="0"/>
              <a:t>Oracle Confidential – Internal/Restricted/Highly Restricted</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1812" y="406400"/>
            <a:ext cx="11125200" cy="627270"/>
          </a:xfrm>
        </p:spPr>
        <p:txBody>
          <a:bodyPr/>
          <a:lstStyle/>
          <a:p>
            <a:r>
              <a:rPr lang="en-US" dirty="0" smtClean="0"/>
              <a:t>ERP Domain: Logistics</a:t>
            </a:r>
            <a:endParaRPr lang="en-US" dirty="0"/>
          </a:p>
        </p:txBody>
      </p:sp>
      <p:sp>
        <p:nvSpPr>
          <p:cNvPr id="7" name="Content Placeholder 6"/>
          <p:cNvSpPr>
            <a:spLocks noGrp="1"/>
          </p:cNvSpPr>
          <p:nvPr>
            <p:ph idx="1"/>
          </p:nvPr>
        </p:nvSpPr>
        <p:spPr>
          <a:xfrm>
            <a:off x="531151" y="1341127"/>
            <a:ext cx="11126522" cy="4419600"/>
          </a:xfrm>
        </p:spPr>
        <p:txBody>
          <a:bodyPr/>
          <a:lstStyle/>
          <a:p>
            <a:pPr>
              <a:spcBef>
                <a:spcPts val="300"/>
              </a:spcBef>
            </a:pPr>
            <a:r>
              <a:rPr lang="en-US" dirty="0" smtClean="0"/>
              <a:t>Definition</a:t>
            </a:r>
          </a:p>
          <a:p>
            <a:pPr lvl="1">
              <a:spcBef>
                <a:spcPts val="0"/>
              </a:spcBef>
            </a:pPr>
            <a:r>
              <a:rPr lang="en-US" dirty="0" smtClean="0"/>
              <a:t>Global FLS System for Managing Transportation/Logistics Planning and Execution</a:t>
            </a:r>
          </a:p>
          <a:p>
            <a:pPr>
              <a:spcBef>
                <a:spcPts val="300"/>
              </a:spcBef>
            </a:pPr>
            <a:r>
              <a:rPr lang="en-US" dirty="0" smtClean="0"/>
              <a:t>Scope</a:t>
            </a:r>
          </a:p>
          <a:p>
            <a:pPr lvl="1">
              <a:spcBef>
                <a:spcPts val="0"/>
              </a:spcBef>
            </a:pPr>
            <a:r>
              <a:rPr lang="en-US" dirty="0" smtClean="0"/>
              <a:t>The Core of the Domain is Transportation Management</a:t>
            </a:r>
          </a:p>
          <a:p>
            <a:pPr lvl="1">
              <a:spcBef>
                <a:spcPts val="0"/>
              </a:spcBef>
            </a:pPr>
            <a:r>
              <a:rPr lang="en-US" dirty="0" smtClean="0"/>
              <a:t>Add-On Functionality, if needed:</a:t>
            </a:r>
          </a:p>
          <a:p>
            <a:pPr lvl="2">
              <a:spcBef>
                <a:spcPts val="0"/>
              </a:spcBef>
            </a:pPr>
            <a:r>
              <a:rPr lang="en-US" dirty="0" smtClean="0"/>
              <a:t>B2B Integration to 3</a:t>
            </a:r>
            <a:r>
              <a:rPr lang="en-US" baseline="30000" dirty="0" smtClean="0"/>
              <a:t>rd</a:t>
            </a:r>
            <a:r>
              <a:rPr lang="en-US" dirty="0" smtClean="0"/>
              <a:t> Party Logistics Providers and Carriers</a:t>
            </a:r>
          </a:p>
          <a:p>
            <a:pPr lvl="2">
              <a:spcBef>
                <a:spcPts val="0"/>
              </a:spcBef>
            </a:pPr>
            <a:r>
              <a:rPr lang="en-US" dirty="0" smtClean="0"/>
              <a:t>Web Collaboration with Customers and 3</a:t>
            </a:r>
            <a:r>
              <a:rPr lang="en-US" baseline="30000" dirty="0" smtClean="0"/>
              <a:t>rd</a:t>
            </a:r>
            <a:r>
              <a:rPr lang="en-US" dirty="0" smtClean="0"/>
              <a:t> Parties</a:t>
            </a:r>
          </a:p>
          <a:p>
            <a:pPr lvl="2">
              <a:spcBef>
                <a:spcPts val="0"/>
              </a:spcBef>
            </a:pPr>
            <a:r>
              <a:rPr lang="en-US" dirty="0" smtClean="0"/>
              <a:t>RFID Automation</a:t>
            </a:r>
          </a:p>
          <a:p>
            <a:pPr>
              <a:spcBef>
                <a:spcPts val="0"/>
              </a:spcBef>
            </a:pPr>
            <a:r>
              <a:rPr lang="en-US" dirty="0" smtClean="0"/>
              <a:t>Physical To-Be Components: Oracle Transportation Management</a:t>
            </a:r>
          </a:p>
          <a:p>
            <a:pPr lvl="2">
              <a:spcBef>
                <a:spcPts val="0"/>
              </a:spcBef>
            </a:pPr>
            <a:r>
              <a:rPr lang="en-US" dirty="0" smtClean="0"/>
              <a:t>Oracle Transportation Management</a:t>
            </a:r>
          </a:p>
          <a:p>
            <a:pPr lvl="2">
              <a:spcBef>
                <a:spcPts val="0"/>
              </a:spcBef>
            </a:pPr>
            <a:r>
              <a:rPr lang="en-US" dirty="0" smtClean="0"/>
              <a:t>Oracle Transportation  Operational Planning</a:t>
            </a:r>
          </a:p>
          <a:p>
            <a:pPr lvl="2">
              <a:spcBef>
                <a:spcPts val="0"/>
              </a:spcBef>
            </a:pPr>
            <a:r>
              <a:rPr lang="en-US" dirty="0" smtClean="0"/>
              <a:t>Oracle Logistics Inventory Visibility</a:t>
            </a:r>
          </a:p>
          <a:p>
            <a:pPr lvl="2">
              <a:spcBef>
                <a:spcPts val="0"/>
              </a:spcBef>
            </a:pPr>
            <a:r>
              <a:rPr lang="en-US" dirty="0" smtClean="0"/>
              <a:t>Oracle Freight Payment Billing and Claims</a:t>
            </a:r>
          </a:p>
          <a:p>
            <a:pPr lvl="2">
              <a:spcBef>
                <a:spcPts val="0"/>
              </a:spcBef>
            </a:pPr>
            <a:r>
              <a:rPr lang="en-US" dirty="0" smtClean="0"/>
              <a:t>Oracle Fusin Transportation Intelligence</a:t>
            </a:r>
          </a:p>
        </p:txBody>
      </p:sp>
      <p:sp>
        <p:nvSpPr>
          <p:cNvPr id="5" name="Footer Placeholder 4"/>
          <p:cNvSpPr>
            <a:spLocks noGrp="1"/>
          </p:cNvSpPr>
          <p:nvPr>
            <p:ph type="ftr" sz="quarter" idx="11"/>
          </p:nvPr>
        </p:nvSpPr>
        <p:spPr/>
        <p:txBody>
          <a:bodyPr/>
          <a:lstStyle/>
          <a:p>
            <a:r>
              <a:rPr lang="en-US" dirty="0" smtClean="0"/>
              <a:t>Oracle Confidential – Internal/Restricted/Highly Restricted</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1812" y="406400"/>
            <a:ext cx="11125200" cy="627270"/>
          </a:xfrm>
        </p:spPr>
        <p:txBody>
          <a:bodyPr/>
          <a:lstStyle/>
          <a:p>
            <a:r>
              <a:rPr lang="en-US" dirty="0" smtClean="0"/>
              <a:t>ERP Domain: Enterprise Performance Management</a:t>
            </a:r>
            <a:endParaRPr lang="en-US" dirty="0"/>
          </a:p>
        </p:txBody>
      </p:sp>
      <p:sp>
        <p:nvSpPr>
          <p:cNvPr id="7" name="Content Placeholder 6"/>
          <p:cNvSpPr>
            <a:spLocks noGrp="1"/>
          </p:cNvSpPr>
          <p:nvPr>
            <p:ph idx="1"/>
          </p:nvPr>
        </p:nvSpPr>
        <p:spPr>
          <a:xfrm>
            <a:off x="531151" y="1341127"/>
            <a:ext cx="11126522" cy="4419600"/>
          </a:xfrm>
        </p:spPr>
        <p:txBody>
          <a:bodyPr/>
          <a:lstStyle/>
          <a:p>
            <a:pPr>
              <a:spcBef>
                <a:spcPts val="300"/>
              </a:spcBef>
            </a:pPr>
            <a:r>
              <a:rPr lang="en-US" dirty="0" smtClean="0"/>
              <a:t>Definition</a:t>
            </a:r>
          </a:p>
          <a:p>
            <a:pPr lvl="1">
              <a:spcBef>
                <a:spcPts val="0"/>
              </a:spcBef>
            </a:pPr>
            <a:r>
              <a:rPr lang="en-US" dirty="0" smtClean="0"/>
              <a:t>Global FLS System for Managing Group Financial processes, such as Financial Consolidation, Financial Budgeting and Corporate Planning, and Balanced Scorecard, as well as Related Management Reporting</a:t>
            </a:r>
          </a:p>
          <a:p>
            <a:pPr>
              <a:spcBef>
                <a:spcPts val="300"/>
              </a:spcBef>
            </a:pPr>
            <a:r>
              <a:rPr lang="en-US" dirty="0" smtClean="0"/>
              <a:t>Scope</a:t>
            </a:r>
          </a:p>
          <a:p>
            <a:pPr lvl="1">
              <a:spcBef>
                <a:spcPts val="0"/>
              </a:spcBef>
            </a:pPr>
            <a:r>
              <a:rPr lang="en-US" dirty="0" smtClean="0"/>
              <a:t>Financial Consolidation and Intercompany Elimination</a:t>
            </a:r>
          </a:p>
          <a:p>
            <a:pPr lvl="1">
              <a:spcBef>
                <a:spcPts val="0"/>
              </a:spcBef>
            </a:pPr>
            <a:r>
              <a:rPr lang="en-US" dirty="0" smtClean="0"/>
              <a:t>Add-On Functionality, if needed:</a:t>
            </a:r>
          </a:p>
          <a:p>
            <a:pPr lvl="2">
              <a:spcBef>
                <a:spcPts val="0"/>
              </a:spcBef>
            </a:pPr>
            <a:r>
              <a:rPr lang="en-US" dirty="0" smtClean="0"/>
              <a:t>Financial Budgeting and Planning</a:t>
            </a:r>
          </a:p>
          <a:p>
            <a:pPr lvl="2">
              <a:spcBef>
                <a:spcPts val="0"/>
              </a:spcBef>
            </a:pPr>
            <a:r>
              <a:rPr lang="en-US" dirty="0" smtClean="0"/>
              <a:t>Balanced Scorecard</a:t>
            </a:r>
          </a:p>
          <a:p>
            <a:pPr>
              <a:spcBef>
                <a:spcPts val="0"/>
              </a:spcBef>
            </a:pPr>
            <a:r>
              <a:rPr lang="en-US" dirty="0" smtClean="0"/>
              <a:t>Physical To-Be Components: Oracle Hyperion</a:t>
            </a:r>
          </a:p>
          <a:p>
            <a:pPr lvl="2">
              <a:spcBef>
                <a:spcPts val="0"/>
              </a:spcBef>
            </a:pPr>
            <a:r>
              <a:rPr lang="en-US" dirty="0" smtClean="0"/>
              <a:t>Hyperion Financial Management</a:t>
            </a:r>
          </a:p>
          <a:p>
            <a:pPr lvl="2">
              <a:spcBef>
                <a:spcPts val="0"/>
              </a:spcBef>
            </a:pPr>
            <a:r>
              <a:rPr lang="en-US" dirty="0" smtClean="0"/>
              <a:t>Hyperion Planning</a:t>
            </a:r>
          </a:p>
          <a:p>
            <a:pPr lvl="2">
              <a:spcBef>
                <a:spcPts val="0"/>
              </a:spcBef>
            </a:pPr>
            <a:r>
              <a:rPr lang="en-US" dirty="0" smtClean="0"/>
              <a:t>Hyperion Scorecard</a:t>
            </a:r>
          </a:p>
        </p:txBody>
      </p:sp>
      <p:sp>
        <p:nvSpPr>
          <p:cNvPr id="5" name="Footer Placeholder 4"/>
          <p:cNvSpPr>
            <a:spLocks noGrp="1"/>
          </p:cNvSpPr>
          <p:nvPr>
            <p:ph type="ftr" sz="quarter" idx="11"/>
          </p:nvPr>
        </p:nvSpPr>
        <p:spPr/>
        <p:txBody>
          <a:bodyPr/>
          <a:lstStyle/>
          <a:p>
            <a:r>
              <a:rPr lang="en-US" dirty="0" smtClean="0"/>
              <a:t>Oracle Confidential – Internal/Restricted/Highly Restricted</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1812" y="406400"/>
            <a:ext cx="11125200" cy="627270"/>
          </a:xfrm>
        </p:spPr>
        <p:txBody>
          <a:bodyPr/>
          <a:lstStyle/>
          <a:p>
            <a:r>
              <a:rPr lang="en-US" dirty="0" smtClean="0"/>
              <a:t>ERP Domain: Corporate HR</a:t>
            </a:r>
            <a:endParaRPr lang="en-US" dirty="0"/>
          </a:p>
        </p:txBody>
      </p:sp>
      <p:sp>
        <p:nvSpPr>
          <p:cNvPr id="7" name="Content Placeholder 6"/>
          <p:cNvSpPr>
            <a:spLocks noGrp="1"/>
          </p:cNvSpPr>
          <p:nvPr>
            <p:ph idx="1"/>
          </p:nvPr>
        </p:nvSpPr>
        <p:spPr>
          <a:xfrm>
            <a:off x="531151" y="1103383"/>
            <a:ext cx="11126522" cy="4419600"/>
          </a:xfrm>
        </p:spPr>
        <p:txBody>
          <a:bodyPr/>
          <a:lstStyle/>
          <a:p>
            <a:pPr>
              <a:spcBef>
                <a:spcPts val="300"/>
              </a:spcBef>
            </a:pPr>
            <a:r>
              <a:rPr lang="en-US" dirty="0" smtClean="0"/>
              <a:t>Definition</a:t>
            </a:r>
          </a:p>
          <a:p>
            <a:pPr lvl="1">
              <a:spcBef>
                <a:spcPts val="0"/>
              </a:spcBef>
            </a:pPr>
            <a:r>
              <a:rPr lang="en-US" dirty="0" smtClean="0"/>
              <a:t>Corporate HR System for Managing and Analyzing FLS Human Capital on a Global Level, by Collecting and Synchronizing Basic HR Data from ERP Foundation Systems</a:t>
            </a:r>
          </a:p>
          <a:p>
            <a:pPr lvl="1">
              <a:spcBef>
                <a:spcPts val="0"/>
              </a:spcBef>
            </a:pPr>
            <a:r>
              <a:rPr lang="en-US" dirty="0" smtClean="0"/>
              <a:t>Global, Common System Offering Access to More Advanced HRMS Functions no Available in ERP Foundation Systems</a:t>
            </a:r>
          </a:p>
          <a:p>
            <a:pPr lvl="1">
              <a:spcBef>
                <a:spcPts val="0"/>
              </a:spcBef>
            </a:pPr>
            <a:r>
              <a:rPr lang="en-US" dirty="0" smtClean="0"/>
              <a:t>Core Functions cover Employee and Organizational Master Data and Processes</a:t>
            </a:r>
          </a:p>
          <a:p>
            <a:pPr>
              <a:spcBef>
                <a:spcPts val="300"/>
              </a:spcBef>
            </a:pPr>
            <a:r>
              <a:rPr lang="en-US" dirty="0" smtClean="0"/>
              <a:t>Scope</a:t>
            </a:r>
          </a:p>
          <a:p>
            <a:pPr lvl="1">
              <a:spcBef>
                <a:spcPts val="0"/>
              </a:spcBef>
            </a:pPr>
            <a:r>
              <a:rPr lang="en-US" dirty="0" smtClean="0"/>
              <a:t>Global HR Data</a:t>
            </a:r>
          </a:p>
          <a:p>
            <a:pPr lvl="1">
              <a:spcBef>
                <a:spcPts val="0"/>
              </a:spcBef>
            </a:pPr>
            <a:r>
              <a:rPr lang="en-US" dirty="0" smtClean="0"/>
              <a:t>Add-On Functionality, if needed:</a:t>
            </a:r>
          </a:p>
          <a:p>
            <a:pPr lvl="2">
              <a:spcBef>
                <a:spcPts val="0"/>
              </a:spcBef>
            </a:pPr>
            <a:r>
              <a:rPr lang="en-US" dirty="0" smtClean="0"/>
              <a:t>Recruitment Collaboration and Management</a:t>
            </a:r>
          </a:p>
          <a:p>
            <a:pPr lvl="2">
              <a:spcBef>
                <a:spcPts val="0"/>
              </a:spcBef>
            </a:pPr>
            <a:r>
              <a:rPr lang="en-US" dirty="0" smtClean="0"/>
              <a:t>PDR/Talent Management</a:t>
            </a:r>
          </a:p>
          <a:p>
            <a:pPr lvl="2">
              <a:spcBef>
                <a:spcPts val="0"/>
              </a:spcBef>
            </a:pPr>
            <a:r>
              <a:rPr lang="en-US" dirty="0" smtClean="0"/>
              <a:t>Learning Management (Training Administration and Employee Self-Service)</a:t>
            </a:r>
          </a:p>
          <a:p>
            <a:pPr>
              <a:spcBef>
                <a:spcPts val="0"/>
              </a:spcBef>
            </a:pPr>
            <a:r>
              <a:rPr lang="en-US" dirty="0" smtClean="0"/>
              <a:t>Physical To-Be Components: Oracle E-Business Suite</a:t>
            </a:r>
          </a:p>
          <a:p>
            <a:pPr lvl="2">
              <a:spcBef>
                <a:spcPts val="0"/>
              </a:spcBef>
            </a:pPr>
            <a:r>
              <a:rPr lang="en-US" dirty="0" smtClean="0"/>
              <a:t>Oracle HR/HR Self-Service</a:t>
            </a:r>
          </a:p>
          <a:p>
            <a:pPr lvl="2">
              <a:spcBef>
                <a:spcPts val="0"/>
              </a:spcBef>
            </a:pPr>
            <a:r>
              <a:rPr lang="en-US" dirty="0" smtClean="0"/>
              <a:t>Oracle iRecruitment</a:t>
            </a:r>
          </a:p>
          <a:p>
            <a:pPr lvl="2">
              <a:spcBef>
                <a:spcPts val="0"/>
              </a:spcBef>
            </a:pPr>
            <a:r>
              <a:rPr lang="en-US" dirty="0" smtClean="0"/>
              <a:t>Oracle Learning Management</a:t>
            </a:r>
          </a:p>
        </p:txBody>
      </p:sp>
      <p:sp>
        <p:nvSpPr>
          <p:cNvPr id="5" name="Footer Placeholder 4"/>
          <p:cNvSpPr>
            <a:spLocks noGrp="1"/>
          </p:cNvSpPr>
          <p:nvPr>
            <p:ph type="ftr" sz="quarter" idx="11"/>
          </p:nvPr>
        </p:nvSpPr>
        <p:spPr/>
        <p:txBody>
          <a:bodyPr/>
          <a:lstStyle/>
          <a:p>
            <a:r>
              <a:rPr lang="en-US" dirty="0" smtClean="0"/>
              <a:t>Oracle Confidential – Internal/Restricted/Highly Restricted</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1812" y="168656"/>
            <a:ext cx="11125200" cy="627270"/>
          </a:xfrm>
        </p:spPr>
        <p:txBody>
          <a:bodyPr/>
          <a:lstStyle/>
          <a:p>
            <a:r>
              <a:rPr lang="en-US" dirty="0" smtClean="0"/>
              <a:t>ERP Domain: Customer Service Management</a:t>
            </a:r>
            <a:endParaRPr lang="en-US" dirty="0"/>
          </a:p>
        </p:txBody>
      </p:sp>
      <p:sp>
        <p:nvSpPr>
          <p:cNvPr id="7" name="Content Placeholder 6"/>
          <p:cNvSpPr>
            <a:spLocks noGrp="1"/>
          </p:cNvSpPr>
          <p:nvPr>
            <p:ph idx="1"/>
          </p:nvPr>
        </p:nvSpPr>
        <p:spPr>
          <a:xfrm>
            <a:off x="531151" y="847351"/>
            <a:ext cx="11126522" cy="4419600"/>
          </a:xfrm>
        </p:spPr>
        <p:txBody>
          <a:bodyPr/>
          <a:lstStyle/>
          <a:p>
            <a:pPr>
              <a:spcBef>
                <a:spcPts val="300"/>
              </a:spcBef>
            </a:pPr>
            <a:r>
              <a:rPr lang="en-US" dirty="0" smtClean="0"/>
              <a:t>Definition</a:t>
            </a:r>
          </a:p>
          <a:p>
            <a:pPr lvl="1">
              <a:spcBef>
                <a:spcPts val="0"/>
              </a:spcBef>
            </a:pPr>
            <a:r>
              <a:rPr lang="en-US" dirty="0" smtClean="0"/>
              <a:t>Global, Common FLS System for Managing Customer Service Operations, Service Contracts and Maintaining Customer Installed Base</a:t>
            </a:r>
          </a:p>
          <a:p>
            <a:pPr lvl="1">
              <a:spcBef>
                <a:spcPts val="0"/>
              </a:spcBef>
            </a:pPr>
            <a:r>
              <a:rPr lang="en-US" dirty="0" smtClean="0"/>
              <a:t>Global Web Self-Service for CSD Customers to Raise Service Requests (Problem/ Incidents) or Request a Spares Quote, Based on View of Own Installed FLS Equipment</a:t>
            </a:r>
          </a:p>
          <a:p>
            <a:pPr lvl="1">
              <a:spcBef>
                <a:spcPts val="0"/>
              </a:spcBef>
            </a:pPr>
            <a:r>
              <a:rPr lang="en-US" dirty="0" smtClean="0"/>
              <a:t>Single, Shared Knowledge, Database Accessible by FLS Employees and CSD Customers</a:t>
            </a:r>
          </a:p>
          <a:p>
            <a:pPr lvl="1">
              <a:spcBef>
                <a:spcPts val="0"/>
              </a:spcBef>
            </a:pPr>
            <a:r>
              <a:rPr lang="en-US" dirty="0" smtClean="0"/>
              <a:t>Does Not Include O&amp;M (?)</a:t>
            </a:r>
          </a:p>
          <a:p>
            <a:pPr>
              <a:spcBef>
                <a:spcPts val="300"/>
              </a:spcBef>
            </a:pPr>
            <a:r>
              <a:rPr lang="en-US" dirty="0" smtClean="0"/>
              <a:t>Scope</a:t>
            </a:r>
          </a:p>
          <a:p>
            <a:pPr lvl="1">
              <a:spcBef>
                <a:spcPts val="0"/>
              </a:spcBef>
            </a:pPr>
            <a:r>
              <a:rPr lang="en-US" dirty="0" smtClean="0"/>
              <a:t>Service Management and Installed Based Database as Basis</a:t>
            </a:r>
          </a:p>
          <a:p>
            <a:pPr lvl="1">
              <a:spcBef>
                <a:spcPts val="0"/>
              </a:spcBef>
            </a:pPr>
            <a:r>
              <a:rPr lang="en-US" dirty="0" smtClean="0"/>
              <a:t>Add-On Functionality, if needed:</a:t>
            </a:r>
          </a:p>
          <a:p>
            <a:pPr lvl="2">
              <a:spcBef>
                <a:spcPts val="0"/>
              </a:spcBef>
            </a:pPr>
            <a:r>
              <a:rPr lang="en-US" dirty="0" smtClean="0"/>
              <a:t>Web Self-Service Access</a:t>
            </a:r>
          </a:p>
          <a:p>
            <a:pPr lvl="2">
              <a:spcBef>
                <a:spcPts val="0"/>
              </a:spcBef>
            </a:pPr>
            <a:r>
              <a:rPr lang="en-US" dirty="0" smtClean="0"/>
              <a:t>Knowledge Base</a:t>
            </a:r>
          </a:p>
          <a:p>
            <a:pPr lvl="2">
              <a:spcBef>
                <a:spcPts val="0"/>
              </a:spcBef>
            </a:pPr>
            <a:r>
              <a:rPr lang="en-US" dirty="0" smtClean="0"/>
              <a:t>Depot Repair/Refurbishment of Customer Equipment</a:t>
            </a:r>
          </a:p>
          <a:p>
            <a:pPr>
              <a:spcBef>
                <a:spcPts val="0"/>
              </a:spcBef>
            </a:pPr>
            <a:r>
              <a:rPr lang="en-US" dirty="0" smtClean="0"/>
              <a:t>Physical To-Be Components: Oracle E-Business Suite</a:t>
            </a:r>
          </a:p>
          <a:p>
            <a:pPr lvl="2">
              <a:spcBef>
                <a:spcPts val="0"/>
              </a:spcBef>
            </a:pPr>
            <a:r>
              <a:rPr lang="en-US" dirty="0" smtClean="0"/>
              <a:t>Oracle Service Management (Service Request, Install Base, Knowledge Base, Service Foundation)</a:t>
            </a:r>
          </a:p>
          <a:p>
            <a:pPr lvl="2">
              <a:spcBef>
                <a:spcPts val="0"/>
              </a:spcBef>
            </a:pPr>
            <a:r>
              <a:rPr lang="en-US" dirty="0" smtClean="0"/>
              <a:t>Oracle iSupport (for Self-Service Web Access)</a:t>
            </a:r>
          </a:p>
          <a:p>
            <a:pPr lvl="2">
              <a:spcBef>
                <a:spcPts val="0"/>
              </a:spcBef>
            </a:pPr>
            <a:r>
              <a:rPr lang="en-US" dirty="0" smtClean="0"/>
              <a:t>Oracle Depot Repair, Oracle Service Contracts</a:t>
            </a:r>
          </a:p>
        </p:txBody>
      </p:sp>
      <p:sp>
        <p:nvSpPr>
          <p:cNvPr id="5" name="Footer Placeholder 4"/>
          <p:cNvSpPr>
            <a:spLocks noGrp="1"/>
          </p:cNvSpPr>
          <p:nvPr>
            <p:ph type="ftr" sz="quarter" idx="11"/>
          </p:nvPr>
        </p:nvSpPr>
        <p:spPr/>
        <p:txBody>
          <a:bodyPr/>
          <a:lstStyle/>
          <a:p>
            <a:r>
              <a:rPr lang="en-US" dirty="0" smtClean="0"/>
              <a:t>Oracle Confidential – Internal/Restricted/Highly Restricted</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1812" y="406400"/>
            <a:ext cx="11125200" cy="627270"/>
          </a:xfrm>
        </p:spPr>
        <p:txBody>
          <a:bodyPr/>
          <a:lstStyle/>
          <a:p>
            <a:r>
              <a:rPr lang="en-US" dirty="0" smtClean="0"/>
              <a:t>ERP Domain: Supply Chain Management</a:t>
            </a:r>
            <a:endParaRPr lang="en-US" dirty="0"/>
          </a:p>
        </p:txBody>
      </p:sp>
      <p:sp>
        <p:nvSpPr>
          <p:cNvPr id="7" name="Content Placeholder 6"/>
          <p:cNvSpPr>
            <a:spLocks noGrp="1"/>
          </p:cNvSpPr>
          <p:nvPr>
            <p:ph idx="1"/>
          </p:nvPr>
        </p:nvSpPr>
        <p:spPr>
          <a:xfrm>
            <a:off x="531151" y="1341127"/>
            <a:ext cx="11126522" cy="4419600"/>
          </a:xfrm>
        </p:spPr>
        <p:txBody>
          <a:bodyPr/>
          <a:lstStyle/>
          <a:p>
            <a:pPr>
              <a:spcBef>
                <a:spcPts val="300"/>
              </a:spcBef>
            </a:pPr>
            <a:r>
              <a:rPr lang="en-US" dirty="0" smtClean="0"/>
              <a:t>Definition</a:t>
            </a:r>
          </a:p>
          <a:p>
            <a:pPr lvl="1">
              <a:spcBef>
                <a:spcPts val="0"/>
              </a:spcBef>
            </a:pPr>
            <a:r>
              <a:rPr lang="en-US" dirty="0" smtClean="0"/>
              <a:t>Global, Common FLS System for Planning and Managing the Supply Chain of FLS</a:t>
            </a:r>
          </a:p>
          <a:p>
            <a:pPr lvl="1">
              <a:spcBef>
                <a:spcPts val="0"/>
              </a:spcBef>
            </a:pPr>
            <a:r>
              <a:rPr lang="en-US" dirty="0" smtClean="0"/>
              <a:t>Global Visibility Based on Data from ERP Foundation Systems</a:t>
            </a:r>
          </a:p>
          <a:p>
            <a:pPr lvl="1">
              <a:spcBef>
                <a:spcPts val="0"/>
              </a:spcBef>
            </a:pPr>
            <a:r>
              <a:rPr lang="en-US" dirty="0" smtClean="0"/>
              <a:t>Intended for Global Forecasting, Planning and Optimization</a:t>
            </a:r>
          </a:p>
          <a:p>
            <a:pPr lvl="1">
              <a:spcBef>
                <a:spcPts val="0"/>
              </a:spcBef>
            </a:pPr>
            <a:r>
              <a:rPr lang="en-US" dirty="0" smtClean="0"/>
              <a:t>Potentially Linked to Financial Planning and Budgeting in EPM Domain</a:t>
            </a:r>
          </a:p>
          <a:p>
            <a:pPr>
              <a:spcBef>
                <a:spcPts val="300"/>
              </a:spcBef>
            </a:pPr>
            <a:r>
              <a:rPr lang="en-US" dirty="0" smtClean="0"/>
              <a:t>Scope</a:t>
            </a:r>
          </a:p>
          <a:p>
            <a:pPr lvl="1">
              <a:spcBef>
                <a:spcPts val="0"/>
              </a:spcBef>
            </a:pPr>
            <a:r>
              <a:rPr lang="en-US" dirty="0" smtClean="0"/>
              <a:t>Demand Forecasting and Planning for Global Forecasting</a:t>
            </a:r>
          </a:p>
          <a:p>
            <a:pPr lvl="1">
              <a:spcBef>
                <a:spcPts val="0"/>
              </a:spcBef>
            </a:pPr>
            <a:r>
              <a:rPr lang="en-US" dirty="0" smtClean="0"/>
              <a:t>Advanced (Global) Supply Chain Planning</a:t>
            </a:r>
          </a:p>
          <a:p>
            <a:pPr lvl="1">
              <a:spcBef>
                <a:spcPts val="0"/>
              </a:spcBef>
            </a:pPr>
            <a:r>
              <a:rPr lang="en-US" dirty="0" smtClean="0"/>
              <a:t>Add-On Functionality, if needed:</a:t>
            </a:r>
          </a:p>
          <a:p>
            <a:pPr lvl="2">
              <a:spcBef>
                <a:spcPts val="0"/>
              </a:spcBef>
            </a:pPr>
            <a:r>
              <a:rPr lang="en-US" dirty="0" smtClean="0"/>
              <a:t>Global ‘Available To Promise’ Capability</a:t>
            </a:r>
          </a:p>
          <a:p>
            <a:pPr lvl="2">
              <a:spcBef>
                <a:spcPts val="0"/>
              </a:spcBef>
            </a:pPr>
            <a:r>
              <a:rPr lang="en-US" dirty="0" smtClean="0"/>
              <a:t>Cost/SLA Based Optimization</a:t>
            </a:r>
          </a:p>
          <a:p>
            <a:pPr>
              <a:spcBef>
                <a:spcPts val="0"/>
              </a:spcBef>
            </a:pPr>
            <a:r>
              <a:rPr lang="en-US" dirty="0" smtClean="0"/>
              <a:t>Physical To-Be Components: Oracle Demantra, Oracle E-Business Suite</a:t>
            </a:r>
          </a:p>
          <a:p>
            <a:pPr lvl="2">
              <a:spcBef>
                <a:spcPts val="0"/>
              </a:spcBef>
            </a:pPr>
            <a:r>
              <a:rPr lang="en-US" dirty="0" smtClean="0"/>
              <a:t>Oracle Demand Management</a:t>
            </a:r>
          </a:p>
          <a:p>
            <a:pPr lvl="2">
              <a:spcBef>
                <a:spcPts val="0"/>
              </a:spcBef>
            </a:pPr>
            <a:r>
              <a:rPr lang="en-US" dirty="0" smtClean="0"/>
              <a:t>Oracle Advanced Supply Chain Planning</a:t>
            </a:r>
          </a:p>
          <a:p>
            <a:pPr lvl="2">
              <a:spcBef>
                <a:spcPts val="0"/>
              </a:spcBef>
            </a:pPr>
            <a:r>
              <a:rPr lang="en-US" dirty="0" smtClean="0"/>
              <a:t>Oracle Global Order Promising</a:t>
            </a:r>
          </a:p>
        </p:txBody>
      </p:sp>
      <p:sp>
        <p:nvSpPr>
          <p:cNvPr id="5" name="Footer Placeholder 4"/>
          <p:cNvSpPr>
            <a:spLocks noGrp="1"/>
          </p:cNvSpPr>
          <p:nvPr>
            <p:ph type="ftr" sz="quarter" idx="11"/>
          </p:nvPr>
        </p:nvSpPr>
        <p:spPr/>
        <p:txBody>
          <a:bodyPr/>
          <a:lstStyle/>
          <a:p>
            <a:r>
              <a:rPr lang="en-US" dirty="0" smtClean="0"/>
              <a:t>Oracle Confidential – Internal/Restricted/Highly Restricted</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1812" y="132080"/>
            <a:ext cx="11125200" cy="627270"/>
          </a:xfrm>
        </p:spPr>
        <p:txBody>
          <a:bodyPr/>
          <a:lstStyle/>
          <a:p>
            <a:r>
              <a:rPr lang="en-US" dirty="0" smtClean="0"/>
              <a:t>ERP Domain: eCommerce and Collaboration</a:t>
            </a:r>
            <a:endParaRPr lang="en-US" dirty="0"/>
          </a:p>
        </p:txBody>
      </p:sp>
      <p:sp>
        <p:nvSpPr>
          <p:cNvPr id="7" name="Content Placeholder 6"/>
          <p:cNvSpPr>
            <a:spLocks noGrp="1"/>
          </p:cNvSpPr>
          <p:nvPr>
            <p:ph idx="1"/>
          </p:nvPr>
        </p:nvSpPr>
        <p:spPr>
          <a:xfrm>
            <a:off x="531151" y="774199"/>
            <a:ext cx="11126522" cy="4419600"/>
          </a:xfrm>
        </p:spPr>
        <p:txBody>
          <a:bodyPr/>
          <a:lstStyle/>
          <a:p>
            <a:pPr>
              <a:spcBef>
                <a:spcPts val="300"/>
              </a:spcBef>
            </a:pPr>
            <a:r>
              <a:rPr lang="en-US" dirty="0" smtClean="0"/>
              <a:t>Definition</a:t>
            </a:r>
          </a:p>
          <a:p>
            <a:pPr lvl="1">
              <a:spcBef>
                <a:spcPts val="0"/>
              </a:spcBef>
            </a:pPr>
            <a:r>
              <a:rPr lang="en-US" dirty="0" smtClean="0"/>
              <a:t>Global, Common Web Portal and System for E-Commerce and Web Collaboration towards FLS Customers and for Web Collaboration Towards FLS Vendors</a:t>
            </a:r>
          </a:p>
          <a:p>
            <a:pPr lvl="1">
              <a:spcBef>
                <a:spcPts val="0"/>
              </a:spcBef>
            </a:pPr>
            <a:r>
              <a:rPr lang="en-US" dirty="0" smtClean="0"/>
              <a:t>Support the Quoting and Selling of Spares orders and Execution of Both Project and Spares Orders Over the Web</a:t>
            </a:r>
          </a:p>
          <a:p>
            <a:pPr lvl="1">
              <a:spcBef>
                <a:spcPts val="0"/>
              </a:spcBef>
            </a:pPr>
            <a:r>
              <a:rPr lang="en-US" dirty="0" smtClean="0"/>
              <a:t>Key Domain in FLS’ Overall E-Business with Customers and Vendors</a:t>
            </a:r>
          </a:p>
          <a:p>
            <a:pPr lvl="1">
              <a:spcBef>
                <a:spcPts val="0"/>
              </a:spcBef>
            </a:pPr>
            <a:r>
              <a:rPr lang="en-US" dirty="0" smtClean="0"/>
              <a:t>Single Point of Entry; Link to CSD Customer Self-Service Web Access</a:t>
            </a:r>
          </a:p>
          <a:p>
            <a:pPr>
              <a:spcBef>
                <a:spcPts val="300"/>
              </a:spcBef>
            </a:pPr>
            <a:r>
              <a:rPr lang="en-US" dirty="0" smtClean="0"/>
              <a:t>Scope</a:t>
            </a:r>
          </a:p>
          <a:p>
            <a:pPr lvl="1">
              <a:spcBef>
                <a:spcPts val="0"/>
              </a:spcBef>
            </a:pPr>
            <a:r>
              <a:rPr lang="en-US" dirty="0" smtClean="0"/>
              <a:t>Portal/Web Access for Customers and Vendors</a:t>
            </a:r>
          </a:p>
          <a:p>
            <a:pPr lvl="1">
              <a:spcBef>
                <a:spcPts val="0"/>
              </a:spcBef>
            </a:pPr>
            <a:r>
              <a:rPr lang="en-US" dirty="0" smtClean="0"/>
              <a:t>Transmittal of Documents and Drawings</a:t>
            </a:r>
          </a:p>
          <a:p>
            <a:pPr lvl="1">
              <a:spcBef>
                <a:spcPts val="0"/>
              </a:spcBef>
            </a:pPr>
            <a:r>
              <a:rPr lang="en-US" dirty="0" smtClean="0"/>
              <a:t>Add-On Functionality, if needed:</a:t>
            </a:r>
          </a:p>
          <a:p>
            <a:pPr lvl="2">
              <a:spcBef>
                <a:spcPts val="0"/>
              </a:spcBef>
            </a:pPr>
            <a:r>
              <a:rPr lang="en-US" dirty="0" smtClean="0"/>
              <a:t>Web Store for Spares Requests or Spares/Product Sales (From Stock/List Price)</a:t>
            </a:r>
          </a:p>
          <a:p>
            <a:pPr lvl="2">
              <a:spcBef>
                <a:spcPts val="0"/>
              </a:spcBef>
            </a:pPr>
            <a:r>
              <a:rPr lang="en-US" dirty="0" smtClean="0"/>
              <a:t>B2B Integration for Exchanging Commercial Transactions Electronically</a:t>
            </a:r>
          </a:p>
          <a:p>
            <a:pPr>
              <a:spcBef>
                <a:spcPts val="0"/>
              </a:spcBef>
            </a:pPr>
            <a:r>
              <a:rPr lang="en-US" dirty="0" smtClean="0"/>
              <a:t>Physical To-Be Components: MyFLS/Transmittal, Oracle E-Business Suite</a:t>
            </a:r>
          </a:p>
          <a:p>
            <a:pPr lvl="2">
              <a:spcBef>
                <a:spcPts val="0"/>
              </a:spcBef>
            </a:pPr>
            <a:r>
              <a:rPr lang="en-US" dirty="0" smtClean="0"/>
              <a:t>MyFLS Customer, MyFLS Vendor</a:t>
            </a:r>
          </a:p>
          <a:p>
            <a:pPr lvl="2">
              <a:spcBef>
                <a:spcPts val="0"/>
              </a:spcBef>
            </a:pPr>
            <a:r>
              <a:rPr lang="en-US" dirty="0" smtClean="0"/>
              <a:t>Transmittal</a:t>
            </a:r>
          </a:p>
          <a:p>
            <a:pPr lvl="2">
              <a:spcBef>
                <a:spcPts val="0"/>
              </a:spcBef>
            </a:pPr>
            <a:r>
              <a:rPr lang="en-US" dirty="0" smtClean="0"/>
              <a:t>Oracle iStore</a:t>
            </a:r>
          </a:p>
        </p:txBody>
      </p:sp>
      <p:sp>
        <p:nvSpPr>
          <p:cNvPr id="5" name="Footer Placeholder 4"/>
          <p:cNvSpPr>
            <a:spLocks noGrp="1"/>
          </p:cNvSpPr>
          <p:nvPr>
            <p:ph type="ftr" sz="quarter" idx="11"/>
          </p:nvPr>
        </p:nvSpPr>
        <p:spPr/>
        <p:txBody>
          <a:bodyPr/>
          <a:lstStyle/>
          <a:p>
            <a:r>
              <a:rPr lang="en-US" dirty="0" smtClean="0"/>
              <a:t>Oracle Confidential – Internal/Restricted/Highly Restricted</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a:xfrm>
            <a:off x="531812" y="132080"/>
            <a:ext cx="11125200" cy="627270"/>
          </a:xfrm>
        </p:spPr>
        <p:txBody>
          <a:bodyPr/>
          <a:lstStyle/>
          <a:p>
            <a:r>
              <a:rPr lang="en-US" dirty="0" smtClean="0"/>
              <a:t>ERP Domain: Project Management</a:t>
            </a:r>
            <a:endParaRPr lang="en-US" dirty="0"/>
          </a:p>
        </p:txBody>
      </p:sp>
      <p:sp>
        <p:nvSpPr>
          <p:cNvPr id="7" name="Content Placeholder 6"/>
          <p:cNvSpPr>
            <a:spLocks noGrp="1"/>
          </p:cNvSpPr>
          <p:nvPr>
            <p:ph idx="1"/>
          </p:nvPr>
        </p:nvSpPr>
        <p:spPr>
          <a:xfrm>
            <a:off x="531151" y="774199"/>
            <a:ext cx="11126522" cy="4419600"/>
          </a:xfrm>
        </p:spPr>
        <p:txBody>
          <a:bodyPr/>
          <a:lstStyle/>
          <a:p>
            <a:pPr>
              <a:spcBef>
                <a:spcPts val="300"/>
              </a:spcBef>
            </a:pPr>
            <a:r>
              <a:rPr lang="en-US" dirty="0" smtClean="0"/>
              <a:t>Definition</a:t>
            </a:r>
          </a:p>
          <a:p>
            <a:pPr lvl="1">
              <a:spcBef>
                <a:spcPts val="0"/>
              </a:spcBef>
            </a:pPr>
            <a:r>
              <a:rPr lang="en-US" dirty="0" smtClean="0"/>
              <a:t>Global, Common FLS System for (Advanced) Project and Resource Management Needs, Beyond Basic Project Accounting/Controlling Facilities in ERP Foundation Systems</a:t>
            </a:r>
          </a:p>
          <a:p>
            <a:pPr lvl="1">
              <a:spcBef>
                <a:spcPts val="0"/>
              </a:spcBef>
            </a:pPr>
            <a:r>
              <a:rPr lang="en-US" dirty="0" smtClean="0"/>
              <a:t>Enable Global Visibility of Project Status Across ERP Foundation Systems, Where Needed</a:t>
            </a:r>
          </a:p>
          <a:p>
            <a:pPr lvl="1">
              <a:spcBef>
                <a:spcPts val="0"/>
              </a:spcBef>
            </a:pPr>
            <a:r>
              <a:rPr lang="en-US" dirty="0" smtClean="0"/>
              <a:t>Single Tool and Terminology for Global/Group Project Management Practice; Facilitate Cross-FLS Group Project Execution</a:t>
            </a:r>
          </a:p>
          <a:p>
            <a:pPr lvl="1">
              <a:spcBef>
                <a:spcPts val="0"/>
              </a:spcBef>
            </a:pPr>
            <a:r>
              <a:rPr lang="en-US" dirty="0" smtClean="0"/>
              <a:t>Single Point of Entry; Web Access for FLS Employees and 3</a:t>
            </a:r>
            <a:r>
              <a:rPr lang="en-US" baseline="30000" dirty="0" smtClean="0"/>
              <a:t>rd</a:t>
            </a:r>
            <a:r>
              <a:rPr lang="en-US" dirty="0" smtClean="0"/>
              <a:t> Parties</a:t>
            </a:r>
          </a:p>
          <a:p>
            <a:pPr>
              <a:spcBef>
                <a:spcPts val="300"/>
              </a:spcBef>
            </a:pPr>
            <a:r>
              <a:rPr lang="en-US" dirty="0" smtClean="0"/>
              <a:t>Scope</a:t>
            </a:r>
          </a:p>
          <a:p>
            <a:pPr lvl="1">
              <a:spcBef>
                <a:spcPts val="0"/>
              </a:spcBef>
            </a:pPr>
            <a:r>
              <a:rPr lang="en-US" dirty="0" smtClean="0"/>
              <a:t>Project Master Data, Budgets, Actuals, etc.</a:t>
            </a:r>
          </a:p>
          <a:p>
            <a:pPr lvl="1">
              <a:spcBef>
                <a:spcPts val="0"/>
              </a:spcBef>
            </a:pPr>
            <a:r>
              <a:rPr lang="en-US" dirty="0" smtClean="0"/>
              <a:t>Project Planning, Scheduling and Monitoring</a:t>
            </a:r>
          </a:p>
          <a:p>
            <a:pPr lvl="1">
              <a:spcBef>
                <a:spcPts val="0"/>
              </a:spcBef>
            </a:pPr>
            <a:r>
              <a:rPr lang="en-US" dirty="0" smtClean="0"/>
              <a:t>Add-On Functionality, if needed:</a:t>
            </a:r>
          </a:p>
          <a:p>
            <a:pPr lvl="2">
              <a:spcBef>
                <a:spcPts val="0"/>
              </a:spcBef>
            </a:pPr>
            <a:r>
              <a:rPr lang="en-US" dirty="0" smtClean="0"/>
              <a:t>Project Resource Management</a:t>
            </a:r>
          </a:p>
          <a:p>
            <a:pPr lvl="2">
              <a:spcBef>
                <a:spcPts val="0"/>
              </a:spcBef>
            </a:pPr>
            <a:r>
              <a:rPr lang="en-US" dirty="0" smtClean="0"/>
              <a:t>Project Collaboration with 3</a:t>
            </a:r>
            <a:r>
              <a:rPr lang="en-US" baseline="30000" dirty="0" smtClean="0"/>
              <a:t>rd</a:t>
            </a:r>
            <a:r>
              <a:rPr lang="en-US" dirty="0" smtClean="0"/>
              <a:t> Parties</a:t>
            </a:r>
          </a:p>
          <a:p>
            <a:pPr>
              <a:spcBef>
                <a:spcPts val="0"/>
              </a:spcBef>
            </a:pPr>
            <a:r>
              <a:rPr lang="en-US" dirty="0" smtClean="0"/>
              <a:t>Physical To-Be Components: Oracle Primavera</a:t>
            </a:r>
          </a:p>
          <a:p>
            <a:pPr lvl="2">
              <a:spcBef>
                <a:spcPts val="0"/>
              </a:spcBef>
            </a:pPr>
            <a:r>
              <a:rPr lang="en-US" dirty="0" smtClean="0"/>
              <a:t>Oracle Primavera P6 Prof. Project Management</a:t>
            </a:r>
          </a:p>
          <a:p>
            <a:pPr lvl="2">
              <a:spcBef>
                <a:spcPts val="0"/>
              </a:spcBef>
            </a:pPr>
            <a:r>
              <a:rPr lang="en-US" dirty="0" smtClean="0"/>
              <a:t>Oracle Primavera P6 Enterprise Project Portfolio Management</a:t>
            </a:r>
          </a:p>
        </p:txBody>
      </p:sp>
      <p:sp>
        <p:nvSpPr>
          <p:cNvPr id="5" name="Footer Placeholder 4"/>
          <p:cNvSpPr>
            <a:spLocks noGrp="1"/>
          </p:cNvSpPr>
          <p:nvPr>
            <p:ph type="ftr" sz="quarter" idx="11"/>
          </p:nvPr>
        </p:nvSpPr>
        <p:spPr/>
        <p:txBody>
          <a:bodyPr/>
          <a:lstStyle/>
          <a:p>
            <a:r>
              <a:rPr lang="en-US" dirty="0" smtClean="0"/>
              <a:t>Oracle Confidential – Internal/Restricted/Highly Restricted</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1812" y="406400"/>
            <a:ext cx="11125200" cy="627270"/>
          </a:xfrm>
        </p:spPr>
        <p:txBody>
          <a:bodyPr/>
          <a:lstStyle/>
          <a:p>
            <a:r>
              <a:rPr lang="en-US" dirty="0" smtClean="0"/>
              <a:t>ERP Domain: Project Proposal [Under Construction]</a:t>
            </a:r>
            <a:endParaRPr lang="en-US" dirty="0"/>
          </a:p>
        </p:txBody>
      </p:sp>
      <p:sp>
        <p:nvSpPr>
          <p:cNvPr id="7" name="Content Placeholder 6"/>
          <p:cNvSpPr>
            <a:spLocks noGrp="1"/>
          </p:cNvSpPr>
          <p:nvPr>
            <p:ph idx="1"/>
          </p:nvPr>
        </p:nvSpPr>
        <p:spPr>
          <a:xfrm>
            <a:off x="531151" y="1341127"/>
            <a:ext cx="11126522" cy="4419600"/>
          </a:xfrm>
        </p:spPr>
        <p:txBody>
          <a:bodyPr/>
          <a:lstStyle/>
          <a:p>
            <a:pPr>
              <a:spcBef>
                <a:spcPts val="600"/>
              </a:spcBef>
            </a:pPr>
            <a:r>
              <a:rPr lang="en-US" dirty="0" smtClean="0"/>
              <a:t>Set of Applications to Manage the Project Proposal Process from Budgetary Quoting Until Detailed Proposal</a:t>
            </a:r>
          </a:p>
          <a:p>
            <a:pPr>
              <a:spcBef>
                <a:spcPts val="600"/>
              </a:spcBef>
            </a:pPr>
            <a:r>
              <a:rPr lang="en-US" dirty="0" smtClean="0"/>
              <a:t>There Will Most Likely be Local (by Division, Operating Model, etc.) Variances to the Models Used During Proposal making</a:t>
            </a:r>
          </a:p>
          <a:p>
            <a:pPr>
              <a:spcBef>
                <a:spcPts val="600"/>
              </a:spcBef>
            </a:pPr>
            <a:r>
              <a:rPr lang="en-US" dirty="0" smtClean="0"/>
              <a:t>This Functionality May Sit at the Borders Between ERP and PLM and Utilize Configuration Tools (Including 3-D Configuration) During the process</a:t>
            </a:r>
          </a:p>
        </p:txBody>
      </p:sp>
      <p:sp>
        <p:nvSpPr>
          <p:cNvPr id="5" name="Footer Placeholder 4"/>
          <p:cNvSpPr>
            <a:spLocks noGrp="1"/>
          </p:cNvSpPr>
          <p:nvPr>
            <p:ph type="ftr" sz="quarter" idx="11"/>
          </p:nvPr>
        </p:nvSpPr>
        <p:spPr/>
        <p:txBody>
          <a:bodyPr/>
          <a:lstStyle/>
          <a:p>
            <a:r>
              <a:rPr lang="en-US" dirty="0" smtClean="0"/>
              <a:t>Oracle Confidential – Internal/Restricted/Highly Restricted</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31812" y="128016"/>
            <a:ext cx="11125200" cy="932688"/>
          </a:xfrm>
        </p:spPr>
        <p:txBody>
          <a:bodyPr/>
          <a:lstStyle/>
          <a:p>
            <a:r>
              <a:rPr lang="en-US" dirty="0" smtClean="0"/>
              <a:t>ERP Domain: Corporate Governance &amp; Quality </a:t>
            </a:r>
            <a:br>
              <a:rPr lang="en-US" dirty="0" smtClean="0"/>
            </a:br>
            <a:r>
              <a:rPr lang="en-US" dirty="0" smtClean="0"/>
              <a:t>[Under Construction</a:t>
            </a:r>
            <a:endParaRPr lang="en-US" dirty="0"/>
          </a:p>
        </p:txBody>
      </p:sp>
      <p:sp>
        <p:nvSpPr>
          <p:cNvPr id="7" name="Content Placeholder 6"/>
          <p:cNvSpPr>
            <a:spLocks noGrp="1"/>
          </p:cNvSpPr>
          <p:nvPr>
            <p:ph idx="1"/>
          </p:nvPr>
        </p:nvSpPr>
        <p:spPr>
          <a:xfrm>
            <a:off x="531151" y="975367"/>
            <a:ext cx="11126522" cy="4419600"/>
          </a:xfrm>
        </p:spPr>
        <p:txBody>
          <a:bodyPr/>
          <a:lstStyle/>
          <a:p>
            <a:pPr>
              <a:spcBef>
                <a:spcPts val="300"/>
              </a:spcBef>
            </a:pPr>
            <a:r>
              <a:rPr lang="en-US" dirty="0" smtClean="0"/>
              <a:t>This Domain is slightly difficult to get a grip on. The overall business requirements for quality span a variety of processes:</a:t>
            </a:r>
          </a:p>
          <a:p>
            <a:pPr marL="731520" lvl="1" indent="-457200">
              <a:spcBef>
                <a:spcPts val="300"/>
              </a:spcBef>
              <a:buFont typeface="+mj-lt"/>
              <a:buAutoNum type="arabicPeriod"/>
            </a:pPr>
            <a:r>
              <a:rPr lang="en-US" dirty="0" smtClean="0"/>
              <a:t>Management of QA Procedures, i.e., Applications such as QMS, Qualiware</a:t>
            </a:r>
          </a:p>
          <a:p>
            <a:pPr marL="731520" lvl="1" indent="-457200">
              <a:spcBef>
                <a:spcPts val="300"/>
              </a:spcBef>
              <a:buFont typeface="+mj-lt"/>
              <a:buAutoNum type="arabicPeriod"/>
            </a:pPr>
            <a:r>
              <a:rPr lang="en-US" dirty="0" smtClean="0"/>
              <a:t>Corporate Governance and Compliance</a:t>
            </a:r>
          </a:p>
          <a:p>
            <a:pPr marL="731520" lvl="1" indent="-457200">
              <a:spcBef>
                <a:spcPts val="300"/>
              </a:spcBef>
              <a:buFont typeface="+mj-lt"/>
              <a:buAutoNum type="arabicPeriod"/>
            </a:pPr>
            <a:r>
              <a:rPr lang="en-US" dirty="0" smtClean="0"/>
              <a:t>Management of Planning of Inspectors</a:t>
            </a:r>
          </a:p>
          <a:p>
            <a:pPr marL="731520" lvl="1" indent="-457200">
              <a:spcBef>
                <a:spcPts val="300"/>
              </a:spcBef>
              <a:buFont typeface="+mj-lt"/>
              <a:buAutoNum type="arabicPeriod"/>
            </a:pPr>
            <a:r>
              <a:rPr lang="en-US" dirty="0" smtClean="0"/>
              <a:t>Management of Planned Quality Data Collection and Inspections During Procurement and Manufacturing</a:t>
            </a:r>
          </a:p>
          <a:p>
            <a:pPr marL="731520" lvl="1" indent="-457200">
              <a:spcBef>
                <a:spcPts val="300"/>
              </a:spcBef>
              <a:buFont typeface="+mj-lt"/>
              <a:buAutoNum type="arabicPeriod"/>
            </a:pPr>
            <a:r>
              <a:rPr lang="en-US" dirty="0" smtClean="0"/>
              <a:t>Management of Incidents</a:t>
            </a:r>
          </a:p>
          <a:p>
            <a:pPr>
              <a:spcBef>
                <a:spcPts val="300"/>
              </a:spcBef>
            </a:pPr>
            <a:r>
              <a:rPr lang="en-US" dirty="0" smtClean="0"/>
              <a:t>The current approach is to:</a:t>
            </a:r>
          </a:p>
          <a:p>
            <a:pPr lvl="1">
              <a:spcBef>
                <a:spcPts val="0"/>
              </a:spcBef>
            </a:pPr>
            <a:r>
              <a:rPr lang="en-US" dirty="0" smtClean="0"/>
              <a:t>Consider 1) Out of Scope from an ERP Perspective</a:t>
            </a:r>
          </a:p>
          <a:p>
            <a:pPr lvl="1">
              <a:spcBef>
                <a:spcPts val="0"/>
              </a:spcBef>
            </a:pPr>
            <a:r>
              <a:rPr lang="en-US" dirty="0" smtClean="0"/>
              <a:t>Consider 2) A Candidate for an ERP Component</a:t>
            </a:r>
          </a:p>
          <a:p>
            <a:pPr lvl="1">
              <a:spcBef>
                <a:spcPts val="0"/>
              </a:spcBef>
            </a:pPr>
            <a:r>
              <a:rPr lang="en-US" dirty="0" smtClean="0"/>
              <a:t>Consider 3) As Part of the Project Management (Planning) Process</a:t>
            </a:r>
          </a:p>
          <a:p>
            <a:pPr lvl="1">
              <a:spcBef>
                <a:spcPts val="0"/>
              </a:spcBef>
            </a:pPr>
            <a:r>
              <a:rPr lang="en-US" dirty="0" smtClean="0"/>
              <a:t>Consider 4) Part of ERP</a:t>
            </a:r>
          </a:p>
          <a:p>
            <a:pPr lvl="1">
              <a:spcBef>
                <a:spcPts val="0"/>
              </a:spcBef>
            </a:pPr>
            <a:r>
              <a:rPr lang="en-US" dirty="0" smtClean="0"/>
              <a:t>Consider 5) Part of ERP – Here it would make sense to use the same tool during and post execution so that all incidents would be dealt with from within the same tool.</a:t>
            </a:r>
          </a:p>
        </p:txBody>
      </p:sp>
      <p:sp>
        <p:nvSpPr>
          <p:cNvPr id="5" name="Footer Placeholder 4"/>
          <p:cNvSpPr>
            <a:spLocks noGrp="1"/>
          </p:cNvSpPr>
          <p:nvPr>
            <p:ph type="ftr" sz="quarter" idx="11"/>
          </p:nvPr>
        </p:nvSpPr>
        <p:spPr/>
        <p:txBody>
          <a:bodyPr/>
          <a:lstStyle/>
          <a:p>
            <a:r>
              <a:rPr lang="en-US" dirty="0" smtClean="0"/>
              <a:t>Oracle Confidential – Internal/Restricted/Highly Restricted</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15373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41555E"/>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smtClean="0"/>
        </a:defPPr>
      </a:lstStyle>
    </a:txDef>
  </a:objectDefaults>
  <a:extraClrSchemeLst/>
  <a:extLst>
    <a:ext uri="{05A4C25C-085E-4340-85A3-A5531E510DB2}">
      <thm15:themeFamily xmlns="" xmlns:thm15="http://schemas.microsoft.com/office/thememl/2012/main" name="Oracle_16x9-2014-0714" id="{032D2387-665B-4DFB-BDAE-D66619AD7C3A}" vid="{BB0AD61B-F388-487D-A806-2F7277FE970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59</TotalTime>
  <Words>1933</Words>
  <Application>Microsoft Office PowerPoint</Application>
  <PresentationFormat>Custom</PresentationFormat>
  <Paragraphs>331</Paragraphs>
  <Slides>17</Slides>
  <Notes>3</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blank</vt:lpstr>
      <vt:lpstr>Slide 1</vt:lpstr>
      <vt:lpstr>Application Architecture</vt:lpstr>
      <vt:lpstr>Objectives and Principles</vt:lpstr>
      <vt:lpstr>Slide 4</vt:lpstr>
      <vt:lpstr>Slide 5</vt:lpstr>
      <vt:lpstr>Slide 6</vt:lpstr>
      <vt:lpstr>ERP Foundation</vt:lpstr>
      <vt:lpstr>ERP Domain: Logistics</vt:lpstr>
      <vt:lpstr>ERP Domain: Enterprise Performance Management</vt:lpstr>
      <vt:lpstr>ERP Domain: Corporate HR</vt:lpstr>
      <vt:lpstr>ERP Domain: Customer Service Management</vt:lpstr>
      <vt:lpstr>ERP Domain: Supply Chain Management</vt:lpstr>
      <vt:lpstr>ERP Domain: eCommerce and Collaboration</vt:lpstr>
      <vt:lpstr>ERP Domain: Project Management</vt:lpstr>
      <vt:lpstr>ERP Domain: Project Proposal [Under Construction]</vt:lpstr>
      <vt:lpstr>ERP Domain: Corporate Governance &amp; Quality  [Under Construction</vt:lpstr>
      <vt:lpstr>Slide 17</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EA.140 Application Architecture Sample A</dc:title>
  <dc:creator>Oracle Methods</dc:creator>
  <cp:keywords>OUM</cp:keywords>
  <dc:description>Copyright © 2010, 2014, Oracle and/or its affiliates.  All rights reserved.</dc:description>
  <cp:lastModifiedBy>masander</cp:lastModifiedBy>
  <cp:revision>4</cp:revision>
  <cp:lastPrinted>2014-07-15T21:24:45Z</cp:lastPrinted>
  <dcterms:created xsi:type="dcterms:W3CDTF">2014-10-03T22:51:47Z</dcterms:created>
  <dcterms:modified xsi:type="dcterms:W3CDTF">2014-10-04T01:18:26Z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